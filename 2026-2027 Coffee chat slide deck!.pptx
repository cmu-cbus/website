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Lst>
  <p:sldSz cy="5143500" cx="9144000"/>
  <p:notesSz cx="6858000" cy="9144000"/>
  <p:embeddedFontLst>
    <p:embeddedFont>
      <p:font typeface="Roboto"/>
      <p:regular r:id="rId15"/>
      <p:bold r:id="rId16"/>
      <p:italic r:id="rId17"/>
      <p:boldItalic r:id="rId18"/>
    </p:embeddedFont>
    <p:embeddedFont>
      <p:font typeface="Lato"/>
      <p:regular r:id="rId19"/>
      <p:bold r:id="rId20"/>
      <p:italic r:id="rId21"/>
      <p:boldItalic r:id="rId22"/>
    </p:embeddedFont>
    <p:embeddedFont>
      <p:font typeface="Itim"/>
      <p:regular r:id="rId23"/>
    </p:embeddedFont>
    <p:embeddedFont>
      <p:font typeface="DM Serif Display"/>
      <p:regular r:id="rId24"/>
      <p: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Lato-bold.fntdata"/><Relationship Id="rId22" Type="http://schemas.openxmlformats.org/officeDocument/2006/relationships/font" Target="fonts/Lato-boldItalic.fntdata"/><Relationship Id="rId21" Type="http://schemas.openxmlformats.org/officeDocument/2006/relationships/font" Target="fonts/Lato-italic.fntdata"/><Relationship Id="rId24" Type="http://schemas.openxmlformats.org/officeDocument/2006/relationships/font" Target="fonts/DMSerifDisplay-regular.fntdata"/><Relationship Id="rId23" Type="http://schemas.openxmlformats.org/officeDocument/2006/relationships/font" Target="fonts/Itim-regular.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5" Type="http://schemas.openxmlformats.org/officeDocument/2006/relationships/font" Target="fonts/DMSerifDisplay-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font" Target="fonts/Roboto-regular.fntdata"/><Relationship Id="rId14" Type="http://schemas.openxmlformats.org/officeDocument/2006/relationships/slide" Target="slides/slide10.xml"/><Relationship Id="rId17" Type="http://schemas.openxmlformats.org/officeDocument/2006/relationships/font" Target="fonts/Roboto-italic.fntdata"/><Relationship Id="rId16" Type="http://schemas.openxmlformats.org/officeDocument/2006/relationships/font" Target="fonts/Roboto-bold.fntdata"/><Relationship Id="rId19" Type="http://schemas.openxmlformats.org/officeDocument/2006/relationships/font" Target="fonts/Lato-regular.fntdata"/><Relationship Id="rId18" Type="http://schemas.openxmlformats.org/officeDocument/2006/relationships/font" Target="fonts/Robot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5" name="Shape 1955"/>
        <p:cNvGrpSpPr/>
        <p:nvPr/>
      </p:nvGrpSpPr>
      <p:grpSpPr>
        <a:xfrm>
          <a:off x="0" y="0"/>
          <a:ext cx="0" cy="0"/>
          <a:chOff x="0" y="0"/>
          <a:chExt cx="0" cy="0"/>
        </a:xfrm>
      </p:grpSpPr>
      <p:sp>
        <p:nvSpPr>
          <p:cNvPr id="1956" name="Google Shape;195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1957" name="Google Shape;195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6" name="Shape 2216"/>
        <p:cNvGrpSpPr/>
        <p:nvPr/>
      </p:nvGrpSpPr>
      <p:grpSpPr>
        <a:xfrm>
          <a:off x="0" y="0"/>
          <a:ext cx="0" cy="0"/>
          <a:chOff x="0" y="0"/>
          <a:chExt cx="0" cy="0"/>
        </a:xfrm>
      </p:grpSpPr>
      <p:sp>
        <p:nvSpPr>
          <p:cNvPr id="2217" name="Google Shape;2217;g3489890ee1f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18" name="Google Shape;2218;g3489890ee1f_1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3" name="Shape 2223"/>
        <p:cNvGrpSpPr/>
        <p:nvPr/>
      </p:nvGrpSpPr>
      <p:grpSpPr>
        <a:xfrm>
          <a:off x="0" y="0"/>
          <a:ext cx="0" cy="0"/>
          <a:chOff x="0" y="0"/>
          <a:chExt cx="0" cy="0"/>
        </a:xfrm>
      </p:grpSpPr>
      <p:sp>
        <p:nvSpPr>
          <p:cNvPr id="2224" name="Google Shape;2224;g2fe54dc32d4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25" name="Google Shape;2225;g2fe54dc32d4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0" name="Shape 2230"/>
        <p:cNvGrpSpPr/>
        <p:nvPr/>
      </p:nvGrpSpPr>
      <p:grpSpPr>
        <a:xfrm>
          <a:off x="0" y="0"/>
          <a:ext cx="0" cy="0"/>
          <a:chOff x="0" y="0"/>
          <a:chExt cx="0" cy="0"/>
        </a:xfrm>
      </p:grpSpPr>
      <p:sp>
        <p:nvSpPr>
          <p:cNvPr id="2231" name="Google Shape;2231;g2fe5d29754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2" name="Google Shape;2232;g2fe5d29754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7" name="Shape 2237"/>
        <p:cNvGrpSpPr/>
        <p:nvPr/>
      </p:nvGrpSpPr>
      <p:grpSpPr>
        <a:xfrm>
          <a:off x="0" y="0"/>
          <a:ext cx="0" cy="0"/>
          <a:chOff x="0" y="0"/>
          <a:chExt cx="0" cy="0"/>
        </a:xfrm>
      </p:grpSpPr>
      <p:sp>
        <p:nvSpPr>
          <p:cNvPr id="2238" name="Google Shape;2238;g3489890ee1f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9" name="Google Shape;2239;g3489890ee1f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4" name="Shape 2244"/>
        <p:cNvGrpSpPr/>
        <p:nvPr/>
      </p:nvGrpSpPr>
      <p:grpSpPr>
        <a:xfrm>
          <a:off x="0" y="0"/>
          <a:ext cx="0" cy="0"/>
          <a:chOff x="0" y="0"/>
          <a:chExt cx="0" cy="0"/>
        </a:xfrm>
      </p:grpSpPr>
      <p:sp>
        <p:nvSpPr>
          <p:cNvPr id="2245" name="Google Shape;2245;g3fa658227d6_3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46" name="Google Shape;2246;g3fa658227d6_3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1" name="Shape 2251"/>
        <p:cNvGrpSpPr/>
        <p:nvPr/>
      </p:nvGrpSpPr>
      <p:grpSpPr>
        <a:xfrm>
          <a:off x="0" y="0"/>
          <a:ext cx="0" cy="0"/>
          <a:chOff x="0" y="0"/>
          <a:chExt cx="0" cy="0"/>
        </a:xfrm>
      </p:grpSpPr>
      <p:sp>
        <p:nvSpPr>
          <p:cNvPr id="2252" name="Google Shape;2252;g3fa924ffc72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53" name="Google Shape;2253;g3fa924ffc72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8" name="Shape 2258"/>
        <p:cNvGrpSpPr/>
        <p:nvPr/>
      </p:nvGrpSpPr>
      <p:grpSpPr>
        <a:xfrm>
          <a:off x="0" y="0"/>
          <a:ext cx="0" cy="0"/>
          <a:chOff x="0" y="0"/>
          <a:chExt cx="0" cy="0"/>
        </a:xfrm>
      </p:grpSpPr>
      <p:sp>
        <p:nvSpPr>
          <p:cNvPr id="2259" name="Google Shape;2259;g3fa923d6a29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0" name="Google Shape;2260;g3fa923d6a29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5" name="Shape 2265"/>
        <p:cNvGrpSpPr/>
        <p:nvPr/>
      </p:nvGrpSpPr>
      <p:grpSpPr>
        <a:xfrm>
          <a:off x="0" y="0"/>
          <a:ext cx="0" cy="0"/>
          <a:chOff x="0" y="0"/>
          <a:chExt cx="0" cy="0"/>
        </a:xfrm>
      </p:grpSpPr>
      <p:sp>
        <p:nvSpPr>
          <p:cNvPr id="2266" name="Google Shape;2266;g3fa97d0722e_2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67" name="Google Shape;2267;g3fa97d0722e_2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2" name="Shape 2272"/>
        <p:cNvGrpSpPr/>
        <p:nvPr/>
      </p:nvGrpSpPr>
      <p:grpSpPr>
        <a:xfrm>
          <a:off x="0" y="0"/>
          <a:ext cx="0" cy="0"/>
          <a:chOff x="0" y="0"/>
          <a:chExt cx="0" cy="0"/>
        </a:xfrm>
      </p:grpSpPr>
      <p:sp>
        <p:nvSpPr>
          <p:cNvPr id="2273" name="Google Shape;2273;g3fbb11a6de7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4" name="Google Shape;2274;g3fbb11a6de7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slidesgo.com/" TargetMode="External"/><Relationship Id="rId3" Type="http://schemas.openxmlformats.org/officeDocument/2006/relationships/hyperlink" Target="https://www.flaticon.com/" TargetMode="External"/><Relationship Id="rId4" Type="http://schemas.openxmlformats.org/officeDocument/2006/relationships/hyperlink" Target="https://www.freepik.com/" TargetMode="Externa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sp>
        <p:nvSpPr>
          <p:cNvPr id="9" name="Google Shape;9;p2"/>
          <p:cNvSpPr txBox="1"/>
          <p:nvPr>
            <p:ph type="ctrTitle"/>
          </p:nvPr>
        </p:nvSpPr>
        <p:spPr>
          <a:xfrm>
            <a:off x="1107700" y="955850"/>
            <a:ext cx="6928500" cy="2074200"/>
          </a:xfrm>
          <a:prstGeom prst="rect">
            <a:avLst/>
          </a:prstGeom>
        </p:spPr>
        <p:txBody>
          <a:bodyPr anchorCtr="0" anchor="t" bIns="91425" lIns="91425" spcFirstLastPara="1" rIns="91425" wrap="square" tIns="91425">
            <a:noAutofit/>
          </a:bodyPr>
          <a:lstStyle>
            <a:lvl1pPr lvl="0" rtl="0">
              <a:spcBef>
                <a:spcPts val="0"/>
              </a:spcBef>
              <a:spcAft>
                <a:spcPts val="0"/>
              </a:spcAft>
              <a:buSzPts val="4800"/>
              <a:buNone/>
              <a:defRPr sz="60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0" name="Google Shape;10;p2"/>
          <p:cNvSpPr txBox="1"/>
          <p:nvPr>
            <p:ph idx="1" type="subTitle"/>
          </p:nvPr>
        </p:nvSpPr>
        <p:spPr>
          <a:xfrm>
            <a:off x="2436450" y="2933475"/>
            <a:ext cx="4271100" cy="3744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800"/>
              <a:buNone/>
              <a:defRPr sz="1600"/>
            </a:lvl1pPr>
            <a:lvl2pPr lvl="1" rtl="0" algn="ctr">
              <a:lnSpc>
                <a:spcPct val="100000"/>
              </a:lnSpc>
              <a:spcBef>
                <a:spcPts val="0"/>
              </a:spcBef>
              <a:spcAft>
                <a:spcPts val="0"/>
              </a:spcAft>
              <a:buSzPts val="1800"/>
              <a:buNone/>
              <a:defRPr sz="1800"/>
            </a:lvl2pPr>
            <a:lvl3pPr lvl="2" rtl="0" algn="ctr">
              <a:lnSpc>
                <a:spcPct val="100000"/>
              </a:lnSpc>
              <a:spcBef>
                <a:spcPts val="0"/>
              </a:spcBef>
              <a:spcAft>
                <a:spcPts val="0"/>
              </a:spcAft>
              <a:buSzPts val="1800"/>
              <a:buNone/>
              <a:defRPr sz="1800"/>
            </a:lvl3pPr>
            <a:lvl4pPr lvl="3" rtl="0" algn="ctr">
              <a:lnSpc>
                <a:spcPct val="100000"/>
              </a:lnSpc>
              <a:spcBef>
                <a:spcPts val="0"/>
              </a:spcBef>
              <a:spcAft>
                <a:spcPts val="0"/>
              </a:spcAft>
              <a:buSzPts val="1800"/>
              <a:buNone/>
              <a:defRPr sz="1800"/>
            </a:lvl4pPr>
            <a:lvl5pPr lvl="4" rtl="0" algn="ctr">
              <a:lnSpc>
                <a:spcPct val="100000"/>
              </a:lnSpc>
              <a:spcBef>
                <a:spcPts val="0"/>
              </a:spcBef>
              <a:spcAft>
                <a:spcPts val="0"/>
              </a:spcAft>
              <a:buSzPts val="1800"/>
              <a:buNone/>
              <a:defRPr sz="1800"/>
            </a:lvl5pPr>
            <a:lvl6pPr lvl="5" rtl="0" algn="ctr">
              <a:lnSpc>
                <a:spcPct val="100000"/>
              </a:lnSpc>
              <a:spcBef>
                <a:spcPts val="0"/>
              </a:spcBef>
              <a:spcAft>
                <a:spcPts val="0"/>
              </a:spcAft>
              <a:buSzPts val="1800"/>
              <a:buNone/>
              <a:defRPr sz="1800"/>
            </a:lvl6pPr>
            <a:lvl7pPr lvl="6" rtl="0" algn="ctr">
              <a:lnSpc>
                <a:spcPct val="100000"/>
              </a:lnSpc>
              <a:spcBef>
                <a:spcPts val="0"/>
              </a:spcBef>
              <a:spcAft>
                <a:spcPts val="0"/>
              </a:spcAft>
              <a:buSzPts val="1800"/>
              <a:buNone/>
              <a:defRPr sz="1800"/>
            </a:lvl7pPr>
            <a:lvl8pPr lvl="7" rtl="0" algn="ctr">
              <a:lnSpc>
                <a:spcPct val="100000"/>
              </a:lnSpc>
              <a:spcBef>
                <a:spcPts val="0"/>
              </a:spcBef>
              <a:spcAft>
                <a:spcPts val="0"/>
              </a:spcAft>
              <a:buSzPts val="1800"/>
              <a:buNone/>
              <a:defRPr sz="1800"/>
            </a:lvl8pPr>
            <a:lvl9pPr lvl="8" rtl="0" algn="ctr">
              <a:lnSpc>
                <a:spcPct val="100000"/>
              </a:lnSpc>
              <a:spcBef>
                <a:spcPts val="0"/>
              </a:spcBef>
              <a:spcAft>
                <a:spcPts val="0"/>
              </a:spcAft>
              <a:buSzPts val="1800"/>
              <a:buNone/>
              <a:defRPr sz="1800"/>
            </a:lvl9pPr>
          </a:lstStyle>
          <a:p/>
        </p:txBody>
      </p:sp>
      <p:grpSp>
        <p:nvGrpSpPr>
          <p:cNvPr id="11" name="Google Shape;11;p2"/>
          <p:cNvGrpSpPr/>
          <p:nvPr/>
        </p:nvGrpSpPr>
        <p:grpSpPr>
          <a:xfrm>
            <a:off x="-354695" y="3759003"/>
            <a:ext cx="2408360" cy="1992670"/>
            <a:chOff x="4654765" y="2053719"/>
            <a:chExt cx="1574709" cy="1302909"/>
          </a:xfrm>
        </p:grpSpPr>
        <p:sp>
          <p:nvSpPr>
            <p:cNvPr id="12" name="Google Shape;12;p2"/>
            <p:cNvSpPr/>
            <p:nvPr/>
          </p:nvSpPr>
          <p:spPr>
            <a:xfrm>
              <a:off x="4753523" y="2053719"/>
              <a:ext cx="1475950" cy="1302909"/>
            </a:xfrm>
            <a:custGeom>
              <a:rect b="b" l="l" r="r" t="t"/>
              <a:pathLst>
                <a:path extrusionOk="0" h="19539" w="22134">
                  <a:moveTo>
                    <a:pt x="21951" y="7628"/>
                  </a:moveTo>
                  <a:cubicBezTo>
                    <a:pt x="21832" y="6908"/>
                    <a:pt x="21124" y="6408"/>
                    <a:pt x="20404" y="6540"/>
                  </a:cubicBezTo>
                  <a:lnTo>
                    <a:pt x="17928" y="6958"/>
                  </a:lnTo>
                  <a:cubicBezTo>
                    <a:pt x="17639" y="6121"/>
                    <a:pt x="17221" y="5307"/>
                    <a:pt x="16658" y="4561"/>
                  </a:cubicBezTo>
                  <a:cubicBezTo>
                    <a:pt x="13774" y="762"/>
                    <a:pt x="8361" y="1"/>
                    <a:pt x="4549" y="2885"/>
                  </a:cubicBezTo>
                  <a:cubicBezTo>
                    <a:pt x="746" y="5766"/>
                    <a:pt x="1" y="11179"/>
                    <a:pt x="2882" y="14978"/>
                  </a:cubicBezTo>
                  <a:cubicBezTo>
                    <a:pt x="5753" y="18781"/>
                    <a:pt x="11179" y="19539"/>
                    <a:pt x="14978" y="16658"/>
                  </a:cubicBezTo>
                  <a:cubicBezTo>
                    <a:pt x="17155" y="15007"/>
                    <a:pt x="18334" y="12528"/>
                    <a:pt x="18400" y="9999"/>
                  </a:cubicBezTo>
                  <a:lnTo>
                    <a:pt x="20916" y="9581"/>
                  </a:lnTo>
                  <a:cubicBezTo>
                    <a:pt x="21649" y="9449"/>
                    <a:pt x="22134" y="8754"/>
                    <a:pt x="22017" y="803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 name="Google Shape;13;p2"/>
            <p:cNvSpPr/>
            <p:nvPr/>
          </p:nvSpPr>
          <p:spPr>
            <a:xfrm>
              <a:off x="5572330" y="2521771"/>
              <a:ext cx="558399" cy="266397"/>
            </a:xfrm>
            <a:custGeom>
              <a:rect b="b" l="l" r="r" t="t"/>
              <a:pathLst>
                <a:path extrusionOk="0" h="3995" w="8374">
                  <a:moveTo>
                    <a:pt x="6858" y="0"/>
                  </a:moveTo>
                  <a:cubicBezTo>
                    <a:pt x="6787" y="0"/>
                    <a:pt x="6716" y="6"/>
                    <a:pt x="6643" y="18"/>
                  </a:cubicBezTo>
                  <a:lnTo>
                    <a:pt x="1218" y="936"/>
                  </a:lnTo>
                  <a:cubicBezTo>
                    <a:pt x="498" y="1056"/>
                    <a:pt x="1" y="1748"/>
                    <a:pt x="133" y="2484"/>
                  </a:cubicBezTo>
                  <a:lnTo>
                    <a:pt x="196" y="2877"/>
                  </a:lnTo>
                  <a:cubicBezTo>
                    <a:pt x="303" y="3536"/>
                    <a:pt x="877" y="3995"/>
                    <a:pt x="1525" y="3995"/>
                  </a:cubicBezTo>
                  <a:cubicBezTo>
                    <a:pt x="1597" y="3995"/>
                    <a:pt x="1670" y="3989"/>
                    <a:pt x="1743" y="3978"/>
                  </a:cubicBezTo>
                  <a:lnTo>
                    <a:pt x="7156" y="3059"/>
                  </a:lnTo>
                  <a:cubicBezTo>
                    <a:pt x="7889" y="2943"/>
                    <a:pt x="8373" y="2235"/>
                    <a:pt x="8257" y="1512"/>
                  </a:cubicBezTo>
                  <a:lnTo>
                    <a:pt x="8191" y="1119"/>
                  </a:lnTo>
                  <a:cubicBezTo>
                    <a:pt x="8072" y="459"/>
                    <a:pt x="7499" y="0"/>
                    <a:pt x="6858"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a:off x="4654765" y="2162813"/>
              <a:ext cx="1302042" cy="1151940"/>
            </a:xfrm>
            <a:custGeom>
              <a:rect b="b" l="l" r="r" t="t"/>
              <a:pathLst>
                <a:path extrusionOk="0" h="17275" w="19526">
                  <a:moveTo>
                    <a:pt x="9751" y="0"/>
                  </a:moveTo>
                  <a:cubicBezTo>
                    <a:pt x="7936" y="0"/>
                    <a:pt x="6105" y="569"/>
                    <a:pt x="4548" y="1746"/>
                  </a:cubicBezTo>
                  <a:cubicBezTo>
                    <a:pt x="746" y="4630"/>
                    <a:pt x="0" y="10040"/>
                    <a:pt x="2869" y="13855"/>
                  </a:cubicBezTo>
                  <a:cubicBezTo>
                    <a:pt x="4569" y="16095"/>
                    <a:pt x="7148" y="17274"/>
                    <a:pt x="9760" y="17274"/>
                  </a:cubicBezTo>
                  <a:cubicBezTo>
                    <a:pt x="11579" y="17274"/>
                    <a:pt x="13413" y="16703"/>
                    <a:pt x="14978" y="15519"/>
                  </a:cubicBezTo>
                  <a:cubicBezTo>
                    <a:pt x="18780" y="12650"/>
                    <a:pt x="19526" y="7225"/>
                    <a:pt x="16645" y="3422"/>
                  </a:cubicBezTo>
                  <a:cubicBezTo>
                    <a:pt x="14950" y="1180"/>
                    <a:pt x="12366" y="0"/>
                    <a:pt x="9751"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4722048" y="2222428"/>
              <a:ext cx="1167477" cy="1032779"/>
            </a:xfrm>
            <a:custGeom>
              <a:rect b="b" l="l" r="r" t="t"/>
              <a:pathLst>
                <a:path extrusionOk="0" h="15488" w="17508">
                  <a:moveTo>
                    <a:pt x="8753" y="1"/>
                  </a:moveTo>
                  <a:cubicBezTo>
                    <a:pt x="7124" y="1"/>
                    <a:pt x="5480" y="513"/>
                    <a:pt x="4077" y="1572"/>
                  </a:cubicBezTo>
                  <a:cubicBezTo>
                    <a:pt x="668" y="4154"/>
                    <a:pt x="1" y="9004"/>
                    <a:pt x="2583" y="12411"/>
                  </a:cubicBezTo>
                  <a:cubicBezTo>
                    <a:pt x="4105" y="14428"/>
                    <a:pt x="6417" y="15488"/>
                    <a:pt x="8757" y="15488"/>
                  </a:cubicBezTo>
                  <a:cubicBezTo>
                    <a:pt x="10383" y="15488"/>
                    <a:pt x="12022" y="14976"/>
                    <a:pt x="13418" y="13917"/>
                  </a:cubicBezTo>
                  <a:cubicBezTo>
                    <a:pt x="16840" y="11335"/>
                    <a:pt x="17507" y="6488"/>
                    <a:pt x="14928" y="3066"/>
                  </a:cubicBezTo>
                  <a:cubicBezTo>
                    <a:pt x="13406" y="1058"/>
                    <a:pt x="11095" y="1"/>
                    <a:pt x="8753"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4762125" y="2258304"/>
              <a:ext cx="1086458" cy="960828"/>
            </a:xfrm>
            <a:custGeom>
              <a:rect b="b" l="l" r="r" t="t"/>
              <a:pathLst>
                <a:path extrusionOk="0" h="14409" w="16293">
                  <a:moveTo>
                    <a:pt x="8150" y="0"/>
                  </a:moveTo>
                  <a:cubicBezTo>
                    <a:pt x="6634" y="0"/>
                    <a:pt x="5104" y="478"/>
                    <a:pt x="3803" y="1468"/>
                  </a:cubicBezTo>
                  <a:cubicBezTo>
                    <a:pt x="630" y="3865"/>
                    <a:pt x="1" y="8388"/>
                    <a:pt x="2413" y="11558"/>
                  </a:cubicBezTo>
                  <a:cubicBezTo>
                    <a:pt x="3828" y="13427"/>
                    <a:pt x="5979" y="14408"/>
                    <a:pt x="8156" y="14408"/>
                  </a:cubicBezTo>
                  <a:cubicBezTo>
                    <a:pt x="9672" y="14408"/>
                    <a:pt x="11201" y="13932"/>
                    <a:pt x="12503" y="12948"/>
                  </a:cubicBezTo>
                  <a:cubicBezTo>
                    <a:pt x="15676" y="10548"/>
                    <a:pt x="16293" y="6029"/>
                    <a:pt x="13893" y="2855"/>
                  </a:cubicBezTo>
                  <a:cubicBezTo>
                    <a:pt x="12480" y="986"/>
                    <a:pt x="10328" y="0"/>
                    <a:pt x="8150" y="0"/>
                  </a:cubicBezTo>
                  <a:close/>
                </a:path>
              </a:pathLst>
            </a:custGeom>
            <a:solidFill>
              <a:srgbClr val="E1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862817" y="2458888"/>
              <a:ext cx="766449" cy="545196"/>
            </a:xfrm>
            <a:custGeom>
              <a:rect b="b" l="l" r="r" t="t"/>
              <a:pathLst>
                <a:path extrusionOk="0" h="8176" w="11494">
                  <a:moveTo>
                    <a:pt x="8217" y="1"/>
                  </a:moveTo>
                  <a:cubicBezTo>
                    <a:pt x="6676" y="1"/>
                    <a:pt x="5687" y="2876"/>
                    <a:pt x="5687" y="2876"/>
                  </a:cubicBezTo>
                  <a:cubicBezTo>
                    <a:pt x="5687" y="2876"/>
                    <a:pt x="0" y="3493"/>
                    <a:pt x="3287" y="6911"/>
                  </a:cubicBezTo>
                  <a:cubicBezTo>
                    <a:pt x="4215" y="7867"/>
                    <a:pt x="5659" y="8175"/>
                    <a:pt x="6945" y="8175"/>
                  </a:cubicBezTo>
                  <a:cubicBezTo>
                    <a:pt x="7985" y="8175"/>
                    <a:pt x="8921" y="7974"/>
                    <a:pt x="9395" y="7751"/>
                  </a:cubicBezTo>
                  <a:cubicBezTo>
                    <a:pt x="10628" y="6767"/>
                    <a:pt x="11493" y="3713"/>
                    <a:pt x="10248" y="1656"/>
                  </a:cubicBezTo>
                  <a:cubicBezTo>
                    <a:pt x="9504" y="438"/>
                    <a:pt x="8819" y="1"/>
                    <a:pt x="8217"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4946705" y="2405075"/>
              <a:ext cx="714836" cy="637018"/>
            </a:xfrm>
            <a:custGeom>
              <a:rect b="b" l="l" r="r" t="t"/>
              <a:pathLst>
                <a:path extrusionOk="0" h="9553" w="10720">
                  <a:moveTo>
                    <a:pt x="7102" y="236"/>
                  </a:moveTo>
                  <a:cubicBezTo>
                    <a:pt x="7835" y="236"/>
                    <a:pt x="8571" y="852"/>
                    <a:pt x="9317" y="2057"/>
                  </a:cubicBezTo>
                  <a:cubicBezTo>
                    <a:pt x="10719" y="4378"/>
                    <a:pt x="9710" y="7772"/>
                    <a:pt x="8373" y="8860"/>
                  </a:cubicBezTo>
                  <a:cubicBezTo>
                    <a:pt x="7864" y="9080"/>
                    <a:pt x="6813" y="9316"/>
                    <a:pt x="5621" y="9316"/>
                  </a:cubicBezTo>
                  <a:cubicBezTo>
                    <a:pt x="4611" y="9316"/>
                    <a:pt x="2737" y="9134"/>
                    <a:pt x="1557" y="7917"/>
                  </a:cubicBezTo>
                  <a:cubicBezTo>
                    <a:pt x="614" y="6932"/>
                    <a:pt x="262" y="6080"/>
                    <a:pt x="510" y="5372"/>
                  </a:cubicBezTo>
                  <a:cubicBezTo>
                    <a:pt x="1048" y="3878"/>
                    <a:pt x="4193" y="3526"/>
                    <a:pt x="4231" y="3513"/>
                  </a:cubicBezTo>
                  <a:lnTo>
                    <a:pt x="4297" y="3513"/>
                  </a:lnTo>
                  <a:lnTo>
                    <a:pt x="4325" y="3435"/>
                  </a:lnTo>
                  <a:cubicBezTo>
                    <a:pt x="4338" y="3406"/>
                    <a:pt x="5451" y="236"/>
                    <a:pt x="7102" y="236"/>
                  </a:cubicBezTo>
                  <a:close/>
                  <a:moveTo>
                    <a:pt x="7102" y="0"/>
                  </a:moveTo>
                  <a:cubicBezTo>
                    <a:pt x="5410" y="0"/>
                    <a:pt x="4309" y="2790"/>
                    <a:pt x="4127" y="3290"/>
                  </a:cubicBezTo>
                  <a:cubicBezTo>
                    <a:pt x="3630" y="3356"/>
                    <a:pt x="837" y="3774"/>
                    <a:pt x="287" y="5293"/>
                  </a:cubicBezTo>
                  <a:cubicBezTo>
                    <a:pt x="0" y="6080"/>
                    <a:pt x="378" y="7023"/>
                    <a:pt x="1387" y="8086"/>
                  </a:cubicBezTo>
                  <a:cubicBezTo>
                    <a:pt x="2633" y="9370"/>
                    <a:pt x="4574" y="9552"/>
                    <a:pt x="5621" y="9552"/>
                  </a:cubicBezTo>
                  <a:cubicBezTo>
                    <a:pt x="6866" y="9552"/>
                    <a:pt x="7955" y="9304"/>
                    <a:pt x="8493" y="9068"/>
                  </a:cubicBezTo>
                  <a:lnTo>
                    <a:pt x="8505" y="9055"/>
                  </a:lnTo>
                  <a:lnTo>
                    <a:pt x="8518" y="9043"/>
                  </a:lnTo>
                  <a:cubicBezTo>
                    <a:pt x="9251" y="8451"/>
                    <a:pt x="9854" y="7272"/>
                    <a:pt x="10103" y="5963"/>
                  </a:cubicBezTo>
                  <a:cubicBezTo>
                    <a:pt x="10392" y="4457"/>
                    <a:pt x="10182" y="3026"/>
                    <a:pt x="9515" y="1941"/>
                  </a:cubicBezTo>
                  <a:cubicBezTo>
                    <a:pt x="8728" y="654"/>
                    <a:pt x="7926" y="0"/>
                    <a:pt x="7102"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2"/>
            <p:cNvSpPr/>
            <p:nvPr/>
          </p:nvSpPr>
          <p:spPr>
            <a:xfrm>
              <a:off x="4883756" y="2344659"/>
              <a:ext cx="827463" cy="738509"/>
            </a:xfrm>
            <a:custGeom>
              <a:rect b="b" l="l" r="r" t="t"/>
              <a:pathLst>
                <a:path extrusionOk="0" h="11075" w="12409">
                  <a:moveTo>
                    <a:pt x="8216" y="264"/>
                  </a:moveTo>
                  <a:cubicBezTo>
                    <a:pt x="9056" y="264"/>
                    <a:pt x="9921" y="985"/>
                    <a:pt x="10786" y="2387"/>
                  </a:cubicBezTo>
                  <a:cubicBezTo>
                    <a:pt x="12409" y="5073"/>
                    <a:pt x="11258" y="9005"/>
                    <a:pt x="9710" y="10263"/>
                  </a:cubicBezTo>
                  <a:cubicBezTo>
                    <a:pt x="9122" y="10537"/>
                    <a:pt x="7914" y="10801"/>
                    <a:pt x="6540" y="10801"/>
                  </a:cubicBezTo>
                  <a:cubicBezTo>
                    <a:pt x="5360" y="10801"/>
                    <a:pt x="3184" y="10590"/>
                    <a:pt x="1809" y="9175"/>
                  </a:cubicBezTo>
                  <a:cubicBezTo>
                    <a:pt x="709" y="8021"/>
                    <a:pt x="287" y="7027"/>
                    <a:pt x="589" y="6212"/>
                  </a:cubicBezTo>
                  <a:cubicBezTo>
                    <a:pt x="1218" y="4482"/>
                    <a:pt x="4848" y="4076"/>
                    <a:pt x="4889" y="4076"/>
                  </a:cubicBezTo>
                  <a:lnTo>
                    <a:pt x="4980" y="4064"/>
                  </a:lnTo>
                  <a:lnTo>
                    <a:pt x="5005" y="3985"/>
                  </a:lnTo>
                  <a:cubicBezTo>
                    <a:pt x="5018" y="3947"/>
                    <a:pt x="6304" y="264"/>
                    <a:pt x="8216" y="264"/>
                  </a:cubicBezTo>
                  <a:close/>
                  <a:moveTo>
                    <a:pt x="8216" y="0"/>
                  </a:moveTo>
                  <a:cubicBezTo>
                    <a:pt x="6263" y="0"/>
                    <a:pt x="4980" y="3240"/>
                    <a:pt x="4769" y="3815"/>
                  </a:cubicBezTo>
                  <a:cubicBezTo>
                    <a:pt x="4193" y="3881"/>
                    <a:pt x="970" y="4366"/>
                    <a:pt x="328" y="6121"/>
                  </a:cubicBezTo>
                  <a:cubicBezTo>
                    <a:pt x="1" y="7039"/>
                    <a:pt x="432" y="8127"/>
                    <a:pt x="1611" y="9357"/>
                  </a:cubicBezTo>
                  <a:cubicBezTo>
                    <a:pt x="3052" y="10851"/>
                    <a:pt x="5319" y="11075"/>
                    <a:pt x="6540" y="11075"/>
                  </a:cubicBezTo>
                  <a:cubicBezTo>
                    <a:pt x="7968" y="11075"/>
                    <a:pt x="9226" y="10801"/>
                    <a:pt x="9842" y="10512"/>
                  </a:cubicBezTo>
                  <a:lnTo>
                    <a:pt x="9855" y="10499"/>
                  </a:lnTo>
                  <a:lnTo>
                    <a:pt x="9867" y="10499"/>
                  </a:lnTo>
                  <a:cubicBezTo>
                    <a:pt x="10720" y="9816"/>
                    <a:pt x="11427" y="8442"/>
                    <a:pt x="11717" y="6907"/>
                  </a:cubicBezTo>
                  <a:cubicBezTo>
                    <a:pt x="12031" y="5177"/>
                    <a:pt x="11780" y="3513"/>
                    <a:pt x="11009" y="2243"/>
                  </a:cubicBezTo>
                  <a:cubicBezTo>
                    <a:pt x="10103" y="749"/>
                    <a:pt x="9160" y="0"/>
                    <a:pt x="821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 name="Google Shape;20;p2"/>
          <p:cNvGrpSpPr/>
          <p:nvPr/>
        </p:nvGrpSpPr>
        <p:grpSpPr>
          <a:xfrm>
            <a:off x="7611787" y="3605900"/>
            <a:ext cx="2090884" cy="2197757"/>
            <a:chOff x="6731156" y="0"/>
            <a:chExt cx="1474218" cy="1549571"/>
          </a:xfrm>
        </p:grpSpPr>
        <p:sp>
          <p:nvSpPr>
            <p:cNvPr id="21" name="Google Shape;21;p2"/>
            <p:cNvSpPr/>
            <p:nvPr/>
          </p:nvSpPr>
          <p:spPr>
            <a:xfrm>
              <a:off x="6829914" y="0"/>
              <a:ext cx="1375460" cy="1516227"/>
            </a:xfrm>
            <a:custGeom>
              <a:rect b="b" l="l" r="r" t="t"/>
              <a:pathLst>
                <a:path extrusionOk="0" h="22738" w="20627">
                  <a:moveTo>
                    <a:pt x="20627" y="4904"/>
                  </a:moveTo>
                  <a:lnTo>
                    <a:pt x="14692" y="212"/>
                  </a:lnTo>
                  <a:lnTo>
                    <a:pt x="12789" y="2624"/>
                  </a:lnTo>
                  <a:lnTo>
                    <a:pt x="9474" y="1"/>
                  </a:lnTo>
                  <a:lnTo>
                    <a:pt x="6945" y="3212"/>
                  </a:lnTo>
                  <a:cubicBezTo>
                    <a:pt x="2922" y="4495"/>
                    <a:pt x="0" y="8270"/>
                    <a:pt x="0" y="12739"/>
                  </a:cubicBezTo>
                  <a:cubicBezTo>
                    <a:pt x="0" y="18256"/>
                    <a:pt x="4482" y="22738"/>
                    <a:pt x="9999" y="22738"/>
                  </a:cubicBezTo>
                  <a:cubicBezTo>
                    <a:pt x="15528" y="22738"/>
                    <a:pt x="19998" y="18256"/>
                    <a:pt x="19998" y="12739"/>
                  </a:cubicBezTo>
                  <a:cubicBezTo>
                    <a:pt x="19998" y="10827"/>
                    <a:pt x="19473" y="9056"/>
                    <a:pt x="18545" y="753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2"/>
            <p:cNvSpPr/>
            <p:nvPr/>
          </p:nvSpPr>
          <p:spPr>
            <a:xfrm>
              <a:off x="6731156" y="215855"/>
              <a:ext cx="1333517" cy="1333717"/>
            </a:xfrm>
            <a:custGeom>
              <a:rect b="b" l="l" r="r" t="t"/>
              <a:pathLst>
                <a:path extrusionOk="0" h="20001" w="19998">
                  <a:moveTo>
                    <a:pt x="9999" y="0"/>
                  </a:moveTo>
                  <a:cubicBezTo>
                    <a:pt x="4469" y="0"/>
                    <a:pt x="0" y="4482"/>
                    <a:pt x="0" y="10002"/>
                  </a:cubicBezTo>
                  <a:cubicBezTo>
                    <a:pt x="0" y="15519"/>
                    <a:pt x="4469" y="20001"/>
                    <a:pt x="9999" y="20001"/>
                  </a:cubicBezTo>
                  <a:cubicBezTo>
                    <a:pt x="15515" y="20001"/>
                    <a:pt x="19997" y="15519"/>
                    <a:pt x="19997" y="10002"/>
                  </a:cubicBezTo>
                  <a:cubicBezTo>
                    <a:pt x="19997" y="4482"/>
                    <a:pt x="15515" y="0"/>
                    <a:pt x="9999"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7459940" y="47212"/>
              <a:ext cx="646687" cy="630083"/>
            </a:xfrm>
            <a:custGeom>
              <a:rect b="b" l="l" r="r" t="t"/>
              <a:pathLst>
                <a:path extrusionOk="0" h="9449" w="9698">
                  <a:moveTo>
                    <a:pt x="3762" y="1"/>
                  </a:moveTo>
                  <a:lnTo>
                    <a:pt x="1" y="4759"/>
                  </a:lnTo>
                  <a:lnTo>
                    <a:pt x="5936" y="9449"/>
                  </a:lnTo>
                  <a:lnTo>
                    <a:pt x="9697" y="4693"/>
                  </a:lnTo>
                  <a:lnTo>
                    <a:pt x="3762"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2"/>
            <p:cNvSpPr/>
            <p:nvPr/>
          </p:nvSpPr>
          <p:spPr>
            <a:xfrm>
              <a:off x="7505485" y="91890"/>
              <a:ext cx="561067" cy="546196"/>
            </a:xfrm>
            <a:custGeom>
              <a:rect b="b" l="l" r="r" t="t"/>
              <a:pathLst>
                <a:path extrusionOk="0" h="8191" w="8414">
                  <a:moveTo>
                    <a:pt x="3237" y="1"/>
                  </a:moveTo>
                  <a:lnTo>
                    <a:pt x="0" y="4089"/>
                  </a:lnTo>
                  <a:lnTo>
                    <a:pt x="5174" y="8191"/>
                  </a:lnTo>
                  <a:lnTo>
                    <a:pt x="8414" y="4089"/>
                  </a:lnTo>
                  <a:lnTo>
                    <a:pt x="3237"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2"/>
            <p:cNvSpPr/>
            <p:nvPr/>
          </p:nvSpPr>
          <p:spPr>
            <a:xfrm>
              <a:off x="7459940" y="47212"/>
              <a:ext cx="261395" cy="317409"/>
            </a:xfrm>
            <a:custGeom>
              <a:rect b="b" l="l" r="r" t="t"/>
              <a:pathLst>
                <a:path extrusionOk="0" h="4760" w="3920">
                  <a:moveTo>
                    <a:pt x="3762" y="1"/>
                  </a:moveTo>
                  <a:lnTo>
                    <a:pt x="1" y="4759"/>
                  </a:lnTo>
                  <a:lnTo>
                    <a:pt x="683" y="4759"/>
                  </a:lnTo>
                  <a:lnTo>
                    <a:pt x="3920" y="671"/>
                  </a:lnTo>
                  <a:lnTo>
                    <a:pt x="3762"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7846305" y="360158"/>
              <a:ext cx="260328" cy="317142"/>
            </a:xfrm>
            <a:custGeom>
              <a:rect b="b" l="l" r="r" t="t"/>
              <a:pathLst>
                <a:path extrusionOk="0" h="4756" w="3904">
                  <a:moveTo>
                    <a:pt x="3237" y="0"/>
                  </a:moveTo>
                  <a:lnTo>
                    <a:pt x="0" y="4102"/>
                  </a:lnTo>
                  <a:lnTo>
                    <a:pt x="142" y="4756"/>
                  </a:lnTo>
                  <a:lnTo>
                    <a:pt x="3903"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 name="Google Shape;27;p2"/>
            <p:cNvSpPr/>
            <p:nvPr/>
          </p:nvSpPr>
          <p:spPr>
            <a:xfrm>
              <a:off x="7505485" y="91890"/>
              <a:ext cx="554798" cy="540995"/>
            </a:xfrm>
            <a:custGeom>
              <a:rect b="b" l="l" r="r" t="t"/>
              <a:pathLst>
                <a:path extrusionOk="0" h="8113" w="8320">
                  <a:moveTo>
                    <a:pt x="3249" y="104"/>
                  </a:moveTo>
                  <a:lnTo>
                    <a:pt x="8228" y="4036"/>
                  </a:lnTo>
                  <a:lnTo>
                    <a:pt x="5083" y="8021"/>
                  </a:lnTo>
                  <a:lnTo>
                    <a:pt x="104" y="4077"/>
                  </a:lnTo>
                  <a:lnTo>
                    <a:pt x="3249" y="104"/>
                  </a:lnTo>
                  <a:close/>
                  <a:moveTo>
                    <a:pt x="3237" y="1"/>
                  </a:moveTo>
                  <a:lnTo>
                    <a:pt x="25" y="4061"/>
                  </a:lnTo>
                  <a:lnTo>
                    <a:pt x="0" y="4089"/>
                  </a:lnTo>
                  <a:lnTo>
                    <a:pt x="5095" y="8112"/>
                  </a:lnTo>
                  <a:lnTo>
                    <a:pt x="8307" y="4048"/>
                  </a:lnTo>
                  <a:lnTo>
                    <a:pt x="8319" y="4023"/>
                  </a:lnTo>
                  <a:lnTo>
                    <a:pt x="323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 name="Google Shape;28;p2"/>
            <p:cNvSpPr/>
            <p:nvPr/>
          </p:nvSpPr>
          <p:spPr>
            <a:xfrm>
              <a:off x="7758816" y="292807"/>
              <a:ext cx="216718" cy="271865"/>
            </a:xfrm>
            <a:custGeom>
              <a:rect b="b" l="l" r="r" t="t"/>
              <a:pathLst>
                <a:path extrusionOk="0" h="4077" w="3250">
                  <a:moveTo>
                    <a:pt x="3184" y="1"/>
                  </a:moveTo>
                  <a:lnTo>
                    <a:pt x="1" y="4036"/>
                  </a:lnTo>
                  <a:lnTo>
                    <a:pt x="54" y="4077"/>
                  </a:lnTo>
                  <a:lnTo>
                    <a:pt x="3250" y="42"/>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7674928" y="226324"/>
              <a:ext cx="215851" cy="271865"/>
            </a:xfrm>
            <a:custGeom>
              <a:rect b="b" l="l" r="r" t="t"/>
              <a:pathLst>
                <a:path extrusionOk="0" h="4077" w="3237">
                  <a:moveTo>
                    <a:pt x="3184" y="1"/>
                  </a:moveTo>
                  <a:lnTo>
                    <a:pt x="1" y="4039"/>
                  </a:lnTo>
                  <a:lnTo>
                    <a:pt x="54" y="4077"/>
                  </a:lnTo>
                  <a:lnTo>
                    <a:pt x="3237" y="42"/>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 name="Google Shape;30;p2"/>
            <p:cNvSpPr/>
            <p:nvPr/>
          </p:nvSpPr>
          <p:spPr>
            <a:xfrm>
              <a:off x="7591040" y="160040"/>
              <a:ext cx="215851" cy="271865"/>
            </a:xfrm>
            <a:custGeom>
              <a:rect b="b" l="l" r="r" t="t"/>
              <a:pathLst>
                <a:path extrusionOk="0" h="4077" w="3237">
                  <a:moveTo>
                    <a:pt x="3183" y="1"/>
                  </a:moveTo>
                  <a:lnTo>
                    <a:pt x="0" y="4036"/>
                  </a:lnTo>
                  <a:lnTo>
                    <a:pt x="54" y="4077"/>
                  </a:lnTo>
                  <a:lnTo>
                    <a:pt x="3237" y="38"/>
                  </a:lnTo>
                  <a:lnTo>
                    <a:pt x="3183"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2"/>
            <p:cNvSpPr/>
            <p:nvPr/>
          </p:nvSpPr>
          <p:spPr>
            <a:xfrm>
              <a:off x="7666993" y="160907"/>
              <a:ext cx="338347" cy="269131"/>
            </a:xfrm>
            <a:custGeom>
              <a:rect b="b" l="l" r="r" t="t"/>
              <a:pathLst>
                <a:path extrusionOk="0" h="4036" w="5074">
                  <a:moveTo>
                    <a:pt x="41" y="0"/>
                  </a:moveTo>
                  <a:lnTo>
                    <a:pt x="0" y="54"/>
                  </a:lnTo>
                  <a:lnTo>
                    <a:pt x="5032" y="4036"/>
                  </a:lnTo>
                  <a:lnTo>
                    <a:pt x="5073" y="3970"/>
                  </a:lnTo>
                  <a:lnTo>
                    <a:pt x="41"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7613712" y="228191"/>
              <a:ext cx="339147" cy="269197"/>
            </a:xfrm>
            <a:custGeom>
              <a:rect b="b" l="l" r="r" t="t"/>
              <a:pathLst>
                <a:path extrusionOk="0" h="4037" w="5086">
                  <a:moveTo>
                    <a:pt x="41" y="1"/>
                  </a:moveTo>
                  <a:lnTo>
                    <a:pt x="0" y="51"/>
                  </a:lnTo>
                  <a:lnTo>
                    <a:pt x="5032" y="4036"/>
                  </a:lnTo>
                  <a:lnTo>
                    <a:pt x="5086" y="3970"/>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p:nvPr/>
          </p:nvSpPr>
          <p:spPr>
            <a:xfrm>
              <a:off x="7560432" y="295541"/>
              <a:ext cx="339214" cy="269131"/>
            </a:xfrm>
            <a:custGeom>
              <a:rect b="b" l="l" r="r" t="t"/>
              <a:pathLst>
                <a:path extrusionOk="0" h="4036" w="5087">
                  <a:moveTo>
                    <a:pt x="41" y="1"/>
                  </a:moveTo>
                  <a:lnTo>
                    <a:pt x="0" y="51"/>
                  </a:lnTo>
                  <a:lnTo>
                    <a:pt x="5033" y="4036"/>
                  </a:lnTo>
                  <a:lnTo>
                    <a:pt x="5086" y="3970"/>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2"/>
            <p:cNvSpPr/>
            <p:nvPr/>
          </p:nvSpPr>
          <p:spPr>
            <a:xfrm>
              <a:off x="7112186" y="34209"/>
              <a:ext cx="646687" cy="629283"/>
            </a:xfrm>
            <a:custGeom>
              <a:rect b="b" l="l" r="r" t="t"/>
              <a:pathLst>
                <a:path extrusionOk="0" h="9437" w="9698">
                  <a:moveTo>
                    <a:pt x="3759" y="1"/>
                  </a:moveTo>
                  <a:lnTo>
                    <a:pt x="1" y="4756"/>
                  </a:lnTo>
                  <a:lnTo>
                    <a:pt x="5936" y="9436"/>
                  </a:lnTo>
                  <a:lnTo>
                    <a:pt x="9698" y="4690"/>
                  </a:lnTo>
                  <a:lnTo>
                    <a:pt x="3759"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 name="Google Shape;35;p2"/>
            <p:cNvSpPr/>
            <p:nvPr/>
          </p:nvSpPr>
          <p:spPr>
            <a:xfrm>
              <a:off x="7157530" y="77820"/>
              <a:ext cx="561067" cy="546196"/>
            </a:xfrm>
            <a:custGeom>
              <a:rect b="b" l="l" r="r" t="t"/>
              <a:pathLst>
                <a:path extrusionOk="0" h="8191" w="8414">
                  <a:moveTo>
                    <a:pt x="3237" y="1"/>
                  </a:moveTo>
                  <a:lnTo>
                    <a:pt x="0" y="4102"/>
                  </a:lnTo>
                  <a:lnTo>
                    <a:pt x="5177" y="8191"/>
                  </a:lnTo>
                  <a:lnTo>
                    <a:pt x="8414" y="4090"/>
                  </a:lnTo>
                  <a:lnTo>
                    <a:pt x="3237"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a:off x="7112186" y="34209"/>
              <a:ext cx="261195" cy="317209"/>
            </a:xfrm>
            <a:custGeom>
              <a:rect b="b" l="l" r="r" t="t"/>
              <a:pathLst>
                <a:path extrusionOk="0" h="4757" w="3917">
                  <a:moveTo>
                    <a:pt x="3759" y="1"/>
                  </a:moveTo>
                  <a:lnTo>
                    <a:pt x="1" y="4756"/>
                  </a:lnTo>
                  <a:lnTo>
                    <a:pt x="680" y="4756"/>
                  </a:lnTo>
                  <a:lnTo>
                    <a:pt x="3917" y="655"/>
                  </a:lnTo>
                  <a:lnTo>
                    <a:pt x="3759"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p:nvPr/>
          </p:nvSpPr>
          <p:spPr>
            <a:xfrm>
              <a:off x="7498350" y="346954"/>
              <a:ext cx="260529" cy="316542"/>
            </a:xfrm>
            <a:custGeom>
              <a:rect b="b" l="l" r="r" t="t"/>
              <a:pathLst>
                <a:path extrusionOk="0" h="4747" w="3907">
                  <a:moveTo>
                    <a:pt x="3237" y="0"/>
                  </a:moveTo>
                  <a:lnTo>
                    <a:pt x="0" y="4105"/>
                  </a:lnTo>
                  <a:lnTo>
                    <a:pt x="145" y="4746"/>
                  </a:lnTo>
                  <a:lnTo>
                    <a:pt x="3907"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2"/>
            <p:cNvSpPr/>
            <p:nvPr/>
          </p:nvSpPr>
          <p:spPr>
            <a:xfrm>
              <a:off x="7157530" y="77820"/>
              <a:ext cx="554998" cy="541795"/>
            </a:xfrm>
            <a:custGeom>
              <a:rect b="b" l="l" r="r" t="t"/>
              <a:pathLst>
                <a:path extrusionOk="0" h="8125" w="8323">
                  <a:moveTo>
                    <a:pt x="3252" y="105"/>
                  </a:moveTo>
                  <a:lnTo>
                    <a:pt x="8231" y="4036"/>
                  </a:lnTo>
                  <a:lnTo>
                    <a:pt x="5086" y="8021"/>
                  </a:lnTo>
                  <a:lnTo>
                    <a:pt x="107" y="4090"/>
                  </a:lnTo>
                  <a:lnTo>
                    <a:pt x="3252" y="105"/>
                  </a:lnTo>
                  <a:close/>
                  <a:moveTo>
                    <a:pt x="3237" y="1"/>
                  </a:moveTo>
                  <a:lnTo>
                    <a:pt x="29" y="4064"/>
                  </a:lnTo>
                  <a:lnTo>
                    <a:pt x="0" y="4102"/>
                  </a:lnTo>
                  <a:lnTo>
                    <a:pt x="5099" y="8125"/>
                  </a:lnTo>
                  <a:lnTo>
                    <a:pt x="8310" y="4064"/>
                  </a:lnTo>
                  <a:lnTo>
                    <a:pt x="8323" y="4024"/>
                  </a:lnTo>
                  <a:lnTo>
                    <a:pt x="323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7411061" y="278737"/>
              <a:ext cx="216718" cy="272731"/>
            </a:xfrm>
            <a:custGeom>
              <a:rect b="b" l="l" r="r" t="t"/>
              <a:pathLst>
                <a:path extrusionOk="0" h="4090" w="3250">
                  <a:moveTo>
                    <a:pt x="3184" y="1"/>
                  </a:moveTo>
                  <a:lnTo>
                    <a:pt x="1" y="4039"/>
                  </a:lnTo>
                  <a:lnTo>
                    <a:pt x="51" y="4090"/>
                  </a:lnTo>
                  <a:lnTo>
                    <a:pt x="3250" y="54"/>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7327173" y="212520"/>
              <a:ext cx="215918" cy="272665"/>
            </a:xfrm>
            <a:custGeom>
              <a:rect b="b" l="l" r="r" t="t"/>
              <a:pathLst>
                <a:path extrusionOk="0" h="4089" w="3238">
                  <a:moveTo>
                    <a:pt x="3184" y="0"/>
                  </a:moveTo>
                  <a:lnTo>
                    <a:pt x="1" y="4035"/>
                  </a:lnTo>
                  <a:lnTo>
                    <a:pt x="51" y="4089"/>
                  </a:lnTo>
                  <a:lnTo>
                    <a:pt x="3237" y="50"/>
                  </a:lnTo>
                  <a:lnTo>
                    <a:pt x="31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7243285" y="146037"/>
              <a:ext cx="215918" cy="272665"/>
            </a:xfrm>
            <a:custGeom>
              <a:rect b="b" l="l" r="r" t="t"/>
              <a:pathLst>
                <a:path extrusionOk="0" h="4089" w="3238">
                  <a:moveTo>
                    <a:pt x="3184" y="0"/>
                  </a:moveTo>
                  <a:lnTo>
                    <a:pt x="1" y="4035"/>
                  </a:lnTo>
                  <a:lnTo>
                    <a:pt x="51" y="4089"/>
                  </a:lnTo>
                  <a:lnTo>
                    <a:pt x="3237" y="53"/>
                  </a:lnTo>
                  <a:lnTo>
                    <a:pt x="31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7319238" y="146837"/>
              <a:ext cx="338347" cy="269397"/>
            </a:xfrm>
            <a:custGeom>
              <a:rect b="b" l="l" r="r" t="t"/>
              <a:pathLst>
                <a:path extrusionOk="0" h="4040" w="5074">
                  <a:moveTo>
                    <a:pt x="41" y="1"/>
                  </a:moveTo>
                  <a:lnTo>
                    <a:pt x="0" y="54"/>
                  </a:lnTo>
                  <a:lnTo>
                    <a:pt x="5033" y="4039"/>
                  </a:lnTo>
                  <a:lnTo>
                    <a:pt x="5073" y="3986"/>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7265958" y="214187"/>
              <a:ext cx="339214" cy="269131"/>
            </a:xfrm>
            <a:custGeom>
              <a:rect b="b" l="l" r="r" t="t"/>
              <a:pathLst>
                <a:path extrusionOk="0" h="4036" w="5087">
                  <a:moveTo>
                    <a:pt x="38" y="0"/>
                  </a:moveTo>
                  <a:lnTo>
                    <a:pt x="0" y="54"/>
                  </a:lnTo>
                  <a:lnTo>
                    <a:pt x="5033" y="4036"/>
                  </a:lnTo>
                  <a:lnTo>
                    <a:pt x="5086" y="3985"/>
                  </a:lnTo>
                  <a:lnTo>
                    <a:pt x="38"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7212678" y="281471"/>
              <a:ext cx="339014" cy="269197"/>
            </a:xfrm>
            <a:custGeom>
              <a:rect b="b" l="l" r="r" t="t"/>
              <a:pathLst>
                <a:path extrusionOk="0" h="4037" w="5084">
                  <a:moveTo>
                    <a:pt x="38" y="1"/>
                  </a:moveTo>
                  <a:lnTo>
                    <a:pt x="0" y="54"/>
                  </a:lnTo>
                  <a:lnTo>
                    <a:pt x="5033" y="4036"/>
                  </a:lnTo>
                  <a:lnTo>
                    <a:pt x="5083" y="3986"/>
                  </a:lnTo>
                  <a:lnTo>
                    <a:pt x="38"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p:nvPr/>
          </p:nvSpPr>
          <p:spPr>
            <a:xfrm>
              <a:off x="7562099" y="941371"/>
              <a:ext cx="413432" cy="283867"/>
            </a:xfrm>
            <a:custGeom>
              <a:rect b="b" l="l" r="r" t="t"/>
              <a:pathLst>
                <a:path extrusionOk="0" h="4257" w="6200">
                  <a:moveTo>
                    <a:pt x="1313" y="0"/>
                  </a:moveTo>
                  <a:cubicBezTo>
                    <a:pt x="942" y="0"/>
                    <a:pt x="583" y="201"/>
                    <a:pt x="409" y="550"/>
                  </a:cubicBezTo>
                  <a:lnTo>
                    <a:pt x="265" y="824"/>
                  </a:lnTo>
                  <a:cubicBezTo>
                    <a:pt x="0" y="1324"/>
                    <a:pt x="199" y="1937"/>
                    <a:pt x="696" y="2201"/>
                  </a:cubicBezTo>
                  <a:lnTo>
                    <a:pt x="4419" y="4139"/>
                  </a:lnTo>
                  <a:cubicBezTo>
                    <a:pt x="4569" y="4218"/>
                    <a:pt x="4730" y="4256"/>
                    <a:pt x="4889" y="4256"/>
                  </a:cubicBezTo>
                  <a:cubicBezTo>
                    <a:pt x="5256" y="4256"/>
                    <a:pt x="5612" y="4055"/>
                    <a:pt x="5794" y="3708"/>
                  </a:cubicBezTo>
                  <a:lnTo>
                    <a:pt x="5939" y="3431"/>
                  </a:lnTo>
                  <a:cubicBezTo>
                    <a:pt x="6200" y="2934"/>
                    <a:pt x="6005" y="2305"/>
                    <a:pt x="5505" y="2057"/>
                  </a:cubicBezTo>
                  <a:lnTo>
                    <a:pt x="1784" y="116"/>
                  </a:lnTo>
                  <a:cubicBezTo>
                    <a:pt x="1634" y="37"/>
                    <a:pt x="1472" y="0"/>
                    <a:pt x="1313"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6958280" y="443179"/>
              <a:ext cx="879275" cy="879075"/>
            </a:xfrm>
            <a:custGeom>
              <a:rect b="b" l="l" r="r" t="t"/>
              <a:pathLst>
                <a:path extrusionOk="0" h="13183" w="13186">
                  <a:moveTo>
                    <a:pt x="6593" y="1"/>
                  </a:moveTo>
                  <a:cubicBezTo>
                    <a:pt x="2951" y="1"/>
                    <a:pt x="0" y="2948"/>
                    <a:pt x="0" y="6593"/>
                  </a:cubicBezTo>
                  <a:cubicBezTo>
                    <a:pt x="0" y="10235"/>
                    <a:pt x="2951" y="13182"/>
                    <a:pt x="6593" y="13182"/>
                  </a:cubicBezTo>
                  <a:cubicBezTo>
                    <a:pt x="10235" y="13182"/>
                    <a:pt x="13185" y="10235"/>
                    <a:pt x="13185" y="6593"/>
                  </a:cubicBezTo>
                  <a:cubicBezTo>
                    <a:pt x="13185" y="2948"/>
                    <a:pt x="10235" y="1"/>
                    <a:pt x="6593" y="1"/>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 name="Google Shape;47;p2"/>
            <p:cNvSpPr/>
            <p:nvPr/>
          </p:nvSpPr>
          <p:spPr>
            <a:xfrm>
              <a:off x="7003758" y="488523"/>
              <a:ext cx="788254" cy="788387"/>
            </a:xfrm>
            <a:custGeom>
              <a:rect b="b" l="l" r="r" t="t"/>
              <a:pathLst>
                <a:path extrusionOk="0" h="11823" w="11821">
                  <a:moveTo>
                    <a:pt x="5911" y="0"/>
                  </a:moveTo>
                  <a:cubicBezTo>
                    <a:pt x="2649" y="0"/>
                    <a:pt x="1" y="2648"/>
                    <a:pt x="1" y="5913"/>
                  </a:cubicBezTo>
                  <a:cubicBezTo>
                    <a:pt x="1" y="9175"/>
                    <a:pt x="2649" y="11823"/>
                    <a:pt x="5911" y="11823"/>
                  </a:cubicBezTo>
                  <a:cubicBezTo>
                    <a:pt x="9175" y="11823"/>
                    <a:pt x="11821" y="9175"/>
                    <a:pt x="11821" y="5913"/>
                  </a:cubicBezTo>
                  <a:cubicBezTo>
                    <a:pt x="11821" y="2648"/>
                    <a:pt x="9175" y="0"/>
                    <a:pt x="5911"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7091247" y="548872"/>
              <a:ext cx="632617" cy="382091"/>
            </a:xfrm>
            <a:custGeom>
              <a:rect b="b" l="l" r="r" t="t"/>
              <a:pathLst>
                <a:path extrusionOk="0" h="5730" w="9487">
                  <a:moveTo>
                    <a:pt x="5162" y="1"/>
                  </a:moveTo>
                  <a:cubicBezTo>
                    <a:pt x="2778" y="1"/>
                    <a:pt x="1139" y="878"/>
                    <a:pt x="601" y="2948"/>
                  </a:cubicBezTo>
                  <a:cubicBezTo>
                    <a:pt x="0" y="5257"/>
                    <a:pt x="1966" y="5335"/>
                    <a:pt x="4350" y="5335"/>
                  </a:cubicBezTo>
                  <a:cubicBezTo>
                    <a:pt x="5627" y="5335"/>
                    <a:pt x="7009" y="5729"/>
                    <a:pt x="8018" y="5729"/>
                  </a:cubicBezTo>
                  <a:cubicBezTo>
                    <a:pt x="8893" y="5729"/>
                    <a:pt x="9486" y="5433"/>
                    <a:pt x="9486" y="4326"/>
                  </a:cubicBezTo>
                  <a:cubicBezTo>
                    <a:pt x="9486" y="1942"/>
                    <a:pt x="7549" y="1"/>
                    <a:pt x="516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7364716" y="1004454"/>
              <a:ext cx="330412" cy="202848"/>
            </a:xfrm>
            <a:custGeom>
              <a:rect b="b" l="l" r="r" t="t"/>
              <a:pathLst>
                <a:path extrusionOk="0" h="3042" w="4955">
                  <a:moveTo>
                    <a:pt x="3038" y="0"/>
                  </a:moveTo>
                  <a:cubicBezTo>
                    <a:pt x="2734" y="0"/>
                    <a:pt x="2425" y="50"/>
                    <a:pt x="2149" y="154"/>
                  </a:cubicBezTo>
                  <a:cubicBezTo>
                    <a:pt x="1205" y="507"/>
                    <a:pt x="1" y="1032"/>
                    <a:pt x="274" y="1752"/>
                  </a:cubicBezTo>
                  <a:cubicBezTo>
                    <a:pt x="506" y="2364"/>
                    <a:pt x="1649" y="3042"/>
                    <a:pt x="2569" y="3042"/>
                  </a:cubicBezTo>
                  <a:cubicBezTo>
                    <a:pt x="2751" y="3042"/>
                    <a:pt x="2924" y="3015"/>
                    <a:pt x="3080" y="2957"/>
                  </a:cubicBezTo>
                  <a:cubicBezTo>
                    <a:pt x="4023" y="2605"/>
                    <a:pt x="4954" y="1529"/>
                    <a:pt x="4678" y="809"/>
                  </a:cubicBezTo>
                  <a:cubicBezTo>
                    <a:pt x="4484" y="291"/>
                    <a:pt x="3772" y="0"/>
                    <a:pt x="303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2"/>
            <p:cNvSpPr/>
            <p:nvPr/>
          </p:nvSpPr>
          <p:spPr>
            <a:xfrm>
              <a:off x="7062306" y="953974"/>
              <a:ext cx="262196" cy="222319"/>
            </a:xfrm>
            <a:custGeom>
              <a:rect b="b" l="l" r="r" t="t"/>
              <a:pathLst>
                <a:path extrusionOk="0" h="3334" w="3932">
                  <a:moveTo>
                    <a:pt x="2008" y="1"/>
                  </a:moveTo>
                  <a:cubicBezTo>
                    <a:pt x="1334" y="1"/>
                    <a:pt x="622" y="221"/>
                    <a:pt x="381" y="635"/>
                  </a:cubicBezTo>
                  <a:cubicBezTo>
                    <a:pt x="0" y="1305"/>
                    <a:pt x="708" y="2563"/>
                    <a:pt x="1428" y="2981"/>
                  </a:cubicBezTo>
                  <a:cubicBezTo>
                    <a:pt x="1800" y="3190"/>
                    <a:pt x="2251" y="3333"/>
                    <a:pt x="2653" y="3333"/>
                  </a:cubicBezTo>
                  <a:cubicBezTo>
                    <a:pt x="3032" y="3333"/>
                    <a:pt x="3367" y="3207"/>
                    <a:pt x="3551" y="2890"/>
                  </a:cubicBezTo>
                  <a:cubicBezTo>
                    <a:pt x="3932" y="2236"/>
                    <a:pt x="3762" y="647"/>
                    <a:pt x="3042" y="229"/>
                  </a:cubicBezTo>
                  <a:cubicBezTo>
                    <a:pt x="2777" y="75"/>
                    <a:pt x="2399" y="1"/>
                    <a:pt x="200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1" name="Shape 51"/>
        <p:cNvGrpSpPr/>
        <p:nvPr/>
      </p:nvGrpSpPr>
      <p:grpSpPr>
        <a:xfrm>
          <a:off x="0" y="0"/>
          <a:ext cx="0" cy="0"/>
          <a:chOff x="0" y="0"/>
          <a:chExt cx="0" cy="0"/>
        </a:xfrm>
      </p:grpSpPr>
      <p:sp>
        <p:nvSpPr>
          <p:cNvPr id="52" name="Google Shape;52;p3"/>
          <p:cNvSpPr txBox="1"/>
          <p:nvPr>
            <p:ph type="title"/>
          </p:nvPr>
        </p:nvSpPr>
        <p:spPr>
          <a:xfrm>
            <a:off x="912075" y="2763113"/>
            <a:ext cx="2720100" cy="561000"/>
          </a:xfrm>
          <a:prstGeom prst="rect">
            <a:avLst/>
          </a:prstGeom>
        </p:spPr>
        <p:txBody>
          <a:bodyPr anchorCtr="0" anchor="b" bIns="91425" lIns="91425" spcFirstLastPara="1" rIns="91425" wrap="square" tIns="91425">
            <a:noAutofit/>
          </a:bodyPr>
          <a:lstStyle>
            <a:lvl1pPr lvl="0" rtl="0" algn="l">
              <a:spcBef>
                <a:spcPts val="0"/>
              </a:spcBef>
              <a:spcAft>
                <a:spcPts val="0"/>
              </a:spcAft>
              <a:buSzPts val="2400"/>
              <a:buNone/>
              <a:defRPr sz="3600">
                <a:solidFill>
                  <a:schemeClr val="dk1"/>
                </a:solidFill>
              </a:defRPr>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53" name="Google Shape;53;p3"/>
          <p:cNvSpPr txBox="1"/>
          <p:nvPr>
            <p:ph idx="1" type="body"/>
          </p:nvPr>
        </p:nvSpPr>
        <p:spPr>
          <a:xfrm>
            <a:off x="912075" y="3247925"/>
            <a:ext cx="4378800" cy="3825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SzPts val="1400"/>
              <a:buChar char="●"/>
              <a:defRPr sz="1600">
                <a:solidFill>
                  <a:schemeClr val="dk1"/>
                </a:solidFill>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54" name="Google Shape;54;p3"/>
          <p:cNvSpPr txBox="1"/>
          <p:nvPr>
            <p:ph hasCustomPrompt="1" idx="2" type="title"/>
          </p:nvPr>
        </p:nvSpPr>
        <p:spPr>
          <a:xfrm>
            <a:off x="1087238" y="1652544"/>
            <a:ext cx="1061400" cy="719700"/>
          </a:xfrm>
          <a:prstGeom prst="rect">
            <a:avLst/>
          </a:prstGeom>
        </p:spPr>
        <p:txBody>
          <a:bodyPr anchorCtr="0" anchor="ctr" bIns="91425" lIns="91425" spcFirstLastPara="1" rIns="91425" wrap="square" tIns="91425">
            <a:noAutofit/>
          </a:bodyPr>
          <a:lstStyle>
            <a:lvl1pPr lvl="0" rtl="0">
              <a:spcBef>
                <a:spcPts val="0"/>
              </a:spcBef>
              <a:spcAft>
                <a:spcPts val="0"/>
              </a:spcAft>
              <a:buSzPts val="4800"/>
              <a:buNone/>
              <a:defRPr sz="6000">
                <a:solidFill>
                  <a:schemeClr val="dk2"/>
                </a:solidFill>
              </a:defRPr>
            </a:lvl1pPr>
            <a:lvl2pPr lvl="1" rtl="0" algn="ctr">
              <a:spcBef>
                <a:spcPts val="0"/>
              </a:spcBef>
              <a:spcAft>
                <a:spcPts val="0"/>
              </a:spcAft>
              <a:buSzPts val="4800"/>
              <a:buNone/>
              <a:defRPr sz="4800"/>
            </a:lvl2pPr>
            <a:lvl3pPr lvl="2" rtl="0" algn="ctr">
              <a:spcBef>
                <a:spcPts val="0"/>
              </a:spcBef>
              <a:spcAft>
                <a:spcPts val="0"/>
              </a:spcAft>
              <a:buSzPts val="4800"/>
              <a:buNone/>
              <a:defRPr sz="4800"/>
            </a:lvl3pPr>
            <a:lvl4pPr lvl="3" rtl="0" algn="ctr">
              <a:spcBef>
                <a:spcPts val="0"/>
              </a:spcBef>
              <a:spcAft>
                <a:spcPts val="0"/>
              </a:spcAft>
              <a:buSzPts val="4800"/>
              <a:buNone/>
              <a:defRPr sz="4800"/>
            </a:lvl4pPr>
            <a:lvl5pPr lvl="4" rtl="0" algn="ctr">
              <a:spcBef>
                <a:spcPts val="0"/>
              </a:spcBef>
              <a:spcAft>
                <a:spcPts val="0"/>
              </a:spcAft>
              <a:buSzPts val="4800"/>
              <a:buNone/>
              <a:defRPr sz="4800"/>
            </a:lvl5pPr>
            <a:lvl6pPr lvl="5" rtl="0" algn="ctr">
              <a:spcBef>
                <a:spcPts val="0"/>
              </a:spcBef>
              <a:spcAft>
                <a:spcPts val="0"/>
              </a:spcAft>
              <a:buSzPts val="4800"/>
              <a:buNone/>
              <a:defRPr sz="4800"/>
            </a:lvl6pPr>
            <a:lvl7pPr lvl="6" rtl="0" algn="ctr">
              <a:spcBef>
                <a:spcPts val="0"/>
              </a:spcBef>
              <a:spcAft>
                <a:spcPts val="0"/>
              </a:spcAft>
              <a:buSzPts val="4800"/>
              <a:buNone/>
              <a:defRPr sz="4800"/>
            </a:lvl7pPr>
            <a:lvl8pPr lvl="7" rtl="0" algn="ctr">
              <a:spcBef>
                <a:spcPts val="0"/>
              </a:spcBef>
              <a:spcAft>
                <a:spcPts val="0"/>
              </a:spcAft>
              <a:buSzPts val="4800"/>
              <a:buNone/>
              <a:defRPr sz="4800"/>
            </a:lvl8pPr>
            <a:lvl9pPr lvl="8" rtl="0" algn="ctr">
              <a:spcBef>
                <a:spcPts val="0"/>
              </a:spcBef>
              <a:spcAft>
                <a:spcPts val="0"/>
              </a:spcAft>
              <a:buSzPts val="4800"/>
              <a:buNone/>
              <a:defRPr sz="4800"/>
            </a:lvl9pPr>
          </a:lstStyle>
          <a:p>
            <a:r>
              <a:t>xx%</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55" name="Shape 55"/>
        <p:cNvGrpSpPr/>
        <p:nvPr/>
      </p:nvGrpSpPr>
      <p:grpSpPr>
        <a:xfrm>
          <a:off x="0" y="0"/>
          <a:ext cx="0" cy="0"/>
          <a:chOff x="0" y="0"/>
          <a:chExt cx="0" cy="0"/>
        </a:xfrm>
      </p:grpSpPr>
      <p:sp>
        <p:nvSpPr>
          <p:cNvPr id="56" name="Google Shape;56;p4"/>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57" name="Google Shape;57;p4"/>
          <p:cNvSpPr txBox="1"/>
          <p:nvPr>
            <p:ph idx="1" type="body"/>
          </p:nvPr>
        </p:nvSpPr>
        <p:spPr>
          <a:xfrm>
            <a:off x="720000" y="1152475"/>
            <a:ext cx="7704000" cy="34509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rgbClr val="434343"/>
              </a:buClr>
              <a:buSzPts val="1400"/>
              <a:buFont typeface="Livvic"/>
              <a:buChar char="●"/>
              <a:defRPr sz="2400">
                <a:latin typeface="Itim"/>
                <a:ea typeface="Itim"/>
                <a:cs typeface="Itim"/>
                <a:sym typeface="Itim"/>
              </a:defRPr>
            </a:lvl1pPr>
            <a:lvl2pPr indent="-317500" lvl="1" marL="914400" rtl="0">
              <a:lnSpc>
                <a:spcPct val="100000"/>
              </a:lnSpc>
              <a:spcBef>
                <a:spcPts val="0"/>
              </a:spcBef>
              <a:spcAft>
                <a:spcPts val="0"/>
              </a:spcAft>
              <a:buClr>
                <a:srgbClr val="434343"/>
              </a:buClr>
              <a:buSzPts val="1400"/>
              <a:buFont typeface="Roboto Condensed Light"/>
              <a:buChar char="○"/>
              <a:defRPr/>
            </a:lvl2pPr>
            <a:lvl3pPr indent="-317500" lvl="2" marL="1371600" rtl="0">
              <a:lnSpc>
                <a:spcPct val="100000"/>
              </a:lnSpc>
              <a:spcBef>
                <a:spcPts val="0"/>
              </a:spcBef>
              <a:spcAft>
                <a:spcPts val="0"/>
              </a:spcAft>
              <a:buClr>
                <a:srgbClr val="434343"/>
              </a:buClr>
              <a:buSzPts val="1400"/>
              <a:buFont typeface="Roboto Condensed Light"/>
              <a:buChar char="■"/>
              <a:defRPr/>
            </a:lvl3pPr>
            <a:lvl4pPr indent="-317500" lvl="3" marL="1828800" rtl="0">
              <a:lnSpc>
                <a:spcPct val="100000"/>
              </a:lnSpc>
              <a:spcBef>
                <a:spcPts val="0"/>
              </a:spcBef>
              <a:spcAft>
                <a:spcPts val="0"/>
              </a:spcAft>
              <a:buClr>
                <a:srgbClr val="434343"/>
              </a:buClr>
              <a:buSzPts val="1400"/>
              <a:buFont typeface="Roboto Condensed Light"/>
              <a:buChar char="●"/>
              <a:defRPr/>
            </a:lvl4pPr>
            <a:lvl5pPr indent="-317500" lvl="4" marL="2286000" rtl="0">
              <a:lnSpc>
                <a:spcPct val="100000"/>
              </a:lnSpc>
              <a:spcBef>
                <a:spcPts val="0"/>
              </a:spcBef>
              <a:spcAft>
                <a:spcPts val="0"/>
              </a:spcAft>
              <a:buClr>
                <a:srgbClr val="434343"/>
              </a:buClr>
              <a:buSzPts val="1400"/>
              <a:buFont typeface="Roboto Condensed Light"/>
              <a:buChar char="○"/>
              <a:defRPr/>
            </a:lvl5pPr>
            <a:lvl6pPr indent="-317500" lvl="5" marL="2743200" rtl="0">
              <a:lnSpc>
                <a:spcPct val="100000"/>
              </a:lnSpc>
              <a:spcBef>
                <a:spcPts val="0"/>
              </a:spcBef>
              <a:spcAft>
                <a:spcPts val="0"/>
              </a:spcAft>
              <a:buClr>
                <a:srgbClr val="434343"/>
              </a:buClr>
              <a:buSzPts val="1400"/>
              <a:buFont typeface="Roboto Condensed Light"/>
              <a:buChar char="■"/>
              <a:defRPr/>
            </a:lvl6pPr>
            <a:lvl7pPr indent="-317500" lvl="6" marL="3200400" rtl="0">
              <a:lnSpc>
                <a:spcPct val="100000"/>
              </a:lnSpc>
              <a:spcBef>
                <a:spcPts val="0"/>
              </a:spcBef>
              <a:spcAft>
                <a:spcPts val="0"/>
              </a:spcAft>
              <a:buClr>
                <a:srgbClr val="434343"/>
              </a:buClr>
              <a:buSzPts val="1400"/>
              <a:buFont typeface="Roboto Condensed Light"/>
              <a:buChar char="●"/>
              <a:defRPr/>
            </a:lvl7pPr>
            <a:lvl8pPr indent="-317500" lvl="7" marL="3657600" rtl="0">
              <a:lnSpc>
                <a:spcPct val="100000"/>
              </a:lnSpc>
              <a:spcBef>
                <a:spcPts val="0"/>
              </a:spcBef>
              <a:spcAft>
                <a:spcPts val="0"/>
              </a:spcAft>
              <a:buClr>
                <a:srgbClr val="434343"/>
              </a:buClr>
              <a:buSzPts val="1400"/>
              <a:buFont typeface="Roboto Condensed Light"/>
              <a:buChar char="○"/>
              <a:defRPr/>
            </a:lvl8pPr>
            <a:lvl9pPr indent="-317500" lvl="8" marL="4114800" rtl="0">
              <a:lnSpc>
                <a:spcPct val="100000"/>
              </a:lnSpc>
              <a:spcBef>
                <a:spcPts val="0"/>
              </a:spcBef>
              <a:spcAft>
                <a:spcPts val="0"/>
              </a:spcAft>
              <a:buClr>
                <a:srgbClr val="434343"/>
              </a:buClr>
              <a:buSzPts val="1400"/>
              <a:buFont typeface="Roboto Condensed Light"/>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58" name="Shape 58"/>
        <p:cNvGrpSpPr/>
        <p:nvPr/>
      </p:nvGrpSpPr>
      <p:grpSpPr>
        <a:xfrm>
          <a:off x="0" y="0"/>
          <a:ext cx="0" cy="0"/>
          <a:chOff x="0" y="0"/>
          <a:chExt cx="0" cy="0"/>
        </a:xfrm>
      </p:grpSpPr>
      <p:sp>
        <p:nvSpPr>
          <p:cNvPr id="59" name="Google Shape;59;p5"/>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0" name="Google Shape;60;p5"/>
          <p:cNvSpPr txBox="1"/>
          <p:nvPr>
            <p:ph idx="1" type="subTitle"/>
          </p:nvPr>
        </p:nvSpPr>
        <p:spPr>
          <a:xfrm>
            <a:off x="1766777" y="2810992"/>
            <a:ext cx="2555700" cy="69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61" name="Google Shape;61;p5"/>
          <p:cNvSpPr txBox="1"/>
          <p:nvPr>
            <p:ph idx="2" type="subTitle"/>
          </p:nvPr>
        </p:nvSpPr>
        <p:spPr>
          <a:xfrm>
            <a:off x="4821527" y="2810992"/>
            <a:ext cx="2555700" cy="698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62" name="Google Shape;62;p5"/>
          <p:cNvSpPr txBox="1"/>
          <p:nvPr>
            <p:ph idx="3" type="subTitle"/>
          </p:nvPr>
        </p:nvSpPr>
        <p:spPr>
          <a:xfrm>
            <a:off x="1766775" y="2480810"/>
            <a:ext cx="2555700" cy="477600"/>
          </a:xfrm>
          <a:prstGeom prst="rect">
            <a:avLst/>
          </a:prstGeom>
        </p:spPr>
        <p:txBody>
          <a:bodyPr anchorCtr="0" anchor="b" bIns="91425" lIns="91425" spcFirstLastPara="1" rIns="91425" wrap="square" tIns="91425">
            <a:noAutofit/>
          </a:bodyPr>
          <a:lstStyle>
            <a:lvl1pPr lv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5"/>
          <p:cNvSpPr txBox="1"/>
          <p:nvPr>
            <p:ph idx="4" type="subTitle"/>
          </p:nvPr>
        </p:nvSpPr>
        <p:spPr>
          <a:xfrm>
            <a:off x="4821525" y="2480810"/>
            <a:ext cx="25557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grpSp>
        <p:nvGrpSpPr>
          <p:cNvPr id="64" name="Google Shape;64;p5"/>
          <p:cNvGrpSpPr/>
          <p:nvPr/>
        </p:nvGrpSpPr>
        <p:grpSpPr>
          <a:xfrm>
            <a:off x="6921287" y="3771858"/>
            <a:ext cx="2164048" cy="1315661"/>
            <a:chOff x="6784369" y="2217533"/>
            <a:chExt cx="1139212" cy="692599"/>
          </a:xfrm>
        </p:grpSpPr>
        <p:sp>
          <p:nvSpPr>
            <p:cNvPr id="65" name="Google Shape;65;p5"/>
            <p:cNvSpPr/>
            <p:nvPr/>
          </p:nvSpPr>
          <p:spPr>
            <a:xfrm>
              <a:off x="6833782" y="2370439"/>
              <a:ext cx="503386" cy="498185"/>
            </a:xfrm>
            <a:custGeom>
              <a:rect b="b" l="l" r="r" t="t"/>
              <a:pathLst>
                <a:path extrusionOk="0" h="7471" w="7549">
                  <a:moveTo>
                    <a:pt x="5215" y="2529"/>
                  </a:moveTo>
                  <a:cubicBezTo>
                    <a:pt x="4706" y="2765"/>
                    <a:pt x="4378" y="3158"/>
                    <a:pt x="4180" y="3460"/>
                  </a:cubicBezTo>
                  <a:cubicBezTo>
                    <a:pt x="4312" y="3146"/>
                    <a:pt x="4429" y="2686"/>
                    <a:pt x="4378" y="2149"/>
                  </a:cubicBezTo>
                  <a:cubicBezTo>
                    <a:pt x="4272" y="1151"/>
                    <a:pt x="3514" y="104"/>
                    <a:pt x="3435" y="0"/>
                  </a:cubicBezTo>
                  <a:lnTo>
                    <a:pt x="3435" y="0"/>
                  </a:lnTo>
                  <a:cubicBezTo>
                    <a:pt x="3435" y="0"/>
                    <a:pt x="2844" y="1246"/>
                    <a:pt x="2963" y="2306"/>
                  </a:cubicBezTo>
                  <a:cubicBezTo>
                    <a:pt x="3013" y="2856"/>
                    <a:pt x="3290" y="3290"/>
                    <a:pt x="3526" y="3576"/>
                  </a:cubicBezTo>
                  <a:cubicBezTo>
                    <a:pt x="3262" y="3353"/>
                    <a:pt x="2869" y="3092"/>
                    <a:pt x="2334" y="2988"/>
                  </a:cubicBezTo>
                  <a:cubicBezTo>
                    <a:pt x="1350" y="2778"/>
                    <a:pt x="117" y="3171"/>
                    <a:pt x="13" y="3212"/>
                  </a:cubicBezTo>
                  <a:lnTo>
                    <a:pt x="0" y="3212"/>
                  </a:lnTo>
                  <a:cubicBezTo>
                    <a:pt x="0" y="3212"/>
                    <a:pt x="1010" y="4155"/>
                    <a:pt x="2045" y="4375"/>
                  </a:cubicBezTo>
                  <a:cubicBezTo>
                    <a:pt x="2595" y="4495"/>
                    <a:pt x="3092" y="4363"/>
                    <a:pt x="3435" y="4234"/>
                  </a:cubicBezTo>
                  <a:cubicBezTo>
                    <a:pt x="3133" y="4404"/>
                    <a:pt x="2765" y="4706"/>
                    <a:pt x="2504" y="5177"/>
                  </a:cubicBezTo>
                  <a:cubicBezTo>
                    <a:pt x="1991" y="6055"/>
                    <a:pt x="1991" y="7338"/>
                    <a:pt x="1991" y="7458"/>
                  </a:cubicBezTo>
                  <a:lnTo>
                    <a:pt x="1991" y="7470"/>
                  </a:lnTo>
                  <a:cubicBezTo>
                    <a:pt x="1991" y="7470"/>
                    <a:pt x="3199" y="6800"/>
                    <a:pt x="3734" y="5885"/>
                  </a:cubicBezTo>
                  <a:cubicBezTo>
                    <a:pt x="4010" y="5398"/>
                    <a:pt x="4048" y="4888"/>
                    <a:pt x="4023" y="4520"/>
                  </a:cubicBezTo>
                  <a:cubicBezTo>
                    <a:pt x="4102" y="4863"/>
                    <a:pt x="4272" y="5294"/>
                    <a:pt x="4640" y="5699"/>
                  </a:cubicBezTo>
                  <a:cubicBezTo>
                    <a:pt x="5306" y="6448"/>
                    <a:pt x="6539" y="6854"/>
                    <a:pt x="6659" y="6892"/>
                  </a:cubicBezTo>
                  <a:lnTo>
                    <a:pt x="6659" y="6892"/>
                  </a:lnTo>
                  <a:cubicBezTo>
                    <a:pt x="6659" y="6892"/>
                    <a:pt x="6395" y="5530"/>
                    <a:pt x="5687" y="4743"/>
                  </a:cubicBezTo>
                  <a:cubicBezTo>
                    <a:pt x="5322" y="4325"/>
                    <a:pt x="4835" y="4139"/>
                    <a:pt x="4482" y="4048"/>
                  </a:cubicBezTo>
                  <a:cubicBezTo>
                    <a:pt x="4822" y="4077"/>
                    <a:pt x="5294" y="4048"/>
                    <a:pt x="5794" y="3825"/>
                  </a:cubicBezTo>
                  <a:cubicBezTo>
                    <a:pt x="6709" y="3419"/>
                    <a:pt x="7470" y="2372"/>
                    <a:pt x="7549" y="2281"/>
                  </a:cubicBezTo>
                  <a:lnTo>
                    <a:pt x="7549" y="2268"/>
                  </a:lnTo>
                  <a:cubicBezTo>
                    <a:pt x="7549" y="2268"/>
                    <a:pt x="6187" y="2095"/>
                    <a:pt x="5215" y="2529"/>
                  </a:cubicBezTo>
                  <a:close/>
                  <a:moveTo>
                    <a:pt x="3957" y="3970"/>
                  </a:moveTo>
                  <a:lnTo>
                    <a:pt x="3957" y="3982"/>
                  </a:lnTo>
                  <a:lnTo>
                    <a:pt x="3944" y="3982"/>
                  </a:lnTo>
                  <a:lnTo>
                    <a:pt x="3944" y="4061"/>
                  </a:lnTo>
                  <a:cubicBezTo>
                    <a:pt x="3944" y="4036"/>
                    <a:pt x="3944" y="4023"/>
                    <a:pt x="3932" y="4010"/>
                  </a:cubicBezTo>
                  <a:lnTo>
                    <a:pt x="3932" y="3998"/>
                  </a:lnTo>
                  <a:lnTo>
                    <a:pt x="3919" y="3998"/>
                  </a:lnTo>
                  <a:lnTo>
                    <a:pt x="3919" y="3982"/>
                  </a:lnTo>
                  <a:cubicBezTo>
                    <a:pt x="3919" y="3982"/>
                    <a:pt x="3891" y="3998"/>
                    <a:pt x="3853" y="4010"/>
                  </a:cubicBezTo>
                  <a:cubicBezTo>
                    <a:pt x="3866" y="4010"/>
                    <a:pt x="3878" y="3998"/>
                    <a:pt x="3878" y="3998"/>
                  </a:cubicBezTo>
                  <a:cubicBezTo>
                    <a:pt x="3891" y="3982"/>
                    <a:pt x="3907" y="3982"/>
                    <a:pt x="3907" y="3982"/>
                  </a:cubicBezTo>
                  <a:lnTo>
                    <a:pt x="3907" y="3970"/>
                  </a:lnTo>
                  <a:lnTo>
                    <a:pt x="3907" y="3970"/>
                  </a:lnTo>
                  <a:cubicBezTo>
                    <a:pt x="3907" y="3970"/>
                    <a:pt x="3891" y="3944"/>
                    <a:pt x="3866" y="3904"/>
                  </a:cubicBezTo>
                  <a:cubicBezTo>
                    <a:pt x="3878" y="3919"/>
                    <a:pt x="3878" y="3932"/>
                    <a:pt x="3891" y="3932"/>
                  </a:cubicBezTo>
                  <a:lnTo>
                    <a:pt x="3907" y="3944"/>
                  </a:lnTo>
                  <a:lnTo>
                    <a:pt x="3919" y="3944"/>
                  </a:lnTo>
                  <a:lnTo>
                    <a:pt x="3919" y="3944"/>
                  </a:lnTo>
                  <a:cubicBezTo>
                    <a:pt x="3919" y="3944"/>
                    <a:pt x="3932" y="3932"/>
                    <a:pt x="3957" y="3891"/>
                  </a:cubicBezTo>
                  <a:cubicBezTo>
                    <a:pt x="3957" y="3904"/>
                    <a:pt x="3957" y="3919"/>
                    <a:pt x="3944" y="3932"/>
                  </a:cubicBezTo>
                  <a:lnTo>
                    <a:pt x="3944" y="3944"/>
                  </a:lnTo>
                  <a:lnTo>
                    <a:pt x="3944" y="3944"/>
                  </a:lnTo>
                  <a:lnTo>
                    <a:pt x="3944" y="3957"/>
                  </a:lnTo>
                  <a:cubicBezTo>
                    <a:pt x="3944" y="3957"/>
                    <a:pt x="3970" y="3970"/>
                    <a:pt x="4023" y="3970"/>
                  </a:cubicBezTo>
                  <a:lnTo>
                    <a:pt x="3970" y="3970"/>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5"/>
            <p:cNvSpPr/>
            <p:nvPr/>
          </p:nvSpPr>
          <p:spPr>
            <a:xfrm>
              <a:off x="7344911" y="2217533"/>
              <a:ext cx="578671" cy="574070"/>
            </a:xfrm>
            <a:custGeom>
              <a:rect b="b" l="l" r="r" t="t"/>
              <a:pathLst>
                <a:path extrusionOk="0" h="8609" w="8678">
                  <a:moveTo>
                    <a:pt x="6004" y="3341"/>
                  </a:moveTo>
                  <a:cubicBezTo>
                    <a:pt x="5363" y="3444"/>
                    <a:pt x="4875" y="3787"/>
                    <a:pt x="4577" y="4074"/>
                  </a:cubicBezTo>
                  <a:cubicBezTo>
                    <a:pt x="4812" y="3759"/>
                    <a:pt x="5086" y="3287"/>
                    <a:pt x="5177" y="2674"/>
                  </a:cubicBezTo>
                  <a:cubicBezTo>
                    <a:pt x="5347" y="1520"/>
                    <a:pt x="4812" y="142"/>
                    <a:pt x="4759" y="13"/>
                  </a:cubicBezTo>
                  <a:lnTo>
                    <a:pt x="4759" y="0"/>
                  </a:lnTo>
                  <a:cubicBezTo>
                    <a:pt x="4759" y="0"/>
                    <a:pt x="3737" y="1218"/>
                    <a:pt x="3554" y="2422"/>
                  </a:cubicBezTo>
                  <a:cubicBezTo>
                    <a:pt x="3460" y="3067"/>
                    <a:pt x="3633" y="3617"/>
                    <a:pt x="3815" y="4011"/>
                  </a:cubicBezTo>
                  <a:cubicBezTo>
                    <a:pt x="3592" y="3680"/>
                    <a:pt x="3224" y="3275"/>
                    <a:pt x="2661" y="3001"/>
                  </a:cubicBezTo>
                  <a:cubicBezTo>
                    <a:pt x="1626" y="2476"/>
                    <a:pt x="145" y="2567"/>
                    <a:pt x="16" y="2567"/>
                  </a:cubicBezTo>
                  <a:lnTo>
                    <a:pt x="0" y="2567"/>
                  </a:lnTo>
                  <a:cubicBezTo>
                    <a:pt x="0" y="2567"/>
                    <a:pt x="840" y="3916"/>
                    <a:pt x="1928" y="4454"/>
                  </a:cubicBezTo>
                  <a:cubicBezTo>
                    <a:pt x="2504" y="4756"/>
                    <a:pt x="3095" y="4756"/>
                    <a:pt x="3513" y="4703"/>
                  </a:cubicBezTo>
                  <a:cubicBezTo>
                    <a:pt x="3133" y="4822"/>
                    <a:pt x="2636" y="5045"/>
                    <a:pt x="2202" y="5489"/>
                  </a:cubicBezTo>
                  <a:cubicBezTo>
                    <a:pt x="1390" y="6303"/>
                    <a:pt x="1010" y="7744"/>
                    <a:pt x="972" y="7876"/>
                  </a:cubicBezTo>
                  <a:lnTo>
                    <a:pt x="972" y="7889"/>
                  </a:lnTo>
                  <a:cubicBezTo>
                    <a:pt x="972" y="7889"/>
                    <a:pt x="2516" y="7496"/>
                    <a:pt x="3369" y="6631"/>
                  </a:cubicBezTo>
                  <a:cubicBezTo>
                    <a:pt x="3828" y="6171"/>
                    <a:pt x="4010" y="5621"/>
                    <a:pt x="4089" y="5203"/>
                  </a:cubicBezTo>
                  <a:cubicBezTo>
                    <a:pt x="4076" y="5596"/>
                    <a:pt x="4142" y="6146"/>
                    <a:pt x="4432" y="6697"/>
                  </a:cubicBezTo>
                  <a:cubicBezTo>
                    <a:pt x="4954" y="7719"/>
                    <a:pt x="6212" y="8530"/>
                    <a:pt x="6332" y="8596"/>
                  </a:cubicBezTo>
                  <a:lnTo>
                    <a:pt x="6332" y="8609"/>
                  </a:lnTo>
                  <a:cubicBezTo>
                    <a:pt x="6332" y="8609"/>
                    <a:pt x="6435" y="7024"/>
                    <a:pt x="5885" y="5936"/>
                  </a:cubicBezTo>
                  <a:cubicBezTo>
                    <a:pt x="5583" y="5373"/>
                    <a:pt x="5111" y="5017"/>
                    <a:pt x="4746" y="4810"/>
                  </a:cubicBezTo>
                  <a:cubicBezTo>
                    <a:pt x="5111" y="4938"/>
                    <a:pt x="5649" y="5058"/>
                    <a:pt x="6266" y="4954"/>
                  </a:cubicBezTo>
                  <a:cubicBezTo>
                    <a:pt x="7407" y="4769"/>
                    <a:pt x="8558" y="3825"/>
                    <a:pt x="8665" y="3734"/>
                  </a:cubicBezTo>
                  <a:lnTo>
                    <a:pt x="8678" y="3734"/>
                  </a:lnTo>
                  <a:cubicBezTo>
                    <a:pt x="8678" y="3734"/>
                    <a:pt x="7197" y="3146"/>
                    <a:pt x="6004" y="3341"/>
                  </a:cubicBezTo>
                  <a:close/>
                  <a:moveTo>
                    <a:pt x="4168" y="4574"/>
                  </a:moveTo>
                  <a:cubicBezTo>
                    <a:pt x="4168" y="4574"/>
                    <a:pt x="4155" y="4611"/>
                    <a:pt x="4142" y="4665"/>
                  </a:cubicBezTo>
                  <a:lnTo>
                    <a:pt x="4142" y="4611"/>
                  </a:lnTo>
                  <a:lnTo>
                    <a:pt x="4142" y="4586"/>
                  </a:lnTo>
                  <a:lnTo>
                    <a:pt x="4130" y="4586"/>
                  </a:lnTo>
                  <a:lnTo>
                    <a:pt x="4130" y="4586"/>
                  </a:lnTo>
                  <a:lnTo>
                    <a:pt x="4051" y="4586"/>
                  </a:lnTo>
                  <a:cubicBezTo>
                    <a:pt x="4064" y="4586"/>
                    <a:pt x="4076" y="4574"/>
                    <a:pt x="4089" y="4574"/>
                  </a:cubicBezTo>
                  <a:cubicBezTo>
                    <a:pt x="4105" y="4574"/>
                    <a:pt x="4117" y="4561"/>
                    <a:pt x="4117" y="4561"/>
                  </a:cubicBezTo>
                  <a:lnTo>
                    <a:pt x="4117" y="4561"/>
                  </a:lnTo>
                  <a:lnTo>
                    <a:pt x="4117" y="4561"/>
                  </a:lnTo>
                  <a:cubicBezTo>
                    <a:pt x="4117" y="4561"/>
                    <a:pt x="4117" y="4520"/>
                    <a:pt x="4089" y="4467"/>
                  </a:cubicBezTo>
                  <a:cubicBezTo>
                    <a:pt x="4105" y="4495"/>
                    <a:pt x="4105" y="4508"/>
                    <a:pt x="4117" y="4508"/>
                  </a:cubicBezTo>
                  <a:cubicBezTo>
                    <a:pt x="4130" y="4520"/>
                    <a:pt x="4130" y="4533"/>
                    <a:pt x="4130" y="4533"/>
                  </a:cubicBezTo>
                  <a:lnTo>
                    <a:pt x="4142" y="4533"/>
                  </a:lnTo>
                  <a:lnTo>
                    <a:pt x="4142" y="4533"/>
                  </a:lnTo>
                  <a:cubicBezTo>
                    <a:pt x="4142" y="4533"/>
                    <a:pt x="4168" y="4520"/>
                    <a:pt x="4209" y="4482"/>
                  </a:cubicBezTo>
                  <a:cubicBezTo>
                    <a:pt x="4196" y="4495"/>
                    <a:pt x="4196" y="4508"/>
                    <a:pt x="4183" y="4520"/>
                  </a:cubicBezTo>
                  <a:lnTo>
                    <a:pt x="4168" y="4533"/>
                  </a:lnTo>
                  <a:lnTo>
                    <a:pt x="4168" y="4545"/>
                  </a:lnTo>
                  <a:lnTo>
                    <a:pt x="4168" y="4545"/>
                  </a:lnTo>
                  <a:cubicBezTo>
                    <a:pt x="4168" y="4545"/>
                    <a:pt x="4196" y="4574"/>
                    <a:pt x="4246" y="4599"/>
                  </a:cubicBezTo>
                  <a:cubicBezTo>
                    <a:pt x="4221" y="4586"/>
                    <a:pt x="4209" y="4586"/>
                    <a:pt x="4196" y="4586"/>
                  </a:cubicBezTo>
                  <a:cubicBezTo>
                    <a:pt x="4183" y="4574"/>
                    <a:pt x="4168" y="4574"/>
                    <a:pt x="4168" y="4574"/>
                  </a:cubicBezTo>
                  <a:lnTo>
                    <a:pt x="4168" y="4586"/>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5"/>
            <p:cNvSpPr/>
            <p:nvPr/>
          </p:nvSpPr>
          <p:spPr>
            <a:xfrm>
              <a:off x="6917136" y="2677677"/>
              <a:ext cx="147968" cy="232455"/>
            </a:xfrm>
            <a:custGeom>
              <a:rect b="b" l="l" r="r" t="t"/>
              <a:pathLst>
                <a:path extrusionOk="0" h="3486" w="2219">
                  <a:moveTo>
                    <a:pt x="1929" y="1"/>
                  </a:moveTo>
                  <a:cubicBezTo>
                    <a:pt x="1929" y="1"/>
                    <a:pt x="1039" y="274"/>
                    <a:pt x="501" y="1180"/>
                  </a:cubicBezTo>
                  <a:cubicBezTo>
                    <a:pt x="1" y="2058"/>
                    <a:pt x="1" y="3357"/>
                    <a:pt x="1" y="3473"/>
                  </a:cubicBezTo>
                  <a:lnTo>
                    <a:pt x="1" y="3486"/>
                  </a:lnTo>
                  <a:cubicBezTo>
                    <a:pt x="1" y="3486"/>
                    <a:pt x="1209" y="2806"/>
                    <a:pt x="1731" y="1901"/>
                  </a:cubicBezTo>
                  <a:cubicBezTo>
                    <a:pt x="2218" y="1061"/>
                    <a:pt x="1982" y="183"/>
                    <a:pt x="1941" y="26"/>
                  </a:cubicBezTo>
                  <a:lnTo>
                    <a:pt x="1929"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5"/>
            <p:cNvSpPr/>
            <p:nvPr/>
          </p:nvSpPr>
          <p:spPr>
            <a:xfrm>
              <a:off x="6932874" y="2677677"/>
              <a:ext cx="129497" cy="205382"/>
            </a:xfrm>
            <a:custGeom>
              <a:rect b="b" l="l" r="r" t="t"/>
              <a:pathLst>
                <a:path extrusionOk="0" h="3080" w="1942">
                  <a:moveTo>
                    <a:pt x="1705" y="1"/>
                  </a:moveTo>
                  <a:cubicBezTo>
                    <a:pt x="1705" y="1"/>
                    <a:pt x="919" y="249"/>
                    <a:pt x="447" y="1048"/>
                  </a:cubicBezTo>
                  <a:cubicBezTo>
                    <a:pt x="1" y="1822"/>
                    <a:pt x="1" y="2964"/>
                    <a:pt x="1" y="3067"/>
                  </a:cubicBezTo>
                  <a:lnTo>
                    <a:pt x="1" y="3080"/>
                  </a:lnTo>
                  <a:cubicBezTo>
                    <a:pt x="1" y="3080"/>
                    <a:pt x="1051" y="2476"/>
                    <a:pt x="1523" y="1677"/>
                  </a:cubicBezTo>
                  <a:cubicBezTo>
                    <a:pt x="1941" y="944"/>
                    <a:pt x="1746" y="171"/>
                    <a:pt x="1705" y="26"/>
                  </a:cubicBezTo>
                  <a:lnTo>
                    <a:pt x="1705"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5"/>
            <p:cNvSpPr/>
            <p:nvPr/>
          </p:nvSpPr>
          <p:spPr>
            <a:xfrm>
              <a:off x="6961014" y="2692614"/>
              <a:ext cx="85620" cy="139700"/>
            </a:xfrm>
            <a:custGeom>
              <a:rect b="b" l="l" r="r" t="t"/>
              <a:pathLst>
                <a:path extrusionOk="0" h="2095" w="1284">
                  <a:moveTo>
                    <a:pt x="1167" y="0"/>
                  </a:moveTo>
                  <a:cubicBezTo>
                    <a:pt x="1167" y="0"/>
                    <a:pt x="680" y="195"/>
                    <a:pt x="365" y="746"/>
                  </a:cubicBezTo>
                  <a:cubicBezTo>
                    <a:pt x="51" y="1271"/>
                    <a:pt x="0" y="2016"/>
                    <a:pt x="0" y="2095"/>
                  </a:cubicBezTo>
                  <a:cubicBezTo>
                    <a:pt x="0" y="2095"/>
                    <a:pt x="667" y="1664"/>
                    <a:pt x="982" y="1101"/>
                  </a:cubicBezTo>
                  <a:cubicBezTo>
                    <a:pt x="1283" y="601"/>
                    <a:pt x="1192" y="104"/>
                    <a:pt x="1180" y="13"/>
                  </a:cubicBezTo>
                  <a:lnTo>
                    <a:pt x="1167"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5"/>
            <p:cNvSpPr/>
            <p:nvPr/>
          </p:nvSpPr>
          <p:spPr>
            <a:xfrm>
              <a:off x="7046569" y="2676877"/>
              <a:ext cx="181910" cy="194046"/>
            </a:xfrm>
            <a:custGeom>
              <a:rect b="b" l="l" r="r" t="t"/>
              <a:pathLst>
                <a:path extrusionOk="0" h="2910" w="2728">
                  <a:moveTo>
                    <a:pt x="13" y="0"/>
                  </a:moveTo>
                  <a:cubicBezTo>
                    <a:pt x="13" y="0"/>
                    <a:pt x="0" y="944"/>
                    <a:pt x="696" y="1718"/>
                  </a:cubicBezTo>
                  <a:cubicBezTo>
                    <a:pt x="1378" y="2476"/>
                    <a:pt x="2608" y="2869"/>
                    <a:pt x="2715" y="2910"/>
                  </a:cubicBezTo>
                  <a:lnTo>
                    <a:pt x="2727" y="2910"/>
                  </a:lnTo>
                  <a:cubicBezTo>
                    <a:pt x="2727" y="2910"/>
                    <a:pt x="2463" y="1560"/>
                    <a:pt x="1755" y="774"/>
                  </a:cubicBezTo>
                  <a:cubicBezTo>
                    <a:pt x="1114" y="66"/>
                    <a:pt x="211" y="0"/>
                    <a:pt x="41"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5"/>
            <p:cNvSpPr/>
            <p:nvPr/>
          </p:nvSpPr>
          <p:spPr>
            <a:xfrm>
              <a:off x="7047436" y="2676877"/>
              <a:ext cx="160038" cy="171174"/>
            </a:xfrm>
            <a:custGeom>
              <a:rect b="b" l="l" r="r" t="t"/>
              <a:pathLst>
                <a:path extrusionOk="0" h="2567" w="2400">
                  <a:moveTo>
                    <a:pt x="0" y="0"/>
                  </a:moveTo>
                  <a:cubicBezTo>
                    <a:pt x="0" y="0"/>
                    <a:pt x="0" y="812"/>
                    <a:pt x="616" y="1507"/>
                  </a:cubicBezTo>
                  <a:cubicBezTo>
                    <a:pt x="1220" y="2174"/>
                    <a:pt x="2293" y="2529"/>
                    <a:pt x="2400" y="2567"/>
                  </a:cubicBezTo>
                  <a:cubicBezTo>
                    <a:pt x="2400" y="2567"/>
                    <a:pt x="2164" y="1375"/>
                    <a:pt x="1547" y="680"/>
                  </a:cubicBezTo>
                  <a:cubicBezTo>
                    <a:pt x="972" y="51"/>
                    <a:pt x="170" y="0"/>
                    <a:pt x="2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5"/>
            <p:cNvSpPr/>
            <p:nvPr/>
          </p:nvSpPr>
          <p:spPr>
            <a:xfrm>
              <a:off x="7058705" y="2688213"/>
              <a:ext cx="109359" cy="117094"/>
            </a:xfrm>
            <a:custGeom>
              <a:rect b="b" l="l" r="r" t="t"/>
              <a:pathLst>
                <a:path extrusionOk="0" h="1756" w="1640">
                  <a:moveTo>
                    <a:pt x="1" y="0"/>
                  </a:moveTo>
                  <a:cubicBezTo>
                    <a:pt x="1" y="0"/>
                    <a:pt x="42" y="525"/>
                    <a:pt x="473" y="997"/>
                  </a:cubicBezTo>
                  <a:cubicBezTo>
                    <a:pt x="882" y="1453"/>
                    <a:pt x="1573" y="1730"/>
                    <a:pt x="1640" y="1755"/>
                  </a:cubicBezTo>
                  <a:cubicBezTo>
                    <a:pt x="1640" y="1755"/>
                    <a:pt x="1432" y="981"/>
                    <a:pt x="1010" y="510"/>
                  </a:cubicBezTo>
                  <a:cubicBezTo>
                    <a:pt x="617" y="79"/>
                    <a:pt x="120" y="13"/>
                    <a:pt x="29"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5"/>
            <p:cNvSpPr/>
            <p:nvPr/>
          </p:nvSpPr>
          <p:spPr>
            <a:xfrm>
              <a:off x="7047436" y="2560981"/>
              <a:ext cx="240390" cy="121429"/>
            </a:xfrm>
            <a:custGeom>
              <a:rect b="b" l="l" r="r" t="t"/>
              <a:pathLst>
                <a:path extrusionOk="0" h="1821" w="3605">
                  <a:moveTo>
                    <a:pt x="2957" y="1"/>
                  </a:moveTo>
                  <a:cubicBezTo>
                    <a:pt x="2473" y="1"/>
                    <a:pt x="1807" y="54"/>
                    <a:pt x="1271" y="295"/>
                  </a:cubicBezTo>
                  <a:cubicBezTo>
                    <a:pt x="393" y="675"/>
                    <a:pt x="66" y="1528"/>
                    <a:pt x="0" y="1685"/>
                  </a:cubicBezTo>
                  <a:lnTo>
                    <a:pt x="0" y="1710"/>
                  </a:lnTo>
                  <a:cubicBezTo>
                    <a:pt x="0" y="1710"/>
                    <a:pt x="309" y="1821"/>
                    <a:pt x="764" y="1821"/>
                  </a:cubicBezTo>
                  <a:cubicBezTo>
                    <a:pt x="1075" y="1821"/>
                    <a:pt x="1454" y="1769"/>
                    <a:pt x="1849" y="1594"/>
                  </a:cubicBezTo>
                  <a:cubicBezTo>
                    <a:pt x="2765" y="1188"/>
                    <a:pt x="3526" y="137"/>
                    <a:pt x="3604" y="34"/>
                  </a:cubicBezTo>
                  <a:cubicBezTo>
                    <a:pt x="3604" y="34"/>
                    <a:pt x="3337" y="1"/>
                    <a:pt x="295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5"/>
            <p:cNvSpPr/>
            <p:nvPr/>
          </p:nvSpPr>
          <p:spPr>
            <a:xfrm>
              <a:off x="7047436" y="2573584"/>
              <a:ext cx="212517" cy="107426"/>
            </a:xfrm>
            <a:custGeom>
              <a:rect b="b" l="l" r="r" t="t"/>
              <a:pathLst>
                <a:path extrusionOk="0" h="1611" w="3187">
                  <a:moveTo>
                    <a:pt x="2644" y="1"/>
                  </a:moveTo>
                  <a:cubicBezTo>
                    <a:pt x="2217" y="1"/>
                    <a:pt x="1614" y="47"/>
                    <a:pt x="1129" y="263"/>
                  </a:cubicBezTo>
                  <a:cubicBezTo>
                    <a:pt x="355" y="618"/>
                    <a:pt x="53" y="1351"/>
                    <a:pt x="0" y="1496"/>
                  </a:cubicBezTo>
                  <a:lnTo>
                    <a:pt x="0" y="1521"/>
                  </a:lnTo>
                  <a:cubicBezTo>
                    <a:pt x="0" y="1521"/>
                    <a:pt x="261" y="1610"/>
                    <a:pt x="648" y="1610"/>
                  </a:cubicBezTo>
                  <a:cubicBezTo>
                    <a:pt x="926" y="1610"/>
                    <a:pt x="1269" y="1564"/>
                    <a:pt x="1626" y="1405"/>
                  </a:cubicBezTo>
                  <a:cubicBezTo>
                    <a:pt x="2438" y="1037"/>
                    <a:pt x="3120" y="121"/>
                    <a:pt x="3174" y="43"/>
                  </a:cubicBezTo>
                  <a:lnTo>
                    <a:pt x="3186" y="27"/>
                  </a:lnTo>
                  <a:cubicBezTo>
                    <a:pt x="3186" y="27"/>
                    <a:pt x="2964" y="1"/>
                    <a:pt x="264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5"/>
            <p:cNvSpPr/>
            <p:nvPr/>
          </p:nvSpPr>
          <p:spPr>
            <a:xfrm>
              <a:off x="7061440" y="2599790"/>
              <a:ext cx="146035" cy="69683"/>
            </a:xfrm>
            <a:custGeom>
              <a:rect b="b" l="l" r="r" t="t"/>
              <a:pathLst>
                <a:path extrusionOk="0" h="1045" w="2190">
                  <a:moveTo>
                    <a:pt x="2081" y="0"/>
                  </a:moveTo>
                  <a:cubicBezTo>
                    <a:pt x="1842" y="0"/>
                    <a:pt x="1258" y="23"/>
                    <a:pt x="800" y="225"/>
                  </a:cubicBezTo>
                  <a:cubicBezTo>
                    <a:pt x="274" y="461"/>
                    <a:pt x="39" y="920"/>
                    <a:pt x="1" y="999"/>
                  </a:cubicBezTo>
                  <a:lnTo>
                    <a:pt x="1" y="1012"/>
                  </a:lnTo>
                  <a:cubicBezTo>
                    <a:pt x="1" y="1012"/>
                    <a:pt x="128" y="1045"/>
                    <a:pt x="328" y="1045"/>
                  </a:cubicBezTo>
                  <a:cubicBezTo>
                    <a:pt x="528" y="1045"/>
                    <a:pt x="800" y="1012"/>
                    <a:pt x="1089" y="879"/>
                  </a:cubicBezTo>
                  <a:cubicBezTo>
                    <a:pt x="1652" y="631"/>
                    <a:pt x="2136" y="55"/>
                    <a:pt x="2177" y="2"/>
                  </a:cubicBezTo>
                  <a:lnTo>
                    <a:pt x="2190" y="2"/>
                  </a:lnTo>
                  <a:cubicBezTo>
                    <a:pt x="2190" y="2"/>
                    <a:pt x="2150" y="0"/>
                    <a:pt x="208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5"/>
            <p:cNvSpPr/>
            <p:nvPr/>
          </p:nvSpPr>
          <p:spPr>
            <a:xfrm>
              <a:off x="6974017" y="2411143"/>
              <a:ext cx="109293" cy="263863"/>
            </a:xfrm>
            <a:custGeom>
              <a:rect b="b" l="l" r="r" t="t"/>
              <a:pathLst>
                <a:path extrusionOk="0" h="3957" w="1639">
                  <a:moveTo>
                    <a:pt x="592" y="0"/>
                  </a:moveTo>
                  <a:cubicBezTo>
                    <a:pt x="592" y="0"/>
                    <a:pt x="0" y="1258"/>
                    <a:pt x="120" y="2306"/>
                  </a:cubicBezTo>
                  <a:cubicBezTo>
                    <a:pt x="211" y="3265"/>
                    <a:pt x="919" y="3841"/>
                    <a:pt x="1051" y="3932"/>
                  </a:cubicBezTo>
                  <a:lnTo>
                    <a:pt x="1076" y="3957"/>
                  </a:lnTo>
                  <a:cubicBezTo>
                    <a:pt x="1076" y="3957"/>
                    <a:pt x="1639" y="3212"/>
                    <a:pt x="1535" y="2164"/>
                  </a:cubicBezTo>
                  <a:cubicBezTo>
                    <a:pt x="1428" y="1155"/>
                    <a:pt x="670" y="104"/>
                    <a:pt x="592" y="13"/>
                  </a:cubicBezTo>
                  <a:lnTo>
                    <a:pt x="592"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5"/>
            <p:cNvSpPr/>
            <p:nvPr/>
          </p:nvSpPr>
          <p:spPr>
            <a:xfrm>
              <a:off x="6982820" y="2441750"/>
              <a:ext cx="95289" cy="233255"/>
            </a:xfrm>
            <a:custGeom>
              <a:rect b="b" l="l" r="r" t="t"/>
              <a:pathLst>
                <a:path extrusionOk="0" h="3498" w="1429">
                  <a:moveTo>
                    <a:pt x="497" y="0"/>
                  </a:moveTo>
                  <a:cubicBezTo>
                    <a:pt x="497" y="0"/>
                    <a:pt x="0" y="1114"/>
                    <a:pt x="92" y="2045"/>
                  </a:cubicBezTo>
                  <a:cubicBezTo>
                    <a:pt x="183" y="2885"/>
                    <a:pt x="799" y="3394"/>
                    <a:pt x="919" y="3485"/>
                  </a:cubicBezTo>
                  <a:cubicBezTo>
                    <a:pt x="931" y="3485"/>
                    <a:pt x="931" y="3498"/>
                    <a:pt x="931" y="3498"/>
                  </a:cubicBezTo>
                  <a:cubicBezTo>
                    <a:pt x="931" y="3498"/>
                    <a:pt x="1428" y="2844"/>
                    <a:pt x="1324" y="1913"/>
                  </a:cubicBezTo>
                  <a:cubicBezTo>
                    <a:pt x="1233" y="1023"/>
                    <a:pt x="576" y="92"/>
                    <a:pt x="510" y="13"/>
                  </a:cubicBezTo>
                  <a:lnTo>
                    <a:pt x="497" y="0"/>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5"/>
            <p:cNvSpPr/>
            <p:nvPr/>
          </p:nvSpPr>
          <p:spPr>
            <a:xfrm>
              <a:off x="7004625" y="2499432"/>
              <a:ext cx="56880" cy="159038"/>
            </a:xfrm>
            <a:custGeom>
              <a:rect b="b" l="l" r="r" t="t"/>
              <a:pathLst>
                <a:path extrusionOk="0" h="2385" w="853">
                  <a:moveTo>
                    <a:pt x="277" y="0"/>
                  </a:moveTo>
                  <a:cubicBezTo>
                    <a:pt x="277" y="0"/>
                    <a:pt x="0" y="746"/>
                    <a:pt x="66" y="1391"/>
                  </a:cubicBezTo>
                  <a:cubicBezTo>
                    <a:pt x="120" y="1966"/>
                    <a:pt x="485" y="2318"/>
                    <a:pt x="551" y="2384"/>
                  </a:cubicBezTo>
                  <a:lnTo>
                    <a:pt x="563" y="2384"/>
                  </a:lnTo>
                  <a:cubicBezTo>
                    <a:pt x="563" y="2384"/>
                    <a:pt x="853" y="1954"/>
                    <a:pt x="787" y="1312"/>
                  </a:cubicBezTo>
                  <a:cubicBezTo>
                    <a:pt x="721" y="708"/>
                    <a:pt x="315" y="66"/>
                    <a:pt x="290"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5"/>
            <p:cNvSpPr/>
            <p:nvPr/>
          </p:nvSpPr>
          <p:spPr>
            <a:xfrm>
              <a:off x="6784369" y="2606259"/>
              <a:ext cx="260595" cy="99957"/>
            </a:xfrm>
            <a:custGeom>
              <a:rect b="b" l="l" r="r" t="t"/>
              <a:pathLst>
                <a:path extrusionOk="0" h="1499" w="3908">
                  <a:moveTo>
                    <a:pt x="1697" y="1"/>
                  </a:moveTo>
                  <a:cubicBezTo>
                    <a:pt x="884" y="1"/>
                    <a:pt x="95" y="253"/>
                    <a:pt x="1" y="286"/>
                  </a:cubicBezTo>
                  <a:cubicBezTo>
                    <a:pt x="1" y="286"/>
                    <a:pt x="1011" y="1229"/>
                    <a:pt x="2045" y="1452"/>
                  </a:cubicBezTo>
                  <a:cubicBezTo>
                    <a:pt x="2199" y="1485"/>
                    <a:pt x="2348" y="1498"/>
                    <a:pt x="2490" y="1498"/>
                  </a:cubicBezTo>
                  <a:cubicBezTo>
                    <a:pt x="3214" y="1498"/>
                    <a:pt x="3771" y="1146"/>
                    <a:pt x="3879" y="1059"/>
                  </a:cubicBezTo>
                  <a:cubicBezTo>
                    <a:pt x="3895" y="1059"/>
                    <a:pt x="3907" y="1047"/>
                    <a:pt x="3907" y="1047"/>
                  </a:cubicBezTo>
                  <a:cubicBezTo>
                    <a:pt x="3907" y="1047"/>
                    <a:pt x="3369" y="286"/>
                    <a:pt x="2335" y="62"/>
                  </a:cubicBezTo>
                  <a:cubicBezTo>
                    <a:pt x="2129" y="18"/>
                    <a:pt x="1912" y="1"/>
                    <a:pt x="169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5"/>
            <p:cNvSpPr/>
            <p:nvPr/>
          </p:nvSpPr>
          <p:spPr>
            <a:xfrm>
              <a:off x="6814177" y="2615528"/>
              <a:ext cx="230788" cy="87021"/>
            </a:xfrm>
            <a:custGeom>
              <a:rect b="b" l="l" r="r" t="t"/>
              <a:pathLst>
                <a:path extrusionOk="0" h="1305" w="3461">
                  <a:moveTo>
                    <a:pt x="1500" y="1"/>
                  </a:moveTo>
                  <a:cubicBezTo>
                    <a:pt x="783" y="1"/>
                    <a:pt x="95" y="221"/>
                    <a:pt x="13" y="250"/>
                  </a:cubicBezTo>
                  <a:lnTo>
                    <a:pt x="1" y="250"/>
                  </a:lnTo>
                  <a:cubicBezTo>
                    <a:pt x="1" y="250"/>
                    <a:pt x="903" y="1078"/>
                    <a:pt x="1809" y="1260"/>
                  </a:cubicBezTo>
                  <a:cubicBezTo>
                    <a:pt x="1951" y="1291"/>
                    <a:pt x="2088" y="1305"/>
                    <a:pt x="2220" y="1305"/>
                  </a:cubicBezTo>
                  <a:cubicBezTo>
                    <a:pt x="2851" y="1305"/>
                    <a:pt x="3336" y="998"/>
                    <a:pt x="3432" y="933"/>
                  </a:cubicBezTo>
                  <a:cubicBezTo>
                    <a:pt x="3448" y="920"/>
                    <a:pt x="3460" y="920"/>
                    <a:pt x="3460" y="920"/>
                  </a:cubicBezTo>
                  <a:cubicBezTo>
                    <a:pt x="3460" y="920"/>
                    <a:pt x="2976" y="250"/>
                    <a:pt x="2070" y="55"/>
                  </a:cubicBezTo>
                  <a:cubicBezTo>
                    <a:pt x="1885" y="16"/>
                    <a:pt x="1692" y="1"/>
                    <a:pt x="150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5"/>
            <p:cNvSpPr/>
            <p:nvPr/>
          </p:nvSpPr>
          <p:spPr>
            <a:xfrm>
              <a:off x="6870991" y="2635199"/>
              <a:ext cx="157371" cy="52546"/>
            </a:xfrm>
            <a:custGeom>
              <a:rect b="b" l="l" r="r" t="t"/>
              <a:pathLst>
                <a:path extrusionOk="0" h="788" w="2360">
                  <a:moveTo>
                    <a:pt x="933" y="1"/>
                  </a:moveTo>
                  <a:cubicBezTo>
                    <a:pt x="480" y="1"/>
                    <a:pt x="63" y="106"/>
                    <a:pt x="13" y="125"/>
                  </a:cubicBezTo>
                  <a:lnTo>
                    <a:pt x="1" y="125"/>
                  </a:lnTo>
                  <a:cubicBezTo>
                    <a:pt x="1" y="125"/>
                    <a:pt x="630" y="625"/>
                    <a:pt x="1259" y="754"/>
                  </a:cubicBezTo>
                  <a:cubicBezTo>
                    <a:pt x="1371" y="778"/>
                    <a:pt x="1478" y="788"/>
                    <a:pt x="1579" y="788"/>
                  </a:cubicBezTo>
                  <a:cubicBezTo>
                    <a:pt x="1984" y="788"/>
                    <a:pt x="2281" y="630"/>
                    <a:pt x="2344" y="597"/>
                  </a:cubicBezTo>
                  <a:lnTo>
                    <a:pt x="2360" y="584"/>
                  </a:lnTo>
                  <a:cubicBezTo>
                    <a:pt x="2360" y="584"/>
                    <a:pt x="2030" y="179"/>
                    <a:pt x="1401" y="47"/>
                  </a:cubicBezTo>
                  <a:cubicBezTo>
                    <a:pt x="1250" y="13"/>
                    <a:pt x="1089" y="1"/>
                    <a:pt x="933"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5"/>
            <p:cNvSpPr/>
            <p:nvPr/>
          </p:nvSpPr>
          <p:spPr>
            <a:xfrm>
              <a:off x="7360315" y="2564048"/>
              <a:ext cx="211517" cy="220252"/>
            </a:xfrm>
            <a:custGeom>
              <a:rect b="b" l="l" r="r" t="t"/>
              <a:pathLst>
                <a:path extrusionOk="0" h="3303" w="3172">
                  <a:moveTo>
                    <a:pt x="3159" y="0"/>
                  </a:moveTo>
                  <a:cubicBezTo>
                    <a:pt x="3159" y="0"/>
                    <a:pt x="2083" y="41"/>
                    <a:pt x="1234" y="906"/>
                  </a:cubicBezTo>
                  <a:cubicBezTo>
                    <a:pt x="419" y="1730"/>
                    <a:pt x="38" y="3174"/>
                    <a:pt x="1" y="3303"/>
                  </a:cubicBezTo>
                  <a:cubicBezTo>
                    <a:pt x="1" y="3303"/>
                    <a:pt x="1532" y="2922"/>
                    <a:pt x="2397" y="2057"/>
                  </a:cubicBezTo>
                  <a:cubicBezTo>
                    <a:pt x="3171" y="1271"/>
                    <a:pt x="3171" y="223"/>
                    <a:pt x="3159" y="28"/>
                  </a:cubicBezTo>
                  <a:lnTo>
                    <a:pt x="3159"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5"/>
            <p:cNvSpPr/>
            <p:nvPr/>
          </p:nvSpPr>
          <p:spPr>
            <a:xfrm>
              <a:off x="7385721" y="2564848"/>
              <a:ext cx="186111" cy="195113"/>
            </a:xfrm>
            <a:custGeom>
              <a:rect b="b" l="l" r="r" t="t"/>
              <a:pathLst>
                <a:path extrusionOk="0" h="2926" w="2791">
                  <a:moveTo>
                    <a:pt x="2790" y="1"/>
                  </a:moveTo>
                  <a:cubicBezTo>
                    <a:pt x="2790" y="1"/>
                    <a:pt x="1847" y="42"/>
                    <a:pt x="1089" y="803"/>
                  </a:cubicBezTo>
                  <a:cubicBezTo>
                    <a:pt x="365" y="1523"/>
                    <a:pt x="25" y="2794"/>
                    <a:pt x="0" y="2910"/>
                  </a:cubicBezTo>
                  <a:lnTo>
                    <a:pt x="0" y="2926"/>
                  </a:lnTo>
                  <a:cubicBezTo>
                    <a:pt x="0" y="2926"/>
                    <a:pt x="1350" y="2570"/>
                    <a:pt x="2095" y="1797"/>
                  </a:cubicBezTo>
                  <a:cubicBezTo>
                    <a:pt x="2790" y="1117"/>
                    <a:pt x="2790" y="186"/>
                    <a:pt x="2790" y="29"/>
                  </a:cubicBezTo>
                  <a:lnTo>
                    <a:pt x="2790"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 name="Google Shape;84;p5"/>
            <p:cNvSpPr/>
            <p:nvPr/>
          </p:nvSpPr>
          <p:spPr>
            <a:xfrm>
              <a:off x="7431000" y="2578052"/>
              <a:ext cx="128631" cy="133698"/>
            </a:xfrm>
            <a:custGeom>
              <a:rect b="b" l="l" r="r" t="t"/>
              <a:pathLst>
                <a:path extrusionOk="0" h="2005" w="1929">
                  <a:moveTo>
                    <a:pt x="1929" y="1"/>
                  </a:moveTo>
                  <a:cubicBezTo>
                    <a:pt x="1929" y="1"/>
                    <a:pt x="1325" y="80"/>
                    <a:pt x="803" y="605"/>
                  </a:cubicBezTo>
                  <a:cubicBezTo>
                    <a:pt x="315" y="1102"/>
                    <a:pt x="29" y="1926"/>
                    <a:pt x="1" y="1992"/>
                  </a:cubicBezTo>
                  <a:lnTo>
                    <a:pt x="1" y="2004"/>
                  </a:lnTo>
                  <a:cubicBezTo>
                    <a:pt x="1" y="2004"/>
                    <a:pt x="881" y="1706"/>
                    <a:pt x="1403" y="1193"/>
                  </a:cubicBezTo>
                  <a:cubicBezTo>
                    <a:pt x="1863" y="721"/>
                    <a:pt x="1916" y="133"/>
                    <a:pt x="1929" y="26"/>
                  </a:cubicBezTo>
                  <a:lnTo>
                    <a:pt x="1929"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5"/>
            <p:cNvSpPr/>
            <p:nvPr/>
          </p:nvSpPr>
          <p:spPr>
            <a:xfrm>
              <a:off x="7553497" y="2564048"/>
              <a:ext cx="171174" cy="268264"/>
            </a:xfrm>
            <a:custGeom>
              <a:rect b="b" l="l" r="r" t="t"/>
              <a:pathLst>
                <a:path extrusionOk="0" h="4023" w="2567">
                  <a:moveTo>
                    <a:pt x="287" y="0"/>
                  </a:moveTo>
                  <a:cubicBezTo>
                    <a:pt x="287" y="0"/>
                    <a:pt x="0" y="1035"/>
                    <a:pt x="563" y="2111"/>
                  </a:cubicBezTo>
                  <a:cubicBezTo>
                    <a:pt x="1089" y="3145"/>
                    <a:pt x="2347" y="3944"/>
                    <a:pt x="2451" y="4023"/>
                  </a:cubicBezTo>
                  <a:lnTo>
                    <a:pt x="2463" y="4023"/>
                  </a:lnTo>
                  <a:cubicBezTo>
                    <a:pt x="2463" y="4023"/>
                    <a:pt x="2567" y="2438"/>
                    <a:pt x="2004" y="1365"/>
                  </a:cubicBezTo>
                  <a:cubicBezTo>
                    <a:pt x="1507" y="381"/>
                    <a:pt x="510" y="54"/>
                    <a:pt x="328"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5"/>
            <p:cNvSpPr/>
            <p:nvPr/>
          </p:nvSpPr>
          <p:spPr>
            <a:xfrm>
              <a:off x="7556831" y="2563181"/>
              <a:ext cx="150436" cy="237723"/>
            </a:xfrm>
            <a:custGeom>
              <a:rect b="b" l="l" r="r" t="t"/>
              <a:pathLst>
                <a:path extrusionOk="0" h="3565" w="2256">
                  <a:moveTo>
                    <a:pt x="252" y="1"/>
                  </a:moveTo>
                  <a:cubicBezTo>
                    <a:pt x="252" y="1"/>
                    <a:pt x="1" y="919"/>
                    <a:pt x="501" y="1875"/>
                  </a:cubicBezTo>
                  <a:cubicBezTo>
                    <a:pt x="960" y="2778"/>
                    <a:pt x="2061" y="3501"/>
                    <a:pt x="2165" y="3552"/>
                  </a:cubicBezTo>
                  <a:lnTo>
                    <a:pt x="2165" y="3564"/>
                  </a:lnTo>
                  <a:cubicBezTo>
                    <a:pt x="2165" y="3564"/>
                    <a:pt x="2256" y="2164"/>
                    <a:pt x="1759" y="1221"/>
                  </a:cubicBezTo>
                  <a:cubicBezTo>
                    <a:pt x="1312" y="356"/>
                    <a:pt x="435" y="67"/>
                    <a:pt x="278" y="13"/>
                  </a:cubicBezTo>
                  <a:cubicBezTo>
                    <a:pt x="265" y="13"/>
                    <a:pt x="252" y="1"/>
                    <a:pt x="25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5"/>
            <p:cNvSpPr/>
            <p:nvPr/>
          </p:nvSpPr>
          <p:spPr>
            <a:xfrm>
              <a:off x="7575303" y="2579785"/>
              <a:ext cx="95289" cy="162572"/>
            </a:xfrm>
            <a:custGeom>
              <a:rect b="b" l="l" r="r" t="t"/>
              <a:pathLst>
                <a:path extrusionOk="0" h="2438" w="1429">
                  <a:moveTo>
                    <a:pt x="117" y="0"/>
                  </a:moveTo>
                  <a:cubicBezTo>
                    <a:pt x="117" y="0"/>
                    <a:pt x="1" y="591"/>
                    <a:pt x="340" y="1246"/>
                  </a:cubicBezTo>
                  <a:cubicBezTo>
                    <a:pt x="655" y="1862"/>
                    <a:pt x="1350" y="2387"/>
                    <a:pt x="1416" y="2438"/>
                  </a:cubicBezTo>
                  <a:lnTo>
                    <a:pt x="1428" y="2438"/>
                  </a:lnTo>
                  <a:cubicBezTo>
                    <a:pt x="1428" y="2438"/>
                    <a:pt x="1416" y="1522"/>
                    <a:pt x="1076" y="865"/>
                  </a:cubicBezTo>
                  <a:cubicBezTo>
                    <a:pt x="774" y="277"/>
                    <a:pt x="236" y="41"/>
                    <a:pt x="13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5"/>
            <p:cNvSpPr/>
            <p:nvPr/>
          </p:nvSpPr>
          <p:spPr>
            <a:xfrm>
              <a:off x="7573636" y="2478360"/>
              <a:ext cx="299738" cy="112893"/>
            </a:xfrm>
            <a:custGeom>
              <a:rect b="b" l="l" r="r" t="t"/>
              <a:pathLst>
                <a:path extrusionOk="0" h="1693" w="4495">
                  <a:moveTo>
                    <a:pt x="2346" y="0"/>
                  </a:moveTo>
                  <a:cubicBezTo>
                    <a:pt x="2169" y="0"/>
                    <a:pt x="1993" y="12"/>
                    <a:pt x="1821" y="40"/>
                  </a:cubicBezTo>
                  <a:cubicBezTo>
                    <a:pt x="746" y="225"/>
                    <a:pt x="117" y="1078"/>
                    <a:pt x="13" y="1235"/>
                  </a:cubicBezTo>
                  <a:cubicBezTo>
                    <a:pt x="0" y="1247"/>
                    <a:pt x="0" y="1260"/>
                    <a:pt x="0" y="1260"/>
                  </a:cubicBezTo>
                  <a:cubicBezTo>
                    <a:pt x="0" y="1260"/>
                    <a:pt x="655" y="1693"/>
                    <a:pt x="1602" y="1693"/>
                  </a:cubicBezTo>
                  <a:cubicBezTo>
                    <a:pt x="1759" y="1693"/>
                    <a:pt x="1924" y="1681"/>
                    <a:pt x="2095" y="1653"/>
                  </a:cubicBezTo>
                  <a:cubicBezTo>
                    <a:pt x="3237" y="1471"/>
                    <a:pt x="4388" y="527"/>
                    <a:pt x="4495" y="433"/>
                  </a:cubicBezTo>
                  <a:cubicBezTo>
                    <a:pt x="4495" y="433"/>
                    <a:pt x="3414" y="0"/>
                    <a:pt x="2346"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5"/>
            <p:cNvSpPr/>
            <p:nvPr/>
          </p:nvSpPr>
          <p:spPr>
            <a:xfrm>
              <a:off x="7573636" y="2488296"/>
              <a:ext cx="264730" cy="98223"/>
            </a:xfrm>
            <a:custGeom>
              <a:rect b="b" l="l" r="r" t="t"/>
              <a:pathLst>
                <a:path extrusionOk="0" h="1473" w="3970">
                  <a:moveTo>
                    <a:pt x="2074" y="1"/>
                  </a:moveTo>
                  <a:cubicBezTo>
                    <a:pt x="1918" y="1"/>
                    <a:pt x="1762" y="11"/>
                    <a:pt x="1611" y="35"/>
                  </a:cubicBezTo>
                  <a:cubicBezTo>
                    <a:pt x="655" y="193"/>
                    <a:pt x="104" y="941"/>
                    <a:pt x="13" y="1070"/>
                  </a:cubicBezTo>
                  <a:cubicBezTo>
                    <a:pt x="0" y="1086"/>
                    <a:pt x="0" y="1098"/>
                    <a:pt x="0" y="1098"/>
                  </a:cubicBezTo>
                  <a:cubicBezTo>
                    <a:pt x="0" y="1098"/>
                    <a:pt x="578" y="1473"/>
                    <a:pt x="1411" y="1473"/>
                  </a:cubicBezTo>
                  <a:cubicBezTo>
                    <a:pt x="1549" y="1473"/>
                    <a:pt x="1695" y="1462"/>
                    <a:pt x="1847" y="1438"/>
                  </a:cubicBezTo>
                  <a:cubicBezTo>
                    <a:pt x="2856" y="1281"/>
                    <a:pt x="3866" y="457"/>
                    <a:pt x="3970" y="378"/>
                  </a:cubicBezTo>
                  <a:cubicBezTo>
                    <a:pt x="3970" y="378"/>
                    <a:pt x="3016" y="1"/>
                    <a:pt x="207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5"/>
            <p:cNvSpPr/>
            <p:nvPr/>
          </p:nvSpPr>
          <p:spPr>
            <a:xfrm>
              <a:off x="7591907" y="2512302"/>
              <a:ext cx="181043" cy="58881"/>
            </a:xfrm>
            <a:custGeom>
              <a:rect b="b" l="l" r="r" t="t"/>
              <a:pathLst>
                <a:path extrusionOk="0" h="883" w="2715">
                  <a:moveTo>
                    <a:pt x="1506" y="1"/>
                  </a:moveTo>
                  <a:cubicBezTo>
                    <a:pt x="1374" y="1"/>
                    <a:pt x="1241" y="10"/>
                    <a:pt x="1113" y="31"/>
                  </a:cubicBezTo>
                  <a:cubicBezTo>
                    <a:pt x="459" y="135"/>
                    <a:pt x="66" y="581"/>
                    <a:pt x="0" y="660"/>
                  </a:cubicBezTo>
                  <a:lnTo>
                    <a:pt x="0" y="672"/>
                  </a:lnTo>
                  <a:cubicBezTo>
                    <a:pt x="0" y="672"/>
                    <a:pt x="366" y="883"/>
                    <a:pt x="906" y="883"/>
                  </a:cubicBezTo>
                  <a:cubicBezTo>
                    <a:pt x="1013" y="883"/>
                    <a:pt x="1127" y="875"/>
                    <a:pt x="1246" y="855"/>
                  </a:cubicBezTo>
                  <a:cubicBezTo>
                    <a:pt x="1941" y="738"/>
                    <a:pt x="2648" y="238"/>
                    <a:pt x="2714" y="188"/>
                  </a:cubicBezTo>
                  <a:cubicBezTo>
                    <a:pt x="2714" y="188"/>
                    <a:pt x="2119" y="1"/>
                    <a:pt x="150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5"/>
            <p:cNvSpPr/>
            <p:nvPr/>
          </p:nvSpPr>
          <p:spPr>
            <a:xfrm>
              <a:off x="7521222" y="2258237"/>
              <a:ext cx="131098" cy="302472"/>
            </a:xfrm>
            <a:custGeom>
              <a:rect b="b" l="l" r="r" t="t"/>
              <a:pathLst>
                <a:path extrusionOk="0" h="4536" w="1966">
                  <a:moveTo>
                    <a:pt x="1375" y="0"/>
                  </a:moveTo>
                  <a:cubicBezTo>
                    <a:pt x="1375" y="0"/>
                    <a:pt x="352" y="1233"/>
                    <a:pt x="170" y="2425"/>
                  </a:cubicBezTo>
                  <a:cubicBezTo>
                    <a:pt x="0" y="3514"/>
                    <a:pt x="629" y="4363"/>
                    <a:pt x="733" y="4520"/>
                  </a:cubicBezTo>
                  <a:cubicBezTo>
                    <a:pt x="746" y="4536"/>
                    <a:pt x="758" y="4536"/>
                    <a:pt x="758" y="4536"/>
                  </a:cubicBezTo>
                  <a:cubicBezTo>
                    <a:pt x="758" y="4536"/>
                    <a:pt x="1598" y="3878"/>
                    <a:pt x="1780" y="2674"/>
                  </a:cubicBezTo>
                  <a:cubicBezTo>
                    <a:pt x="1966" y="1532"/>
                    <a:pt x="1428" y="145"/>
                    <a:pt x="1375" y="13"/>
                  </a:cubicBezTo>
                  <a:lnTo>
                    <a:pt x="1375"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5"/>
            <p:cNvSpPr/>
            <p:nvPr/>
          </p:nvSpPr>
          <p:spPr>
            <a:xfrm>
              <a:off x="7527291" y="2294113"/>
              <a:ext cx="114561" cy="266597"/>
            </a:xfrm>
            <a:custGeom>
              <a:rect b="b" l="l" r="r" t="t"/>
              <a:pathLst>
                <a:path extrusionOk="0" h="3998" w="1718">
                  <a:moveTo>
                    <a:pt x="1192" y="0"/>
                  </a:moveTo>
                  <a:cubicBezTo>
                    <a:pt x="1192" y="0"/>
                    <a:pt x="315" y="1073"/>
                    <a:pt x="145" y="2136"/>
                  </a:cubicBezTo>
                  <a:cubicBezTo>
                    <a:pt x="0" y="3092"/>
                    <a:pt x="538" y="3853"/>
                    <a:pt x="642" y="3982"/>
                  </a:cubicBezTo>
                  <a:lnTo>
                    <a:pt x="655" y="3998"/>
                  </a:lnTo>
                  <a:cubicBezTo>
                    <a:pt x="655" y="3998"/>
                    <a:pt x="1387" y="3407"/>
                    <a:pt x="1560" y="2347"/>
                  </a:cubicBezTo>
                  <a:cubicBezTo>
                    <a:pt x="1718" y="1337"/>
                    <a:pt x="1246" y="117"/>
                    <a:pt x="120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5"/>
            <p:cNvSpPr/>
            <p:nvPr/>
          </p:nvSpPr>
          <p:spPr>
            <a:xfrm>
              <a:off x="7548229" y="2359530"/>
              <a:ext cx="69083" cy="182777"/>
            </a:xfrm>
            <a:custGeom>
              <a:rect b="b" l="l" r="r" t="t"/>
              <a:pathLst>
                <a:path extrusionOk="0" h="2741" w="1036">
                  <a:moveTo>
                    <a:pt x="746" y="1"/>
                  </a:moveTo>
                  <a:cubicBezTo>
                    <a:pt x="746" y="1"/>
                    <a:pt x="208" y="749"/>
                    <a:pt x="105" y="1482"/>
                  </a:cubicBezTo>
                  <a:cubicBezTo>
                    <a:pt x="1" y="2136"/>
                    <a:pt x="303" y="2636"/>
                    <a:pt x="366" y="2727"/>
                  </a:cubicBezTo>
                  <a:lnTo>
                    <a:pt x="366" y="2740"/>
                  </a:lnTo>
                  <a:cubicBezTo>
                    <a:pt x="366" y="2740"/>
                    <a:pt x="812" y="2334"/>
                    <a:pt x="916" y="1601"/>
                  </a:cubicBezTo>
                  <a:cubicBezTo>
                    <a:pt x="1036" y="906"/>
                    <a:pt x="775" y="79"/>
                    <a:pt x="74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5"/>
            <p:cNvSpPr/>
            <p:nvPr/>
          </p:nvSpPr>
          <p:spPr>
            <a:xfrm>
              <a:off x="7295699" y="2429614"/>
              <a:ext cx="274398" cy="144368"/>
            </a:xfrm>
            <a:custGeom>
              <a:rect b="b" l="l" r="r" t="t"/>
              <a:pathLst>
                <a:path extrusionOk="0" h="2165" w="4115">
                  <a:moveTo>
                    <a:pt x="379" y="1"/>
                  </a:moveTo>
                  <a:cubicBezTo>
                    <a:pt x="178" y="1"/>
                    <a:pt x="40" y="9"/>
                    <a:pt x="1" y="13"/>
                  </a:cubicBezTo>
                  <a:cubicBezTo>
                    <a:pt x="1" y="13"/>
                    <a:pt x="838" y="1349"/>
                    <a:pt x="1926" y="1900"/>
                  </a:cubicBezTo>
                  <a:cubicBezTo>
                    <a:pt x="2337" y="2102"/>
                    <a:pt x="2749" y="2165"/>
                    <a:pt x="3104" y="2165"/>
                  </a:cubicBezTo>
                  <a:cubicBezTo>
                    <a:pt x="3599" y="2165"/>
                    <a:pt x="3982" y="2042"/>
                    <a:pt x="4090" y="2004"/>
                  </a:cubicBezTo>
                  <a:lnTo>
                    <a:pt x="4115" y="1991"/>
                  </a:lnTo>
                  <a:cubicBezTo>
                    <a:pt x="4115" y="1991"/>
                    <a:pt x="3747" y="981"/>
                    <a:pt x="2659" y="431"/>
                  </a:cubicBezTo>
                  <a:cubicBezTo>
                    <a:pt x="1906" y="60"/>
                    <a:pt x="917" y="1"/>
                    <a:pt x="379"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 name="Google Shape;95;p5"/>
            <p:cNvSpPr/>
            <p:nvPr/>
          </p:nvSpPr>
          <p:spPr>
            <a:xfrm>
              <a:off x="7327173" y="2445485"/>
              <a:ext cx="242924" cy="127364"/>
            </a:xfrm>
            <a:custGeom>
              <a:rect b="b" l="l" r="r" t="t"/>
              <a:pathLst>
                <a:path extrusionOk="0" h="1910" w="3643">
                  <a:moveTo>
                    <a:pt x="330" y="0"/>
                  </a:moveTo>
                  <a:cubicBezTo>
                    <a:pt x="160" y="0"/>
                    <a:pt x="44" y="7"/>
                    <a:pt x="13" y="11"/>
                  </a:cubicBezTo>
                  <a:lnTo>
                    <a:pt x="1" y="11"/>
                  </a:lnTo>
                  <a:cubicBezTo>
                    <a:pt x="1" y="11"/>
                    <a:pt x="759" y="1190"/>
                    <a:pt x="1715" y="1662"/>
                  </a:cubicBezTo>
                  <a:cubicBezTo>
                    <a:pt x="2084" y="1851"/>
                    <a:pt x="2456" y="1910"/>
                    <a:pt x="2773" y="1910"/>
                  </a:cubicBezTo>
                  <a:cubicBezTo>
                    <a:pt x="3199" y="1910"/>
                    <a:pt x="3528" y="1803"/>
                    <a:pt x="3618" y="1766"/>
                  </a:cubicBezTo>
                  <a:lnTo>
                    <a:pt x="3643" y="1766"/>
                  </a:lnTo>
                  <a:cubicBezTo>
                    <a:pt x="3643" y="1766"/>
                    <a:pt x="3316" y="875"/>
                    <a:pt x="2344" y="391"/>
                  </a:cubicBezTo>
                  <a:cubicBezTo>
                    <a:pt x="1682" y="54"/>
                    <a:pt x="799" y="0"/>
                    <a:pt x="33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5"/>
            <p:cNvSpPr/>
            <p:nvPr/>
          </p:nvSpPr>
          <p:spPr>
            <a:xfrm>
              <a:off x="7386522" y="2474892"/>
              <a:ext cx="166173" cy="84687"/>
            </a:xfrm>
            <a:custGeom>
              <a:rect b="b" l="l" r="r" t="t"/>
              <a:pathLst>
                <a:path extrusionOk="0" h="1270" w="2492">
                  <a:moveTo>
                    <a:pt x="1" y="0"/>
                  </a:moveTo>
                  <a:cubicBezTo>
                    <a:pt x="1" y="0"/>
                    <a:pt x="551" y="749"/>
                    <a:pt x="1205" y="1076"/>
                  </a:cubicBezTo>
                  <a:cubicBezTo>
                    <a:pt x="1507" y="1227"/>
                    <a:pt x="1799" y="1270"/>
                    <a:pt x="2028" y="1270"/>
                  </a:cubicBezTo>
                  <a:cubicBezTo>
                    <a:pt x="2258" y="1270"/>
                    <a:pt x="2424" y="1227"/>
                    <a:pt x="2476" y="1208"/>
                  </a:cubicBezTo>
                  <a:lnTo>
                    <a:pt x="2492" y="1208"/>
                  </a:lnTo>
                  <a:cubicBezTo>
                    <a:pt x="2492" y="1208"/>
                    <a:pt x="2240" y="658"/>
                    <a:pt x="1586" y="328"/>
                  </a:cubicBezTo>
                  <a:cubicBezTo>
                    <a:pt x="957" y="13"/>
                    <a:pt x="92" y="0"/>
                    <a:pt x="1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7" name="Google Shape;97;p5"/>
          <p:cNvGrpSpPr/>
          <p:nvPr/>
        </p:nvGrpSpPr>
        <p:grpSpPr>
          <a:xfrm>
            <a:off x="-456954" y="-594022"/>
            <a:ext cx="2636519" cy="2919305"/>
            <a:chOff x="1180196" y="1611644"/>
            <a:chExt cx="1265489" cy="1401221"/>
          </a:xfrm>
        </p:grpSpPr>
        <p:sp>
          <p:nvSpPr>
            <p:cNvPr id="98" name="Google Shape;98;p5"/>
            <p:cNvSpPr/>
            <p:nvPr/>
          </p:nvSpPr>
          <p:spPr>
            <a:xfrm>
              <a:off x="1368110" y="1764685"/>
              <a:ext cx="719237" cy="825996"/>
            </a:xfrm>
            <a:custGeom>
              <a:rect b="b" l="l" r="r" t="t"/>
              <a:pathLst>
                <a:path extrusionOk="0" h="12387" w="10786">
                  <a:moveTo>
                    <a:pt x="394" y="7275"/>
                  </a:moveTo>
                  <a:cubicBezTo>
                    <a:pt x="236" y="7392"/>
                    <a:pt x="133" y="7549"/>
                    <a:pt x="79" y="7719"/>
                  </a:cubicBezTo>
                  <a:cubicBezTo>
                    <a:pt x="1" y="7942"/>
                    <a:pt x="38" y="8178"/>
                    <a:pt x="183" y="8364"/>
                  </a:cubicBezTo>
                  <a:lnTo>
                    <a:pt x="497" y="8757"/>
                  </a:lnTo>
                  <a:lnTo>
                    <a:pt x="604" y="8873"/>
                  </a:lnTo>
                  <a:cubicBezTo>
                    <a:pt x="762" y="9071"/>
                    <a:pt x="1035" y="9134"/>
                    <a:pt x="1312" y="9084"/>
                  </a:cubicBezTo>
                  <a:cubicBezTo>
                    <a:pt x="1454" y="9043"/>
                    <a:pt x="1586" y="8977"/>
                    <a:pt x="1718" y="8886"/>
                  </a:cubicBezTo>
                  <a:lnTo>
                    <a:pt x="4549" y="6580"/>
                  </a:lnTo>
                  <a:lnTo>
                    <a:pt x="2347" y="10892"/>
                  </a:lnTo>
                  <a:cubicBezTo>
                    <a:pt x="2256" y="11062"/>
                    <a:pt x="2215" y="11245"/>
                    <a:pt x="2240" y="11414"/>
                  </a:cubicBezTo>
                  <a:cubicBezTo>
                    <a:pt x="2268" y="11650"/>
                    <a:pt x="2385" y="11861"/>
                    <a:pt x="2583" y="11965"/>
                  </a:cubicBezTo>
                  <a:lnTo>
                    <a:pt x="3042" y="12201"/>
                  </a:lnTo>
                  <a:lnTo>
                    <a:pt x="3183" y="12267"/>
                  </a:lnTo>
                  <a:cubicBezTo>
                    <a:pt x="3407" y="12386"/>
                    <a:pt x="3684" y="12345"/>
                    <a:pt x="3907" y="12176"/>
                  </a:cubicBezTo>
                  <a:cubicBezTo>
                    <a:pt x="4036" y="12097"/>
                    <a:pt x="4127" y="11981"/>
                    <a:pt x="4206" y="11836"/>
                  </a:cubicBezTo>
                  <a:lnTo>
                    <a:pt x="8584" y="3316"/>
                  </a:lnTo>
                  <a:lnTo>
                    <a:pt x="10326" y="1900"/>
                  </a:lnTo>
                  <a:cubicBezTo>
                    <a:pt x="10694" y="1601"/>
                    <a:pt x="10785" y="1114"/>
                    <a:pt x="10537" y="815"/>
                  </a:cubicBezTo>
                  <a:lnTo>
                    <a:pt x="10446" y="696"/>
                  </a:lnTo>
                  <a:lnTo>
                    <a:pt x="10119" y="302"/>
                  </a:lnTo>
                  <a:cubicBezTo>
                    <a:pt x="9867" y="0"/>
                    <a:pt x="9370" y="0"/>
                    <a:pt x="9002" y="290"/>
                  </a:cubicBezTo>
                  <a:lnTo>
                    <a:pt x="8518" y="683"/>
                  </a:lnTo>
                  <a:lnTo>
                    <a:pt x="8414" y="630"/>
                  </a:lnTo>
                  <a:cubicBezTo>
                    <a:pt x="8059" y="447"/>
                    <a:pt x="7603" y="642"/>
                    <a:pt x="7392" y="1064"/>
                  </a:cubicBezTo>
                  <a:lnTo>
                    <a:pt x="6920" y="1979"/>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5"/>
            <p:cNvSpPr/>
            <p:nvPr/>
          </p:nvSpPr>
          <p:spPr>
            <a:xfrm>
              <a:off x="1924578" y="1611644"/>
              <a:ext cx="145168" cy="114627"/>
            </a:xfrm>
            <a:custGeom>
              <a:rect b="b" l="l" r="r" t="t"/>
              <a:pathLst>
                <a:path extrusionOk="0" h="1719" w="2177">
                  <a:moveTo>
                    <a:pt x="1324" y="1533"/>
                  </a:moveTo>
                  <a:cubicBezTo>
                    <a:pt x="1850" y="1350"/>
                    <a:pt x="2177" y="903"/>
                    <a:pt x="2045" y="526"/>
                  </a:cubicBezTo>
                  <a:cubicBezTo>
                    <a:pt x="1916" y="158"/>
                    <a:pt x="1378" y="1"/>
                    <a:pt x="853" y="183"/>
                  </a:cubicBezTo>
                  <a:cubicBezTo>
                    <a:pt x="327" y="353"/>
                    <a:pt x="0" y="812"/>
                    <a:pt x="145" y="1180"/>
                  </a:cubicBezTo>
                  <a:cubicBezTo>
                    <a:pt x="277" y="1561"/>
                    <a:pt x="799" y="1718"/>
                    <a:pt x="1324" y="153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5"/>
            <p:cNvSpPr/>
            <p:nvPr/>
          </p:nvSpPr>
          <p:spPr>
            <a:xfrm>
              <a:off x="1228279" y="2027410"/>
              <a:ext cx="144168" cy="117295"/>
            </a:xfrm>
            <a:custGeom>
              <a:rect b="b" l="l" r="r" t="t"/>
              <a:pathLst>
                <a:path extrusionOk="0" h="1759" w="2162">
                  <a:moveTo>
                    <a:pt x="1441" y="1469"/>
                  </a:moveTo>
                  <a:cubicBezTo>
                    <a:pt x="1926" y="1180"/>
                    <a:pt x="2162" y="683"/>
                    <a:pt x="1967" y="356"/>
                  </a:cubicBezTo>
                  <a:cubicBezTo>
                    <a:pt x="1768" y="29"/>
                    <a:pt x="1218" y="1"/>
                    <a:pt x="721" y="290"/>
                  </a:cubicBezTo>
                  <a:cubicBezTo>
                    <a:pt x="237" y="567"/>
                    <a:pt x="1" y="1064"/>
                    <a:pt x="196" y="1391"/>
                  </a:cubicBezTo>
                  <a:cubicBezTo>
                    <a:pt x="394" y="1718"/>
                    <a:pt x="957" y="1759"/>
                    <a:pt x="1441" y="1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 name="Google Shape;101;p5"/>
            <p:cNvSpPr/>
            <p:nvPr/>
          </p:nvSpPr>
          <p:spPr>
            <a:xfrm>
              <a:off x="1603107" y="1794218"/>
              <a:ext cx="152103" cy="117895"/>
            </a:xfrm>
            <a:custGeom>
              <a:rect b="b" l="l" r="r" t="t"/>
              <a:pathLst>
                <a:path extrusionOk="0" h="1768" w="2281">
                  <a:moveTo>
                    <a:pt x="1457" y="1507"/>
                  </a:moveTo>
                  <a:cubicBezTo>
                    <a:pt x="1994" y="1246"/>
                    <a:pt x="2281" y="746"/>
                    <a:pt x="2111" y="406"/>
                  </a:cubicBezTo>
                  <a:cubicBezTo>
                    <a:pt x="1941" y="66"/>
                    <a:pt x="1365" y="0"/>
                    <a:pt x="828" y="261"/>
                  </a:cubicBezTo>
                  <a:cubicBezTo>
                    <a:pt x="290" y="525"/>
                    <a:pt x="0" y="1022"/>
                    <a:pt x="173" y="1362"/>
                  </a:cubicBezTo>
                  <a:cubicBezTo>
                    <a:pt x="343" y="1705"/>
                    <a:pt x="919" y="1768"/>
                    <a:pt x="1457" y="150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5"/>
            <p:cNvSpPr/>
            <p:nvPr/>
          </p:nvSpPr>
          <p:spPr>
            <a:xfrm>
              <a:off x="1403857" y="1957592"/>
              <a:ext cx="94422" cy="121496"/>
            </a:xfrm>
            <a:custGeom>
              <a:rect b="b" l="l" r="r" t="t"/>
              <a:pathLst>
                <a:path extrusionOk="0" h="1822" w="1416">
                  <a:moveTo>
                    <a:pt x="592" y="1771"/>
                  </a:moveTo>
                  <a:cubicBezTo>
                    <a:pt x="931" y="1821"/>
                    <a:pt x="1274" y="1469"/>
                    <a:pt x="1337" y="997"/>
                  </a:cubicBezTo>
                  <a:cubicBezTo>
                    <a:pt x="1416" y="525"/>
                    <a:pt x="1180" y="91"/>
                    <a:pt x="828" y="41"/>
                  </a:cubicBezTo>
                  <a:cubicBezTo>
                    <a:pt x="472" y="0"/>
                    <a:pt x="132" y="340"/>
                    <a:pt x="66" y="812"/>
                  </a:cubicBezTo>
                  <a:cubicBezTo>
                    <a:pt x="0" y="1299"/>
                    <a:pt x="236" y="1718"/>
                    <a:pt x="592" y="177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5"/>
            <p:cNvSpPr/>
            <p:nvPr/>
          </p:nvSpPr>
          <p:spPr>
            <a:xfrm>
              <a:off x="2326723" y="1640792"/>
              <a:ext cx="118962" cy="143301"/>
            </a:xfrm>
            <a:custGeom>
              <a:rect b="b" l="l" r="r" t="t"/>
              <a:pathLst>
                <a:path extrusionOk="0" h="2149" w="1784">
                  <a:moveTo>
                    <a:pt x="236" y="787"/>
                  </a:moveTo>
                  <a:cubicBezTo>
                    <a:pt x="0" y="1284"/>
                    <a:pt x="104" y="1822"/>
                    <a:pt x="472" y="1991"/>
                  </a:cubicBezTo>
                  <a:cubicBezTo>
                    <a:pt x="840" y="2149"/>
                    <a:pt x="1324" y="1875"/>
                    <a:pt x="1548" y="1378"/>
                  </a:cubicBezTo>
                  <a:cubicBezTo>
                    <a:pt x="1784" y="878"/>
                    <a:pt x="1664" y="340"/>
                    <a:pt x="1312" y="170"/>
                  </a:cubicBezTo>
                  <a:cubicBezTo>
                    <a:pt x="944" y="1"/>
                    <a:pt x="459" y="277"/>
                    <a:pt x="236" y="78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5"/>
            <p:cNvSpPr/>
            <p:nvPr/>
          </p:nvSpPr>
          <p:spPr>
            <a:xfrm>
              <a:off x="1425862" y="1826492"/>
              <a:ext cx="164306" cy="148569"/>
            </a:xfrm>
            <a:custGeom>
              <a:rect b="b" l="l" r="r" t="t"/>
              <a:pathLst>
                <a:path extrusionOk="0" h="2228" w="2464">
                  <a:moveTo>
                    <a:pt x="878" y="1494"/>
                  </a:moveTo>
                  <a:cubicBezTo>
                    <a:pt x="1400" y="1913"/>
                    <a:pt x="1888" y="2227"/>
                    <a:pt x="2174" y="1875"/>
                  </a:cubicBezTo>
                  <a:cubicBezTo>
                    <a:pt x="2463" y="1520"/>
                    <a:pt x="2265" y="906"/>
                    <a:pt x="1743" y="485"/>
                  </a:cubicBezTo>
                  <a:cubicBezTo>
                    <a:pt x="1230" y="54"/>
                    <a:pt x="576" y="0"/>
                    <a:pt x="287" y="356"/>
                  </a:cubicBezTo>
                  <a:cubicBezTo>
                    <a:pt x="1" y="696"/>
                    <a:pt x="353" y="1076"/>
                    <a:pt x="878" y="149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5"/>
            <p:cNvSpPr/>
            <p:nvPr/>
          </p:nvSpPr>
          <p:spPr>
            <a:xfrm>
              <a:off x="1599715" y="2593958"/>
              <a:ext cx="156504" cy="124229"/>
            </a:xfrm>
            <a:custGeom>
              <a:rect b="b" l="l" r="r" t="t"/>
              <a:pathLst>
                <a:path extrusionOk="0" h="1863" w="2347">
                  <a:moveTo>
                    <a:pt x="931" y="170"/>
                  </a:moveTo>
                  <a:cubicBezTo>
                    <a:pt x="356" y="353"/>
                    <a:pt x="0" y="840"/>
                    <a:pt x="132" y="1259"/>
                  </a:cubicBezTo>
                  <a:cubicBezTo>
                    <a:pt x="277" y="1677"/>
                    <a:pt x="840" y="1863"/>
                    <a:pt x="1415" y="1690"/>
                  </a:cubicBezTo>
                  <a:cubicBezTo>
                    <a:pt x="1991" y="1507"/>
                    <a:pt x="2346" y="1023"/>
                    <a:pt x="2202" y="605"/>
                  </a:cubicBezTo>
                  <a:cubicBezTo>
                    <a:pt x="2070" y="183"/>
                    <a:pt x="1494" y="1"/>
                    <a:pt x="931" y="17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
            <p:cNvSpPr/>
            <p:nvPr/>
          </p:nvSpPr>
          <p:spPr>
            <a:xfrm>
              <a:off x="1456412" y="2705786"/>
              <a:ext cx="113560" cy="147702"/>
            </a:xfrm>
            <a:custGeom>
              <a:rect b="b" l="l" r="r" t="t"/>
              <a:pathLst>
                <a:path extrusionOk="0" h="2215" w="1703">
                  <a:moveTo>
                    <a:pt x="1652" y="1180"/>
                  </a:moveTo>
                  <a:cubicBezTo>
                    <a:pt x="1703" y="591"/>
                    <a:pt x="1375" y="79"/>
                    <a:pt x="945" y="41"/>
                  </a:cubicBezTo>
                  <a:cubicBezTo>
                    <a:pt x="498" y="0"/>
                    <a:pt x="105" y="447"/>
                    <a:pt x="51" y="1035"/>
                  </a:cubicBezTo>
                  <a:cubicBezTo>
                    <a:pt x="1" y="1626"/>
                    <a:pt x="315" y="2136"/>
                    <a:pt x="759" y="2177"/>
                  </a:cubicBezTo>
                  <a:cubicBezTo>
                    <a:pt x="1206" y="2214"/>
                    <a:pt x="1599" y="1771"/>
                    <a:pt x="1652" y="118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 name="Google Shape;107;p5"/>
            <p:cNvSpPr/>
            <p:nvPr/>
          </p:nvSpPr>
          <p:spPr>
            <a:xfrm>
              <a:off x="2095558" y="1708737"/>
              <a:ext cx="173108" cy="115427"/>
            </a:xfrm>
            <a:custGeom>
              <a:rect b="b" l="l" r="r" t="t"/>
              <a:pathLst>
                <a:path extrusionOk="0" h="1731" w="2596">
                  <a:moveTo>
                    <a:pt x="1523" y="1548"/>
                  </a:moveTo>
                  <a:cubicBezTo>
                    <a:pt x="2177" y="1375"/>
                    <a:pt x="2595" y="878"/>
                    <a:pt x="2466" y="431"/>
                  </a:cubicBezTo>
                  <a:cubicBezTo>
                    <a:pt x="2334" y="0"/>
                    <a:pt x="1825" y="79"/>
                    <a:pt x="1180" y="261"/>
                  </a:cubicBezTo>
                  <a:cubicBezTo>
                    <a:pt x="538" y="447"/>
                    <a:pt x="0" y="655"/>
                    <a:pt x="132" y="1089"/>
                  </a:cubicBezTo>
                  <a:cubicBezTo>
                    <a:pt x="252" y="1520"/>
                    <a:pt x="881" y="1730"/>
                    <a:pt x="1523" y="154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p:nvPr/>
          </p:nvSpPr>
          <p:spPr>
            <a:xfrm>
              <a:off x="1680002" y="2836019"/>
              <a:ext cx="141634" cy="166973"/>
            </a:xfrm>
            <a:custGeom>
              <a:rect b="b" l="l" r="r" t="t"/>
              <a:pathLst>
                <a:path extrusionOk="0" h="2504" w="2124">
                  <a:moveTo>
                    <a:pt x="369" y="261"/>
                  </a:moveTo>
                  <a:cubicBezTo>
                    <a:pt x="1" y="513"/>
                    <a:pt x="1" y="1167"/>
                    <a:pt x="381" y="1718"/>
                  </a:cubicBezTo>
                  <a:cubicBezTo>
                    <a:pt x="762" y="2268"/>
                    <a:pt x="1378" y="2504"/>
                    <a:pt x="1759" y="2243"/>
                  </a:cubicBezTo>
                  <a:cubicBezTo>
                    <a:pt x="2124" y="1991"/>
                    <a:pt x="1888" y="1535"/>
                    <a:pt x="1510" y="985"/>
                  </a:cubicBezTo>
                  <a:cubicBezTo>
                    <a:pt x="1117" y="434"/>
                    <a:pt x="749" y="0"/>
                    <a:pt x="369" y="2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 name="Google Shape;109;p5"/>
            <p:cNvSpPr/>
            <p:nvPr/>
          </p:nvSpPr>
          <p:spPr>
            <a:xfrm>
              <a:off x="1416989" y="1835703"/>
              <a:ext cx="444039" cy="732107"/>
            </a:xfrm>
            <a:custGeom>
              <a:rect b="b" l="l" r="r" t="t"/>
              <a:pathLst>
                <a:path extrusionOk="0" h="10979" w="6659">
                  <a:moveTo>
                    <a:pt x="5918" y="0"/>
                  </a:moveTo>
                  <a:cubicBezTo>
                    <a:pt x="5631" y="0"/>
                    <a:pt x="5335" y="183"/>
                    <a:pt x="5177" y="496"/>
                  </a:cubicBezTo>
                  <a:lnTo>
                    <a:pt x="120" y="10324"/>
                  </a:lnTo>
                  <a:cubicBezTo>
                    <a:pt x="41" y="10494"/>
                    <a:pt x="0" y="10680"/>
                    <a:pt x="29" y="10850"/>
                  </a:cubicBezTo>
                  <a:cubicBezTo>
                    <a:pt x="143" y="10792"/>
                    <a:pt x="283" y="10762"/>
                    <a:pt x="435" y="10762"/>
                  </a:cubicBezTo>
                  <a:cubicBezTo>
                    <a:pt x="632" y="10762"/>
                    <a:pt x="849" y="10811"/>
                    <a:pt x="1063" y="10916"/>
                  </a:cubicBezTo>
                  <a:cubicBezTo>
                    <a:pt x="1089" y="10941"/>
                    <a:pt x="1129" y="10953"/>
                    <a:pt x="1167" y="10979"/>
                  </a:cubicBezTo>
                  <a:lnTo>
                    <a:pt x="6659" y="301"/>
                  </a:lnTo>
                  <a:lnTo>
                    <a:pt x="6200" y="65"/>
                  </a:lnTo>
                  <a:cubicBezTo>
                    <a:pt x="6111" y="21"/>
                    <a:pt x="6015" y="0"/>
                    <a:pt x="591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p:nvPr/>
          </p:nvSpPr>
          <p:spPr>
            <a:xfrm>
              <a:off x="1494809" y="1855708"/>
              <a:ext cx="405430" cy="755113"/>
            </a:xfrm>
            <a:custGeom>
              <a:rect b="b" l="l" r="r" t="t"/>
              <a:pathLst>
                <a:path extrusionOk="0" h="11324" w="6080">
                  <a:moveTo>
                    <a:pt x="5492" y="1"/>
                  </a:moveTo>
                  <a:lnTo>
                    <a:pt x="0" y="10679"/>
                  </a:lnTo>
                  <a:cubicBezTo>
                    <a:pt x="277" y="10851"/>
                    <a:pt x="459" y="11087"/>
                    <a:pt x="525" y="11323"/>
                  </a:cubicBezTo>
                  <a:cubicBezTo>
                    <a:pt x="642" y="11229"/>
                    <a:pt x="749" y="11113"/>
                    <a:pt x="827" y="10968"/>
                  </a:cubicBezTo>
                  <a:lnTo>
                    <a:pt x="5872" y="1139"/>
                  </a:lnTo>
                  <a:cubicBezTo>
                    <a:pt x="6080" y="733"/>
                    <a:pt x="5976" y="249"/>
                    <a:pt x="5624" y="63"/>
                  </a:cubicBezTo>
                  <a:lnTo>
                    <a:pt x="5492"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5"/>
            <p:cNvSpPr/>
            <p:nvPr/>
          </p:nvSpPr>
          <p:spPr>
            <a:xfrm>
              <a:off x="1418856" y="2553284"/>
              <a:ext cx="111026" cy="67283"/>
            </a:xfrm>
            <a:custGeom>
              <a:rect b="b" l="l" r="r" t="t"/>
              <a:pathLst>
                <a:path extrusionOk="0" h="1009" w="1665">
                  <a:moveTo>
                    <a:pt x="407" y="1"/>
                  </a:moveTo>
                  <a:cubicBezTo>
                    <a:pt x="255" y="1"/>
                    <a:pt x="115" y="31"/>
                    <a:pt x="1" y="89"/>
                  </a:cubicBezTo>
                  <a:cubicBezTo>
                    <a:pt x="13" y="337"/>
                    <a:pt x="142" y="532"/>
                    <a:pt x="340" y="639"/>
                  </a:cubicBezTo>
                  <a:lnTo>
                    <a:pt x="800" y="875"/>
                  </a:lnTo>
                  <a:lnTo>
                    <a:pt x="944" y="941"/>
                  </a:lnTo>
                  <a:cubicBezTo>
                    <a:pt x="1031" y="987"/>
                    <a:pt x="1127" y="1009"/>
                    <a:pt x="1225" y="1009"/>
                  </a:cubicBezTo>
                  <a:cubicBezTo>
                    <a:pt x="1375" y="1009"/>
                    <a:pt x="1529" y="957"/>
                    <a:pt x="1664" y="862"/>
                  </a:cubicBezTo>
                  <a:cubicBezTo>
                    <a:pt x="1598" y="626"/>
                    <a:pt x="1416" y="390"/>
                    <a:pt x="1139" y="218"/>
                  </a:cubicBezTo>
                  <a:cubicBezTo>
                    <a:pt x="1101" y="192"/>
                    <a:pt x="1061" y="180"/>
                    <a:pt x="1035" y="155"/>
                  </a:cubicBezTo>
                  <a:cubicBezTo>
                    <a:pt x="821" y="50"/>
                    <a:pt x="604" y="1"/>
                    <a:pt x="407"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p:nvPr/>
          </p:nvSpPr>
          <p:spPr>
            <a:xfrm>
              <a:off x="1274553" y="1803295"/>
              <a:ext cx="690497" cy="546997"/>
            </a:xfrm>
            <a:custGeom>
              <a:rect b="b" l="l" r="r" t="t"/>
              <a:pathLst>
                <a:path extrusionOk="0" h="8203" w="10355">
                  <a:moveTo>
                    <a:pt x="9516" y="1"/>
                  </a:moveTo>
                  <a:cubicBezTo>
                    <a:pt x="9315" y="1"/>
                    <a:pt x="9101" y="73"/>
                    <a:pt x="8927" y="220"/>
                  </a:cubicBezTo>
                  <a:lnTo>
                    <a:pt x="303" y="7193"/>
                  </a:lnTo>
                  <a:cubicBezTo>
                    <a:pt x="158" y="7325"/>
                    <a:pt x="54" y="7483"/>
                    <a:pt x="1" y="7640"/>
                  </a:cubicBezTo>
                  <a:cubicBezTo>
                    <a:pt x="22" y="7638"/>
                    <a:pt x="44" y="7637"/>
                    <a:pt x="66" y="7637"/>
                  </a:cubicBezTo>
                  <a:cubicBezTo>
                    <a:pt x="352" y="7637"/>
                    <a:pt x="674" y="7808"/>
                    <a:pt x="919" y="8112"/>
                  </a:cubicBezTo>
                  <a:cubicBezTo>
                    <a:pt x="957" y="8137"/>
                    <a:pt x="969" y="8178"/>
                    <a:pt x="998" y="8203"/>
                  </a:cubicBezTo>
                  <a:lnTo>
                    <a:pt x="10355" y="629"/>
                  </a:lnTo>
                  <a:lnTo>
                    <a:pt x="10040" y="220"/>
                  </a:lnTo>
                  <a:cubicBezTo>
                    <a:pt x="9915" y="76"/>
                    <a:pt x="9722" y="1"/>
                    <a:pt x="951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5"/>
            <p:cNvSpPr/>
            <p:nvPr/>
          </p:nvSpPr>
          <p:spPr>
            <a:xfrm>
              <a:off x="1341036" y="1845239"/>
              <a:ext cx="647554" cy="558333"/>
            </a:xfrm>
            <a:custGeom>
              <a:rect b="b" l="l" r="r" t="t"/>
              <a:pathLst>
                <a:path extrusionOk="0" h="8373" w="9711">
                  <a:moveTo>
                    <a:pt x="9358" y="0"/>
                  </a:moveTo>
                  <a:lnTo>
                    <a:pt x="1" y="7574"/>
                  </a:lnTo>
                  <a:cubicBezTo>
                    <a:pt x="183" y="7835"/>
                    <a:pt x="262" y="8137"/>
                    <a:pt x="224" y="8373"/>
                  </a:cubicBezTo>
                  <a:cubicBezTo>
                    <a:pt x="366" y="8348"/>
                    <a:pt x="510" y="8282"/>
                    <a:pt x="642" y="8178"/>
                  </a:cubicBezTo>
                  <a:lnTo>
                    <a:pt x="9251" y="1192"/>
                  </a:lnTo>
                  <a:cubicBezTo>
                    <a:pt x="9619" y="903"/>
                    <a:pt x="9710" y="419"/>
                    <a:pt x="9462" y="117"/>
                  </a:cubicBezTo>
                  <a:lnTo>
                    <a:pt x="9358"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5"/>
            <p:cNvSpPr/>
            <p:nvPr/>
          </p:nvSpPr>
          <p:spPr>
            <a:xfrm>
              <a:off x="1269352" y="2312490"/>
              <a:ext cx="89155" cy="92622"/>
            </a:xfrm>
            <a:custGeom>
              <a:rect b="b" l="l" r="r" t="t"/>
              <a:pathLst>
                <a:path extrusionOk="0" h="1389" w="1337">
                  <a:moveTo>
                    <a:pt x="144" y="1"/>
                  </a:moveTo>
                  <a:cubicBezTo>
                    <a:pt x="122" y="1"/>
                    <a:pt x="100" y="2"/>
                    <a:pt x="79" y="4"/>
                  </a:cubicBezTo>
                  <a:cubicBezTo>
                    <a:pt x="0" y="227"/>
                    <a:pt x="25" y="476"/>
                    <a:pt x="170" y="646"/>
                  </a:cubicBezTo>
                  <a:lnTo>
                    <a:pt x="497" y="1039"/>
                  </a:lnTo>
                  <a:lnTo>
                    <a:pt x="604" y="1155"/>
                  </a:lnTo>
                  <a:cubicBezTo>
                    <a:pt x="725" y="1307"/>
                    <a:pt x="914" y="1389"/>
                    <a:pt x="1114" y="1389"/>
                  </a:cubicBezTo>
                  <a:cubicBezTo>
                    <a:pt x="1175" y="1389"/>
                    <a:pt x="1238" y="1381"/>
                    <a:pt x="1299" y="1366"/>
                  </a:cubicBezTo>
                  <a:cubicBezTo>
                    <a:pt x="1337" y="1130"/>
                    <a:pt x="1258" y="828"/>
                    <a:pt x="1076" y="567"/>
                  </a:cubicBezTo>
                  <a:cubicBezTo>
                    <a:pt x="1047" y="542"/>
                    <a:pt x="1035" y="501"/>
                    <a:pt x="997" y="476"/>
                  </a:cubicBezTo>
                  <a:cubicBezTo>
                    <a:pt x="752" y="172"/>
                    <a:pt x="430" y="1"/>
                    <a:pt x="144"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p:nvPr/>
          </p:nvSpPr>
          <p:spPr>
            <a:xfrm>
              <a:off x="1900178" y="1640787"/>
              <a:ext cx="145234" cy="100290"/>
            </a:xfrm>
            <a:custGeom>
              <a:rect b="b" l="l" r="r" t="t"/>
              <a:pathLst>
                <a:path extrusionOk="0" h="1504" w="2178">
                  <a:moveTo>
                    <a:pt x="1293" y="0"/>
                  </a:moveTo>
                  <a:cubicBezTo>
                    <a:pt x="1152" y="0"/>
                    <a:pt x="1003" y="25"/>
                    <a:pt x="853" y="78"/>
                  </a:cubicBezTo>
                  <a:cubicBezTo>
                    <a:pt x="331" y="261"/>
                    <a:pt x="1" y="707"/>
                    <a:pt x="133" y="1085"/>
                  </a:cubicBezTo>
                  <a:cubicBezTo>
                    <a:pt x="228" y="1348"/>
                    <a:pt x="530" y="1504"/>
                    <a:pt x="886" y="1504"/>
                  </a:cubicBezTo>
                  <a:cubicBezTo>
                    <a:pt x="1027" y="1504"/>
                    <a:pt x="1177" y="1479"/>
                    <a:pt x="1325" y="1428"/>
                  </a:cubicBezTo>
                  <a:cubicBezTo>
                    <a:pt x="1850" y="1258"/>
                    <a:pt x="2177" y="799"/>
                    <a:pt x="2045" y="431"/>
                  </a:cubicBezTo>
                  <a:cubicBezTo>
                    <a:pt x="1944" y="158"/>
                    <a:pt x="1647" y="0"/>
                    <a:pt x="12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 name="Google Shape;116;p5"/>
            <p:cNvSpPr/>
            <p:nvPr/>
          </p:nvSpPr>
          <p:spPr>
            <a:xfrm>
              <a:off x="1180196" y="2067295"/>
              <a:ext cx="144368" cy="105092"/>
            </a:xfrm>
            <a:custGeom>
              <a:rect b="b" l="l" r="r" t="t"/>
              <a:pathLst>
                <a:path extrusionOk="0" h="1576" w="2165">
                  <a:moveTo>
                    <a:pt x="1387" y="0"/>
                  </a:moveTo>
                  <a:cubicBezTo>
                    <a:pt x="1176" y="0"/>
                    <a:pt x="940" y="63"/>
                    <a:pt x="721" y="193"/>
                  </a:cubicBezTo>
                  <a:cubicBezTo>
                    <a:pt x="236" y="482"/>
                    <a:pt x="0" y="979"/>
                    <a:pt x="199" y="1309"/>
                  </a:cubicBezTo>
                  <a:cubicBezTo>
                    <a:pt x="304" y="1487"/>
                    <a:pt x="519" y="1576"/>
                    <a:pt x="770" y="1576"/>
                  </a:cubicBezTo>
                  <a:cubicBezTo>
                    <a:pt x="982" y="1576"/>
                    <a:pt x="1220" y="1513"/>
                    <a:pt x="1441" y="1388"/>
                  </a:cubicBezTo>
                  <a:cubicBezTo>
                    <a:pt x="1928" y="1099"/>
                    <a:pt x="2164" y="602"/>
                    <a:pt x="1966" y="272"/>
                  </a:cubicBezTo>
                  <a:cubicBezTo>
                    <a:pt x="1859" y="92"/>
                    <a:pt x="1642" y="0"/>
                    <a:pt x="138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5"/>
            <p:cNvSpPr/>
            <p:nvPr/>
          </p:nvSpPr>
          <p:spPr>
            <a:xfrm>
              <a:off x="1202868" y="2090634"/>
              <a:ext cx="94422" cy="61281"/>
            </a:xfrm>
            <a:custGeom>
              <a:rect b="b" l="l" r="r" t="t"/>
              <a:pathLst>
                <a:path extrusionOk="0" h="919" w="1416">
                  <a:moveTo>
                    <a:pt x="0" y="881"/>
                  </a:moveTo>
                  <a:cubicBezTo>
                    <a:pt x="0" y="865"/>
                    <a:pt x="41" y="865"/>
                    <a:pt x="107" y="852"/>
                  </a:cubicBezTo>
                  <a:cubicBezTo>
                    <a:pt x="173" y="852"/>
                    <a:pt x="264" y="827"/>
                    <a:pt x="355" y="786"/>
                  </a:cubicBezTo>
                  <a:cubicBezTo>
                    <a:pt x="447" y="736"/>
                    <a:pt x="538" y="670"/>
                    <a:pt x="604" y="591"/>
                  </a:cubicBezTo>
                  <a:cubicBezTo>
                    <a:pt x="670" y="513"/>
                    <a:pt x="708" y="409"/>
                    <a:pt x="761" y="330"/>
                  </a:cubicBezTo>
                  <a:cubicBezTo>
                    <a:pt x="815" y="236"/>
                    <a:pt x="881" y="145"/>
                    <a:pt x="972" y="79"/>
                  </a:cubicBezTo>
                  <a:cubicBezTo>
                    <a:pt x="1022" y="54"/>
                    <a:pt x="1063" y="28"/>
                    <a:pt x="1117" y="16"/>
                  </a:cubicBezTo>
                  <a:cubicBezTo>
                    <a:pt x="1167" y="0"/>
                    <a:pt x="1208" y="0"/>
                    <a:pt x="1246" y="16"/>
                  </a:cubicBezTo>
                  <a:cubicBezTo>
                    <a:pt x="1324" y="28"/>
                    <a:pt x="1378" y="66"/>
                    <a:pt x="1403" y="107"/>
                  </a:cubicBezTo>
                  <a:cubicBezTo>
                    <a:pt x="1415" y="145"/>
                    <a:pt x="1415" y="173"/>
                    <a:pt x="1403" y="173"/>
                  </a:cubicBezTo>
                  <a:cubicBezTo>
                    <a:pt x="1378" y="186"/>
                    <a:pt x="1337" y="132"/>
                    <a:pt x="1233" y="132"/>
                  </a:cubicBezTo>
                  <a:cubicBezTo>
                    <a:pt x="1180" y="132"/>
                    <a:pt x="1129" y="157"/>
                    <a:pt x="1063" y="198"/>
                  </a:cubicBezTo>
                  <a:cubicBezTo>
                    <a:pt x="1010" y="252"/>
                    <a:pt x="959" y="315"/>
                    <a:pt x="906" y="393"/>
                  </a:cubicBezTo>
                  <a:cubicBezTo>
                    <a:pt x="865" y="472"/>
                    <a:pt x="802" y="579"/>
                    <a:pt x="708" y="683"/>
                  </a:cubicBezTo>
                  <a:cubicBezTo>
                    <a:pt x="617" y="774"/>
                    <a:pt x="500" y="840"/>
                    <a:pt x="393" y="881"/>
                  </a:cubicBezTo>
                  <a:cubicBezTo>
                    <a:pt x="277" y="919"/>
                    <a:pt x="173" y="919"/>
                    <a:pt x="107" y="906"/>
                  </a:cubicBezTo>
                  <a:cubicBezTo>
                    <a:pt x="41" y="906"/>
                    <a:pt x="0" y="881"/>
                    <a:pt x="0" y="88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p:nvPr/>
          </p:nvSpPr>
          <p:spPr>
            <a:xfrm>
              <a:off x="1554157" y="1834369"/>
              <a:ext cx="153170" cy="104558"/>
            </a:xfrm>
            <a:custGeom>
              <a:rect b="b" l="l" r="r" t="t"/>
              <a:pathLst>
                <a:path extrusionOk="0" h="1568" w="2297">
                  <a:moveTo>
                    <a:pt x="1497" y="1"/>
                  </a:moveTo>
                  <a:cubicBezTo>
                    <a:pt x="1293" y="1"/>
                    <a:pt x="1063" y="54"/>
                    <a:pt x="840" y="163"/>
                  </a:cubicBezTo>
                  <a:cubicBezTo>
                    <a:pt x="302" y="437"/>
                    <a:pt x="0" y="921"/>
                    <a:pt x="186" y="1264"/>
                  </a:cubicBezTo>
                  <a:cubicBezTo>
                    <a:pt x="285" y="1463"/>
                    <a:pt x="524" y="1568"/>
                    <a:pt x="810" y="1568"/>
                  </a:cubicBezTo>
                  <a:cubicBezTo>
                    <a:pt x="1012" y="1568"/>
                    <a:pt x="1239" y="1515"/>
                    <a:pt x="1457" y="1406"/>
                  </a:cubicBezTo>
                  <a:cubicBezTo>
                    <a:pt x="1994" y="1145"/>
                    <a:pt x="2296" y="648"/>
                    <a:pt x="2123" y="305"/>
                  </a:cubicBezTo>
                  <a:cubicBezTo>
                    <a:pt x="2024" y="106"/>
                    <a:pt x="1786" y="1"/>
                    <a:pt x="149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5"/>
            <p:cNvSpPr/>
            <p:nvPr/>
          </p:nvSpPr>
          <p:spPr>
            <a:xfrm>
              <a:off x="1575096" y="1859042"/>
              <a:ext cx="111226" cy="67416"/>
            </a:xfrm>
            <a:custGeom>
              <a:rect b="b" l="l" r="r" t="t"/>
              <a:pathLst>
                <a:path extrusionOk="0" h="1011" w="1668">
                  <a:moveTo>
                    <a:pt x="1652" y="1"/>
                  </a:moveTo>
                  <a:cubicBezTo>
                    <a:pt x="1652" y="1"/>
                    <a:pt x="1668" y="54"/>
                    <a:pt x="1640" y="133"/>
                  </a:cubicBezTo>
                  <a:cubicBezTo>
                    <a:pt x="1614" y="212"/>
                    <a:pt x="1548" y="328"/>
                    <a:pt x="1457" y="422"/>
                  </a:cubicBezTo>
                  <a:cubicBezTo>
                    <a:pt x="1404" y="473"/>
                    <a:pt x="1338" y="514"/>
                    <a:pt x="1275" y="551"/>
                  </a:cubicBezTo>
                  <a:cubicBezTo>
                    <a:pt x="1234" y="564"/>
                    <a:pt x="1196" y="580"/>
                    <a:pt x="1143" y="580"/>
                  </a:cubicBezTo>
                  <a:cubicBezTo>
                    <a:pt x="1089" y="580"/>
                    <a:pt x="1051" y="564"/>
                    <a:pt x="1010" y="551"/>
                  </a:cubicBezTo>
                  <a:cubicBezTo>
                    <a:pt x="973" y="539"/>
                    <a:pt x="944" y="539"/>
                    <a:pt x="919" y="526"/>
                  </a:cubicBezTo>
                  <a:cubicBezTo>
                    <a:pt x="882" y="526"/>
                    <a:pt x="853" y="514"/>
                    <a:pt x="828" y="514"/>
                  </a:cubicBezTo>
                  <a:cubicBezTo>
                    <a:pt x="762" y="514"/>
                    <a:pt x="709" y="514"/>
                    <a:pt x="658" y="526"/>
                  </a:cubicBezTo>
                  <a:cubicBezTo>
                    <a:pt x="435" y="551"/>
                    <a:pt x="278" y="683"/>
                    <a:pt x="186" y="800"/>
                  </a:cubicBezTo>
                  <a:cubicBezTo>
                    <a:pt x="95" y="919"/>
                    <a:pt x="54" y="1010"/>
                    <a:pt x="29" y="998"/>
                  </a:cubicBezTo>
                  <a:cubicBezTo>
                    <a:pt x="17" y="998"/>
                    <a:pt x="1" y="973"/>
                    <a:pt x="1" y="919"/>
                  </a:cubicBezTo>
                  <a:cubicBezTo>
                    <a:pt x="17" y="878"/>
                    <a:pt x="29" y="815"/>
                    <a:pt x="67" y="737"/>
                  </a:cubicBezTo>
                  <a:cubicBezTo>
                    <a:pt x="108" y="658"/>
                    <a:pt x="174" y="564"/>
                    <a:pt x="265" y="501"/>
                  </a:cubicBezTo>
                  <a:cubicBezTo>
                    <a:pt x="356" y="422"/>
                    <a:pt x="488" y="369"/>
                    <a:pt x="617" y="344"/>
                  </a:cubicBezTo>
                  <a:cubicBezTo>
                    <a:pt x="683" y="328"/>
                    <a:pt x="762" y="328"/>
                    <a:pt x="841" y="344"/>
                  </a:cubicBezTo>
                  <a:cubicBezTo>
                    <a:pt x="882" y="344"/>
                    <a:pt x="919" y="356"/>
                    <a:pt x="960" y="369"/>
                  </a:cubicBezTo>
                  <a:cubicBezTo>
                    <a:pt x="998" y="369"/>
                    <a:pt x="1039" y="394"/>
                    <a:pt x="1064" y="407"/>
                  </a:cubicBezTo>
                  <a:cubicBezTo>
                    <a:pt x="1089" y="422"/>
                    <a:pt x="1117" y="422"/>
                    <a:pt x="1143" y="422"/>
                  </a:cubicBezTo>
                  <a:cubicBezTo>
                    <a:pt x="1155" y="435"/>
                    <a:pt x="1180" y="422"/>
                    <a:pt x="1209" y="422"/>
                  </a:cubicBezTo>
                  <a:cubicBezTo>
                    <a:pt x="1275" y="394"/>
                    <a:pt x="1325" y="369"/>
                    <a:pt x="1378" y="328"/>
                  </a:cubicBezTo>
                  <a:cubicBezTo>
                    <a:pt x="1470" y="265"/>
                    <a:pt x="1536" y="186"/>
                    <a:pt x="1573" y="120"/>
                  </a:cubicBezTo>
                  <a:cubicBezTo>
                    <a:pt x="1627" y="42"/>
                    <a:pt x="1640" y="1"/>
                    <a:pt x="1652"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5"/>
            <p:cNvSpPr/>
            <p:nvPr/>
          </p:nvSpPr>
          <p:spPr>
            <a:xfrm>
              <a:off x="1355973" y="1994210"/>
              <a:ext cx="93356" cy="115294"/>
            </a:xfrm>
            <a:custGeom>
              <a:rect b="b" l="l" r="r" t="t"/>
              <a:pathLst>
                <a:path extrusionOk="0" h="1729" w="1400">
                  <a:moveTo>
                    <a:pt x="751" y="0"/>
                  </a:moveTo>
                  <a:cubicBezTo>
                    <a:pt x="426" y="0"/>
                    <a:pt x="124" y="328"/>
                    <a:pt x="63" y="779"/>
                  </a:cubicBezTo>
                  <a:cubicBezTo>
                    <a:pt x="0" y="1251"/>
                    <a:pt x="220" y="1682"/>
                    <a:pt x="576" y="1723"/>
                  </a:cubicBezTo>
                  <a:cubicBezTo>
                    <a:pt x="600" y="1727"/>
                    <a:pt x="624" y="1728"/>
                    <a:pt x="648" y="1728"/>
                  </a:cubicBezTo>
                  <a:cubicBezTo>
                    <a:pt x="974" y="1728"/>
                    <a:pt x="1275" y="1400"/>
                    <a:pt x="1337" y="949"/>
                  </a:cubicBezTo>
                  <a:cubicBezTo>
                    <a:pt x="1400" y="477"/>
                    <a:pt x="1180" y="59"/>
                    <a:pt x="824" y="6"/>
                  </a:cubicBezTo>
                  <a:cubicBezTo>
                    <a:pt x="800" y="2"/>
                    <a:pt x="776" y="0"/>
                    <a:pt x="75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5"/>
            <p:cNvSpPr/>
            <p:nvPr/>
          </p:nvSpPr>
          <p:spPr>
            <a:xfrm>
              <a:off x="1386381" y="2003345"/>
              <a:ext cx="33408" cy="97823"/>
            </a:xfrm>
            <a:custGeom>
              <a:rect b="b" l="l" r="r" t="t"/>
              <a:pathLst>
                <a:path extrusionOk="0" h="1467" w="501">
                  <a:moveTo>
                    <a:pt x="95" y="1454"/>
                  </a:moveTo>
                  <a:cubicBezTo>
                    <a:pt x="79" y="1441"/>
                    <a:pt x="107" y="1416"/>
                    <a:pt x="145" y="1375"/>
                  </a:cubicBezTo>
                  <a:cubicBezTo>
                    <a:pt x="198" y="1325"/>
                    <a:pt x="252" y="1259"/>
                    <a:pt x="290" y="1180"/>
                  </a:cubicBezTo>
                  <a:cubicBezTo>
                    <a:pt x="330" y="1102"/>
                    <a:pt x="330" y="995"/>
                    <a:pt x="302" y="916"/>
                  </a:cubicBezTo>
                  <a:cubicBezTo>
                    <a:pt x="290" y="878"/>
                    <a:pt x="264" y="853"/>
                    <a:pt x="223" y="812"/>
                  </a:cubicBezTo>
                  <a:cubicBezTo>
                    <a:pt x="186" y="774"/>
                    <a:pt x="145" y="721"/>
                    <a:pt x="120" y="680"/>
                  </a:cubicBezTo>
                  <a:cubicBezTo>
                    <a:pt x="54" y="589"/>
                    <a:pt x="16" y="485"/>
                    <a:pt x="16" y="394"/>
                  </a:cubicBezTo>
                  <a:cubicBezTo>
                    <a:pt x="0" y="340"/>
                    <a:pt x="0" y="303"/>
                    <a:pt x="16" y="249"/>
                  </a:cubicBezTo>
                  <a:cubicBezTo>
                    <a:pt x="16" y="208"/>
                    <a:pt x="28" y="171"/>
                    <a:pt x="54" y="130"/>
                  </a:cubicBezTo>
                  <a:cubicBezTo>
                    <a:pt x="95" y="67"/>
                    <a:pt x="145" y="26"/>
                    <a:pt x="198" y="13"/>
                  </a:cubicBezTo>
                  <a:cubicBezTo>
                    <a:pt x="236" y="1"/>
                    <a:pt x="264" y="26"/>
                    <a:pt x="264" y="38"/>
                  </a:cubicBezTo>
                  <a:cubicBezTo>
                    <a:pt x="264" y="51"/>
                    <a:pt x="252" y="67"/>
                    <a:pt x="223" y="79"/>
                  </a:cubicBezTo>
                  <a:cubicBezTo>
                    <a:pt x="211" y="105"/>
                    <a:pt x="198" y="130"/>
                    <a:pt x="186" y="183"/>
                  </a:cubicBezTo>
                  <a:cubicBezTo>
                    <a:pt x="173" y="237"/>
                    <a:pt x="173" y="287"/>
                    <a:pt x="186" y="366"/>
                  </a:cubicBezTo>
                  <a:cubicBezTo>
                    <a:pt x="198" y="432"/>
                    <a:pt x="223" y="510"/>
                    <a:pt x="264" y="576"/>
                  </a:cubicBezTo>
                  <a:cubicBezTo>
                    <a:pt x="290" y="617"/>
                    <a:pt x="315" y="642"/>
                    <a:pt x="356" y="696"/>
                  </a:cubicBezTo>
                  <a:cubicBezTo>
                    <a:pt x="368" y="708"/>
                    <a:pt x="393" y="734"/>
                    <a:pt x="409" y="759"/>
                  </a:cubicBezTo>
                  <a:cubicBezTo>
                    <a:pt x="434" y="787"/>
                    <a:pt x="447" y="825"/>
                    <a:pt x="459" y="866"/>
                  </a:cubicBezTo>
                  <a:cubicBezTo>
                    <a:pt x="500" y="995"/>
                    <a:pt x="459" y="1139"/>
                    <a:pt x="393" y="1231"/>
                  </a:cubicBezTo>
                  <a:cubicBezTo>
                    <a:pt x="330" y="1325"/>
                    <a:pt x="252" y="1375"/>
                    <a:pt x="186" y="1416"/>
                  </a:cubicBezTo>
                  <a:cubicBezTo>
                    <a:pt x="132" y="1454"/>
                    <a:pt x="95" y="1466"/>
                    <a:pt x="95" y="1454"/>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5"/>
            <p:cNvSpPr/>
            <p:nvPr/>
          </p:nvSpPr>
          <p:spPr>
            <a:xfrm>
              <a:off x="2276873" y="1669261"/>
              <a:ext cx="119028" cy="127764"/>
            </a:xfrm>
            <a:custGeom>
              <a:rect b="b" l="l" r="r" t="t"/>
              <a:pathLst>
                <a:path extrusionOk="0" h="1916" w="1785">
                  <a:moveTo>
                    <a:pt x="1084" y="0"/>
                  </a:moveTo>
                  <a:cubicBezTo>
                    <a:pt x="768" y="0"/>
                    <a:pt x="415" y="256"/>
                    <a:pt x="224" y="658"/>
                  </a:cubicBezTo>
                  <a:cubicBezTo>
                    <a:pt x="1" y="1158"/>
                    <a:pt x="108" y="1696"/>
                    <a:pt x="473" y="1866"/>
                  </a:cubicBezTo>
                  <a:cubicBezTo>
                    <a:pt x="546" y="1899"/>
                    <a:pt x="624" y="1916"/>
                    <a:pt x="704" y="1916"/>
                  </a:cubicBezTo>
                  <a:cubicBezTo>
                    <a:pt x="1024" y="1916"/>
                    <a:pt x="1370" y="1657"/>
                    <a:pt x="1548" y="1249"/>
                  </a:cubicBezTo>
                  <a:cubicBezTo>
                    <a:pt x="1784" y="752"/>
                    <a:pt x="1665" y="214"/>
                    <a:pt x="1300" y="44"/>
                  </a:cubicBezTo>
                  <a:cubicBezTo>
                    <a:pt x="1232" y="14"/>
                    <a:pt x="1159" y="0"/>
                    <a:pt x="108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5"/>
            <p:cNvSpPr/>
            <p:nvPr/>
          </p:nvSpPr>
          <p:spPr>
            <a:xfrm>
              <a:off x="1376912" y="1868245"/>
              <a:ext cx="164306" cy="127297"/>
            </a:xfrm>
            <a:custGeom>
              <a:rect b="b" l="l" r="r" t="t"/>
              <a:pathLst>
                <a:path extrusionOk="0" h="1909" w="2464">
                  <a:moveTo>
                    <a:pt x="837" y="1"/>
                  </a:moveTo>
                  <a:cubicBezTo>
                    <a:pt x="611" y="1"/>
                    <a:pt x="413" y="76"/>
                    <a:pt x="287" y="231"/>
                  </a:cubicBezTo>
                  <a:cubicBezTo>
                    <a:pt x="1" y="583"/>
                    <a:pt x="365" y="951"/>
                    <a:pt x="891" y="1369"/>
                  </a:cubicBezTo>
                  <a:cubicBezTo>
                    <a:pt x="1259" y="1665"/>
                    <a:pt x="1602" y="1908"/>
                    <a:pt x="1872" y="1908"/>
                  </a:cubicBezTo>
                  <a:cubicBezTo>
                    <a:pt x="1987" y="1908"/>
                    <a:pt x="2089" y="1865"/>
                    <a:pt x="2174" y="1763"/>
                  </a:cubicBezTo>
                  <a:cubicBezTo>
                    <a:pt x="2463" y="1410"/>
                    <a:pt x="2281" y="781"/>
                    <a:pt x="1756" y="363"/>
                  </a:cubicBezTo>
                  <a:cubicBezTo>
                    <a:pt x="1467" y="125"/>
                    <a:pt x="1129"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5"/>
            <p:cNvSpPr/>
            <p:nvPr/>
          </p:nvSpPr>
          <p:spPr>
            <a:xfrm>
              <a:off x="1402118" y="1899319"/>
              <a:ext cx="102358" cy="88354"/>
            </a:xfrm>
            <a:custGeom>
              <a:rect b="b" l="l" r="r" t="t"/>
              <a:pathLst>
                <a:path extrusionOk="0" h="1325" w="1535">
                  <a:moveTo>
                    <a:pt x="1522" y="1325"/>
                  </a:moveTo>
                  <a:cubicBezTo>
                    <a:pt x="1510" y="1325"/>
                    <a:pt x="1494" y="1284"/>
                    <a:pt x="1456" y="1218"/>
                  </a:cubicBezTo>
                  <a:cubicBezTo>
                    <a:pt x="1415" y="1155"/>
                    <a:pt x="1352" y="1089"/>
                    <a:pt x="1258" y="1010"/>
                  </a:cubicBezTo>
                  <a:cubicBezTo>
                    <a:pt x="1088" y="853"/>
                    <a:pt x="852" y="667"/>
                    <a:pt x="683" y="539"/>
                  </a:cubicBezTo>
                  <a:cubicBezTo>
                    <a:pt x="315" y="274"/>
                    <a:pt x="0" y="79"/>
                    <a:pt x="28" y="26"/>
                  </a:cubicBezTo>
                  <a:cubicBezTo>
                    <a:pt x="41" y="1"/>
                    <a:pt x="132" y="26"/>
                    <a:pt x="264" y="79"/>
                  </a:cubicBezTo>
                  <a:cubicBezTo>
                    <a:pt x="409" y="145"/>
                    <a:pt x="591" y="249"/>
                    <a:pt x="786" y="394"/>
                  </a:cubicBezTo>
                  <a:cubicBezTo>
                    <a:pt x="972" y="526"/>
                    <a:pt x="1195" y="734"/>
                    <a:pt x="1337" y="932"/>
                  </a:cubicBezTo>
                  <a:cubicBezTo>
                    <a:pt x="1415" y="1023"/>
                    <a:pt x="1481" y="1114"/>
                    <a:pt x="1510" y="1193"/>
                  </a:cubicBezTo>
                  <a:cubicBezTo>
                    <a:pt x="1535" y="1271"/>
                    <a:pt x="1535" y="1325"/>
                    <a:pt x="1522" y="132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5"/>
            <p:cNvSpPr/>
            <p:nvPr/>
          </p:nvSpPr>
          <p:spPr>
            <a:xfrm>
              <a:off x="1553290" y="2621835"/>
              <a:ext cx="155704" cy="109759"/>
            </a:xfrm>
            <a:custGeom>
              <a:rect b="b" l="l" r="r" t="t"/>
              <a:pathLst>
                <a:path extrusionOk="0" h="1646" w="2335">
                  <a:moveTo>
                    <a:pt x="1359" y="0"/>
                  </a:moveTo>
                  <a:cubicBezTo>
                    <a:pt x="1221" y="0"/>
                    <a:pt x="1076" y="23"/>
                    <a:pt x="932" y="70"/>
                  </a:cubicBezTo>
                  <a:cubicBezTo>
                    <a:pt x="356" y="240"/>
                    <a:pt x="1" y="724"/>
                    <a:pt x="133" y="1143"/>
                  </a:cubicBezTo>
                  <a:cubicBezTo>
                    <a:pt x="231" y="1457"/>
                    <a:pt x="576" y="1645"/>
                    <a:pt x="984" y="1645"/>
                  </a:cubicBezTo>
                  <a:cubicBezTo>
                    <a:pt x="1123" y="1645"/>
                    <a:pt x="1270" y="1623"/>
                    <a:pt x="1416" y="1577"/>
                  </a:cubicBezTo>
                  <a:cubicBezTo>
                    <a:pt x="1979" y="1407"/>
                    <a:pt x="2335" y="919"/>
                    <a:pt x="2202" y="501"/>
                  </a:cubicBezTo>
                  <a:cubicBezTo>
                    <a:pt x="2106" y="190"/>
                    <a:pt x="1761" y="0"/>
                    <a:pt x="135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5"/>
            <p:cNvSpPr/>
            <p:nvPr/>
          </p:nvSpPr>
          <p:spPr>
            <a:xfrm>
              <a:off x="1579497" y="2649975"/>
              <a:ext cx="110226" cy="50812"/>
            </a:xfrm>
            <a:custGeom>
              <a:rect b="b" l="l" r="r" t="t"/>
              <a:pathLst>
                <a:path extrusionOk="0" h="762" w="1653">
                  <a:moveTo>
                    <a:pt x="1640" y="120"/>
                  </a:moveTo>
                  <a:cubicBezTo>
                    <a:pt x="1640" y="133"/>
                    <a:pt x="1602" y="120"/>
                    <a:pt x="1523" y="120"/>
                  </a:cubicBezTo>
                  <a:cubicBezTo>
                    <a:pt x="1457" y="104"/>
                    <a:pt x="1366" y="104"/>
                    <a:pt x="1259" y="133"/>
                  </a:cubicBezTo>
                  <a:cubicBezTo>
                    <a:pt x="1155" y="145"/>
                    <a:pt x="1051" y="199"/>
                    <a:pt x="957" y="261"/>
                  </a:cubicBezTo>
                  <a:cubicBezTo>
                    <a:pt x="878" y="340"/>
                    <a:pt x="800" y="434"/>
                    <a:pt x="737" y="513"/>
                  </a:cubicBezTo>
                  <a:cubicBezTo>
                    <a:pt x="658" y="604"/>
                    <a:pt x="564" y="683"/>
                    <a:pt x="460" y="721"/>
                  </a:cubicBezTo>
                  <a:cubicBezTo>
                    <a:pt x="407" y="749"/>
                    <a:pt x="356" y="762"/>
                    <a:pt x="290" y="762"/>
                  </a:cubicBezTo>
                  <a:cubicBezTo>
                    <a:pt x="237" y="749"/>
                    <a:pt x="199" y="733"/>
                    <a:pt x="158" y="721"/>
                  </a:cubicBezTo>
                  <a:cubicBezTo>
                    <a:pt x="80" y="683"/>
                    <a:pt x="29" y="617"/>
                    <a:pt x="13" y="576"/>
                  </a:cubicBezTo>
                  <a:cubicBezTo>
                    <a:pt x="1" y="526"/>
                    <a:pt x="13" y="497"/>
                    <a:pt x="29" y="497"/>
                  </a:cubicBezTo>
                  <a:cubicBezTo>
                    <a:pt x="54" y="497"/>
                    <a:pt x="80" y="563"/>
                    <a:pt x="199" y="592"/>
                  </a:cubicBezTo>
                  <a:cubicBezTo>
                    <a:pt x="249" y="604"/>
                    <a:pt x="315" y="604"/>
                    <a:pt x="381" y="563"/>
                  </a:cubicBezTo>
                  <a:cubicBezTo>
                    <a:pt x="448" y="538"/>
                    <a:pt x="526" y="472"/>
                    <a:pt x="592" y="394"/>
                  </a:cubicBezTo>
                  <a:cubicBezTo>
                    <a:pt x="658" y="328"/>
                    <a:pt x="737" y="224"/>
                    <a:pt x="853" y="145"/>
                  </a:cubicBezTo>
                  <a:cubicBezTo>
                    <a:pt x="973" y="54"/>
                    <a:pt x="1114" y="13"/>
                    <a:pt x="1234" y="13"/>
                  </a:cubicBezTo>
                  <a:cubicBezTo>
                    <a:pt x="1366" y="0"/>
                    <a:pt x="1470" y="26"/>
                    <a:pt x="1536" y="54"/>
                  </a:cubicBezTo>
                  <a:cubicBezTo>
                    <a:pt x="1614" y="92"/>
                    <a:pt x="1652" y="120"/>
                    <a:pt x="1640" y="12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5"/>
            <p:cNvSpPr/>
            <p:nvPr/>
          </p:nvSpPr>
          <p:spPr>
            <a:xfrm>
              <a:off x="1410054" y="2728462"/>
              <a:ext cx="112693" cy="143634"/>
            </a:xfrm>
            <a:custGeom>
              <a:rect b="b" l="l" r="r" t="t"/>
              <a:pathLst>
                <a:path extrusionOk="0" h="2154" w="1690">
                  <a:moveTo>
                    <a:pt x="891" y="1"/>
                  </a:moveTo>
                  <a:cubicBezTo>
                    <a:pt x="467" y="1"/>
                    <a:pt x="102" y="433"/>
                    <a:pt x="54" y="1012"/>
                  </a:cubicBezTo>
                  <a:cubicBezTo>
                    <a:pt x="1" y="1601"/>
                    <a:pt x="315" y="2113"/>
                    <a:pt x="762" y="2151"/>
                  </a:cubicBezTo>
                  <a:cubicBezTo>
                    <a:pt x="780" y="2153"/>
                    <a:pt x="797" y="2154"/>
                    <a:pt x="815" y="2154"/>
                  </a:cubicBezTo>
                  <a:cubicBezTo>
                    <a:pt x="1226" y="2154"/>
                    <a:pt x="1601" y="1708"/>
                    <a:pt x="1652" y="1145"/>
                  </a:cubicBezTo>
                  <a:cubicBezTo>
                    <a:pt x="1690" y="553"/>
                    <a:pt x="1375" y="44"/>
                    <a:pt x="944" y="3"/>
                  </a:cubicBezTo>
                  <a:cubicBezTo>
                    <a:pt x="926" y="1"/>
                    <a:pt x="909" y="1"/>
                    <a:pt x="8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5"/>
            <p:cNvSpPr/>
            <p:nvPr/>
          </p:nvSpPr>
          <p:spPr>
            <a:xfrm>
              <a:off x="1450331" y="2739932"/>
              <a:ext cx="28807" cy="112093"/>
            </a:xfrm>
            <a:custGeom>
              <a:rect b="b" l="l" r="r" t="t"/>
              <a:pathLst>
                <a:path extrusionOk="0" h="1681" w="432">
                  <a:moveTo>
                    <a:pt x="315" y="1"/>
                  </a:moveTo>
                  <a:cubicBezTo>
                    <a:pt x="328" y="13"/>
                    <a:pt x="299" y="54"/>
                    <a:pt x="261" y="108"/>
                  </a:cubicBezTo>
                  <a:cubicBezTo>
                    <a:pt x="221" y="171"/>
                    <a:pt x="195" y="249"/>
                    <a:pt x="170" y="356"/>
                  </a:cubicBezTo>
                  <a:cubicBezTo>
                    <a:pt x="158" y="460"/>
                    <a:pt x="158" y="579"/>
                    <a:pt x="195" y="683"/>
                  </a:cubicBezTo>
                  <a:cubicBezTo>
                    <a:pt x="221" y="787"/>
                    <a:pt x="287" y="894"/>
                    <a:pt x="340" y="998"/>
                  </a:cubicBezTo>
                  <a:cubicBezTo>
                    <a:pt x="394" y="1089"/>
                    <a:pt x="431" y="1208"/>
                    <a:pt x="431" y="1325"/>
                  </a:cubicBezTo>
                  <a:cubicBezTo>
                    <a:pt x="431" y="1378"/>
                    <a:pt x="419" y="1429"/>
                    <a:pt x="394" y="1482"/>
                  </a:cubicBezTo>
                  <a:cubicBezTo>
                    <a:pt x="365" y="1536"/>
                    <a:pt x="340" y="1573"/>
                    <a:pt x="315" y="1602"/>
                  </a:cubicBezTo>
                  <a:cubicBezTo>
                    <a:pt x="249" y="1652"/>
                    <a:pt x="170" y="1680"/>
                    <a:pt x="117" y="1665"/>
                  </a:cubicBezTo>
                  <a:cubicBezTo>
                    <a:pt x="79" y="1665"/>
                    <a:pt x="51" y="1639"/>
                    <a:pt x="51" y="1627"/>
                  </a:cubicBezTo>
                  <a:cubicBezTo>
                    <a:pt x="63" y="1602"/>
                    <a:pt x="142" y="1602"/>
                    <a:pt x="208" y="1507"/>
                  </a:cubicBezTo>
                  <a:cubicBezTo>
                    <a:pt x="236" y="1470"/>
                    <a:pt x="261" y="1403"/>
                    <a:pt x="249" y="1325"/>
                  </a:cubicBezTo>
                  <a:cubicBezTo>
                    <a:pt x="249" y="1246"/>
                    <a:pt x="221" y="1168"/>
                    <a:pt x="170" y="1076"/>
                  </a:cubicBezTo>
                  <a:cubicBezTo>
                    <a:pt x="129" y="985"/>
                    <a:pt x="63" y="866"/>
                    <a:pt x="38" y="721"/>
                  </a:cubicBezTo>
                  <a:cubicBezTo>
                    <a:pt x="0" y="592"/>
                    <a:pt x="13" y="447"/>
                    <a:pt x="51" y="328"/>
                  </a:cubicBezTo>
                  <a:cubicBezTo>
                    <a:pt x="92" y="211"/>
                    <a:pt x="158" y="120"/>
                    <a:pt x="208" y="67"/>
                  </a:cubicBezTo>
                  <a:cubicBezTo>
                    <a:pt x="274" y="13"/>
                    <a:pt x="315" y="1"/>
                    <a:pt x="31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5"/>
            <p:cNvSpPr/>
            <p:nvPr/>
          </p:nvSpPr>
          <p:spPr>
            <a:xfrm>
              <a:off x="2037612" y="1746614"/>
              <a:ext cx="172041" cy="100357"/>
            </a:xfrm>
            <a:custGeom>
              <a:rect b="b" l="l" r="r" t="t"/>
              <a:pathLst>
                <a:path extrusionOk="0" h="1505" w="2580">
                  <a:moveTo>
                    <a:pt x="1960" y="0"/>
                  </a:moveTo>
                  <a:cubicBezTo>
                    <a:pt x="1744" y="0"/>
                    <a:pt x="1476" y="63"/>
                    <a:pt x="1180" y="143"/>
                  </a:cubicBezTo>
                  <a:cubicBezTo>
                    <a:pt x="535" y="325"/>
                    <a:pt x="0" y="536"/>
                    <a:pt x="129" y="979"/>
                  </a:cubicBezTo>
                  <a:cubicBezTo>
                    <a:pt x="219" y="1306"/>
                    <a:pt x="598" y="1505"/>
                    <a:pt x="1054" y="1505"/>
                  </a:cubicBezTo>
                  <a:cubicBezTo>
                    <a:pt x="1203" y="1505"/>
                    <a:pt x="1361" y="1483"/>
                    <a:pt x="1519" y="1438"/>
                  </a:cubicBezTo>
                  <a:cubicBezTo>
                    <a:pt x="2161" y="1256"/>
                    <a:pt x="2579" y="756"/>
                    <a:pt x="2463" y="325"/>
                  </a:cubicBezTo>
                  <a:cubicBezTo>
                    <a:pt x="2392" y="85"/>
                    <a:pt x="2211" y="0"/>
                    <a:pt x="196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5"/>
            <p:cNvSpPr/>
            <p:nvPr/>
          </p:nvSpPr>
          <p:spPr>
            <a:xfrm>
              <a:off x="2055017" y="1760284"/>
              <a:ext cx="128364" cy="41143"/>
            </a:xfrm>
            <a:custGeom>
              <a:rect b="b" l="l" r="r" t="t"/>
              <a:pathLst>
                <a:path extrusionOk="0" h="617" w="1925">
                  <a:moveTo>
                    <a:pt x="0" y="526"/>
                  </a:moveTo>
                  <a:cubicBezTo>
                    <a:pt x="0" y="513"/>
                    <a:pt x="54" y="526"/>
                    <a:pt x="116" y="526"/>
                  </a:cubicBezTo>
                  <a:cubicBezTo>
                    <a:pt x="195" y="526"/>
                    <a:pt x="289" y="513"/>
                    <a:pt x="406" y="488"/>
                  </a:cubicBezTo>
                  <a:cubicBezTo>
                    <a:pt x="642" y="447"/>
                    <a:pt x="919" y="368"/>
                    <a:pt x="1126" y="290"/>
                  </a:cubicBezTo>
                  <a:cubicBezTo>
                    <a:pt x="1560" y="145"/>
                    <a:pt x="1887" y="0"/>
                    <a:pt x="1912" y="54"/>
                  </a:cubicBezTo>
                  <a:cubicBezTo>
                    <a:pt x="1925" y="79"/>
                    <a:pt x="1862" y="133"/>
                    <a:pt x="1730" y="211"/>
                  </a:cubicBezTo>
                  <a:cubicBezTo>
                    <a:pt x="1610" y="290"/>
                    <a:pt x="1415" y="381"/>
                    <a:pt x="1192" y="460"/>
                  </a:cubicBezTo>
                  <a:cubicBezTo>
                    <a:pt x="969" y="538"/>
                    <a:pt x="667" y="592"/>
                    <a:pt x="431" y="604"/>
                  </a:cubicBezTo>
                  <a:cubicBezTo>
                    <a:pt x="302" y="617"/>
                    <a:pt x="195" y="604"/>
                    <a:pt x="116" y="592"/>
                  </a:cubicBezTo>
                  <a:cubicBezTo>
                    <a:pt x="38" y="567"/>
                    <a:pt x="0" y="526"/>
                    <a:pt x="0" y="5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5"/>
            <p:cNvSpPr/>
            <p:nvPr/>
          </p:nvSpPr>
          <p:spPr>
            <a:xfrm>
              <a:off x="1632777" y="2868431"/>
              <a:ext cx="142701" cy="144434"/>
            </a:xfrm>
            <a:custGeom>
              <a:rect b="b" l="l" r="r" t="t"/>
              <a:pathLst>
                <a:path extrusionOk="0" h="2166" w="2140">
                  <a:moveTo>
                    <a:pt x="616" y="1"/>
                  </a:moveTo>
                  <a:cubicBezTo>
                    <a:pt x="538" y="1"/>
                    <a:pt x="460" y="26"/>
                    <a:pt x="381" y="80"/>
                  </a:cubicBezTo>
                  <a:cubicBezTo>
                    <a:pt x="1" y="329"/>
                    <a:pt x="17" y="983"/>
                    <a:pt x="394" y="1533"/>
                  </a:cubicBezTo>
                  <a:cubicBezTo>
                    <a:pt x="669" y="1932"/>
                    <a:pt x="1068" y="2165"/>
                    <a:pt x="1407" y="2165"/>
                  </a:cubicBezTo>
                  <a:cubicBezTo>
                    <a:pt x="1536" y="2165"/>
                    <a:pt x="1657" y="2131"/>
                    <a:pt x="1759" y="2059"/>
                  </a:cubicBezTo>
                  <a:cubicBezTo>
                    <a:pt x="2140" y="1810"/>
                    <a:pt x="1888" y="1351"/>
                    <a:pt x="1510" y="801"/>
                  </a:cubicBezTo>
                  <a:cubicBezTo>
                    <a:pt x="1209" y="364"/>
                    <a:pt x="915" y="1"/>
                    <a:pt x="61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1674721" y="2877100"/>
              <a:ext cx="76218" cy="111226"/>
            </a:xfrm>
            <a:custGeom>
              <a:rect b="b" l="l" r="r" t="t"/>
              <a:pathLst>
                <a:path extrusionOk="0" h="1668" w="1143">
                  <a:moveTo>
                    <a:pt x="29" y="1"/>
                  </a:moveTo>
                  <a:cubicBezTo>
                    <a:pt x="42" y="1"/>
                    <a:pt x="42" y="42"/>
                    <a:pt x="67" y="120"/>
                  </a:cubicBezTo>
                  <a:cubicBezTo>
                    <a:pt x="95" y="186"/>
                    <a:pt x="133" y="277"/>
                    <a:pt x="199" y="369"/>
                  </a:cubicBezTo>
                  <a:cubicBezTo>
                    <a:pt x="315" y="579"/>
                    <a:pt x="488" y="815"/>
                    <a:pt x="617" y="985"/>
                  </a:cubicBezTo>
                  <a:cubicBezTo>
                    <a:pt x="907" y="1337"/>
                    <a:pt x="1143" y="1602"/>
                    <a:pt x="1102" y="1652"/>
                  </a:cubicBezTo>
                  <a:cubicBezTo>
                    <a:pt x="1089" y="1668"/>
                    <a:pt x="998" y="1627"/>
                    <a:pt x="894" y="1536"/>
                  </a:cubicBezTo>
                  <a:cubicBezTo>
                    <a:pt x="775" y="1432"/>
                    <a:pt x="617" y="1287"/>
                    <a:pt x="473" y="1089"/>
                  </a:cubicBezTo>
                  <a:cubicBezTo>
                    <a:pt x="331" y="919"/>
                    <a:pt x="186" y="645"/>
                    <a:pt x="95" y="422"/>
                  </a:cubicBezTo>
                  <a:cubicBezTo>
                    <a:pt x="42" y="315"/>
                    <a:pt x="17" y="199"/>
                    <a:pt x="17" y="120"/>
                  </a:cubicBezTo>
                  <a:cubicBezTo>
                    <a:pt x="1" y="42"/>
                    <a:pt x="29" y="1"/>
                    <a:pt x="29"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3" name="Shape 133"/>
        <p:cNvGrpSpPr/>
        <p:nvPr/>
      </p:nvGrpSpPr>
      <p:grpSpPr>
        <a:xfrm>
          <a:off x="0" y="0"/>
          <a:ext cx="0" cy="0"/>
          <a:chOff x="0" y="0"/>
          <a:chExt cx="0" cy="0"/>
        </a:xfrm>
      </p:grpSpPr>
      <p:sp>
        <p:nvSpPr>
          <p:cNvPr id="134" name="Google Shape;134;p6"/>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35" name="Google Shape;135;p6"/>
          <p:cNvGrpSpPr/>
          <p:nvPr/>
        </p:nvGrpSpPr>
        <p:grpSpPr>
          <a:xfrm>
            <a:off x="7339378" y="122162"/>
            <a:ext cx="2172809" cy="1995569"/>
            <a:chOff x="3070431" y="1341472"/>
            <a:chExt cx="1136882" cy="1044145"/>
          </a:xfrm>
        </p:grpSpPr>
        <p:grpSp>
          <p:nvGrpSpPr>
            <p:cNvPr id="136" name="Google Shape;136;p6"/>
            <p:cNvGrpSpPr/>
            <p:nvPr/>
          </p:nvGrpSpPr>
          <p:grpSpPr>
            <a:xfrm>
              <a:off x="3659448" y="2055671"/>
              <a:ext cx="547865" cy="329946"/>
              <a:chOff x="3659448" y="2055671"/>
              <a:chExt cx="547865" cy="329946"/>
            </a:xfrm>
          </p:grpSpPr>
          <p:sp>
            <p:nvSpPr>
              <p:cNvPr id="137" name="Google Shape;137;p6"/>
              <p:cNvSpPr/>
              <p:nvPr/>
            </p:nvSpPr>
            <p:spPr>
              <a:xfrm>
                <a:off x="3758206" y="2055671"/>
                <a:ext cx="449107" cy="327678"/>
              </a:xfrm>
              <a:custGeom>
                <a:rect b="b" l="l" r="r" t="t"/>
                <a:pathLst>
                  <a:path extrusionOk="0" h="4914" w="6735">
                    <a:moveTo>
                      <a:pt x="4611" y="957"/>
                    </a:moveTo>
                    <a:cubicBezTo>
                      <a:pt x="2922" y="1"/>
                      <a:pt x="261" y="315"/>
                      <a:pt x="13" y="353"/>
                    </a:cubicBezTo>
                    <a:lnTo>
                      <a:pt x="0" y="353"/>
                    </a:lnTo>
                    <a:cubicBezTo>
                      <a:pt x="0" y="353"/>
                      <a:pt x="1114" y="3001"/>
                      <a:pt x="2881" y="3998"/>
                    </a:cubicBezTo>
                    <a:cubicBezTo>
                      <a:pt x="4482" y="4913"/>
                      <a:pt x="6357" y="4155"/>
                      <a:pt x="6684" y="4011"/>
                    </a:cubicBezTo>
                    <a:cubicBezTo>
                      <a:pt x="6722" y="3998"/>
                      <a:pt x="6734" y="3982"/>
                      <a:pt x="6734" y="3982"/>
                    </a:cubicBezTo>
                    <a:cubicBezTo>
                      <a:pt x="6734" y="3982"/>
                      <a:pt x="6382" y="1966"/>
                      <a:pt x="4611" y="95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6"/>
              <p:cNvSpPr/>
              <p:nvPr/>
            </p:nvSpPr>
            <p:spPr>
              <a:xfrm>
                <a:off x="3659448" y="2107751"/>
                <a:ext cx="449307" cy="277866"/>
              </a:xfrm>
              <a:custGeom>
                <a:rect b="b" l="l" r="r" t="t"/>
                <a:pathLst>
                  <a:path extrusionOk="0" h="4167" w="6738">
                    <a:moveTo>
                      <a:pt x="1311" y="0"/>
                    </a:moveTo>
                    <a:cubicBezTo>
                      <a:pt x="626" y="0"/>
                      <a:pt x="115" y="60"/>
                      <a:pt x="13" y="72"/>
                    </a:cubicBezTo>
                    <a:lnTo>
                      <a:pt x="0" y="72"/>
                    </a:lnTo>
                    <a:cubicBezTo>
                      <a:pt x="0" y="72"/>
                      <a:pt x="1113" y="2717"/>
                      <a:pt x="2884" y="3727"/>
                    </a:cubicBezTo>
                    <a:cubicBezTo>
                      <a:pt x="3465" y="4056"/>
                      <a:pt x="4080" y="4167"/>
                      <a:pt x="4645" y="4167"/>
                    </a:cubicBezTo>
                    <a:cubicBezTo>
                      <a:pt x="5634" y="4167"/>
                      <a:pt x="6467" y="3827"/>
                      <a:pt x="6684" y="3727"/>
                    </a:cubicBezTo>
                    <a:cubicBezTo>
                      <a:pt x="6721" y="3714"/>
                      <a:pt x="6737" y="3702"/>
                      <a:pt x="6737" y="3702"/>
                    </a:cubicBezTo>
                    <a:cubicBezTo>
                      <a:pt x="6737" y="3702"/>
                      <a:pt x="6369" y="1682"/>
                      <a:pt x="4614" y="685"/>
                    </a:cubicBezTo>
                    <a:cubicBezTo>
                      <a:pt x="3619" y="123"/>
                      <a:pt x="2288" y="0"/>
                      <a:pt x="1311"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6"/>
              <p:cNvSpPr/>
              <p:nvPr/>
            </p:nvSpPr>
            <p:spPr>
              <a:xfrm>
                <a:off x="3660248" y="2107751"/>
                <a:ext cx="448506" cy="248526"/>
              </a:xfrm>
              <a:custGeom>
                <a:rect b="b" l="l" r="r" t="t"/>
                <a:pathLst>
                  <a:path extrusionOk="0" h="3727" w="6726">
                    <a:moveTo>
                      <a:pt x="1299" y="0"/>
                    </a:moveTo>
                    <a:cubicBezTo>
                      <a:pt x="614" y="0"/>
                      <a:pt x="103" y="60"/>
                      <a:pt x="1" y="72"/>
                    </a:cubicBezTo>
                    <a:lnTo>
                      <a:pt x="6672" y="3727"/>
                    </a:lnTo>
                    <a:cubicBezTo>
                      <a:pt x="6709" y="3714"/>
                      <a:pt x="6725" y="3702"/>
                      <a:pt x="6725" y="3702"/>
                    </a:cubicBezTo>
                    <a:cubicBezTo>
                      <a:pt x="6725" y="3702"/>
                      <a:pt x="6357" y="1682"/>
                      <a:pt x="4602" y="685"/>
                    </a:cubicBezTo>
                    <a:cubicBezTo>
                      <a:pt x="3607" y="123"/>
                      <a:pt x="2276" y="0"/>
                      <a:pt x="1299"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 name="Google Shape;140;p6"/>
            <p:cNvGrpSpPr/>
            <p:nvPr/>
          </p:nvGrpSpPr>
          <p:grpSpPr>
            <a:xfrm>
              <a:off x="3070431" y="1341472"/>
              <a:ext cx="1032118" cy="637025"/>
              <a:chOff x="3070431" y="1341472"/>
              <a:chExt cx="1032118" cy="637025"/>
            </a:xfrm>
          </p:grpSpPr>
          <p:sp>
            <p:nvSpPr>
              <p:cNvPr id="141" name="Google Shape;141;p6"/>
              <p:cNvSpPr/>
              <p:nvPr/>
            </p:nvSpPr>
            <p:spPr>
              <a:xfrm>
                <a:off x="3489870" y="1341472"/>
                <a:ext cx="612679" cy="611879"/>
              </a:xfrm>
              <a:custGeom>
                <a:rect b="b" l="l" r="r" t="t"/>
                <a:pathLst>
                  <a:path extrusionOk="0" h="9176" w="9188">
                    <a:moveTo>
                      <a:pt x="6920" y="9005"/>
                    </a:moveTo>
                    <a:cubicBezTo>
                      <a:pt x="7364" y="8848"/>
                      <a:pt x="7521" y="8219"/>
                      <a:pt x="7301" y="7615"/>
                    </a:cubicBezTo>
                    <a:cubicBezTo>
                      <a:pt x="7077" y="7052"/>
                      <a:pt x="6606" y="6709"/>
                      <a:pt x="6184" y="6788"/>
                    </a:cubicBezTo>
                    <a:cubicBezTo>
                      <a:pt x="6357" y="6568"/>
                      <a:pt x="6448" y="6200"/>
                      <a:pt x="6540" y="5766"/>
                    </a:cubicBezTo>
                    <a:cubicBezTo>
                      <a:pt x="6697" y="5008"/>
                      <a:pt x="6763" y="4351"/>
                      <a:pt x="6250" y="4234"/>
                    </a:cubicBezTo>
                    <a:cubicBezTo>
                      <a:pt x="6027" y="4193"/>
                      <a:pt x="5791" y="4259"/>
                      <a:pt x="5596" y="4417"/>
                    </a:cubicBezTo>
                    <a:cubicBezTo>
                      <a:pt x="5766" y="3973"/>
                      <a:pt x="5700" y="3526"/>
                      <a:pt x="5385" y="3316"/>
                    </a:cubicBezTo>
                    <a:cubicBezTo>
                      <a:pt x="5319" y="3265"/>
                      <a:pt x="5228" y="3237"/>
                      <a:pt x="5137" y="3225"/>
                    </a:cubicBezTo>
                    <a:cubicBezTo>
                      <a:pt x="5215" y="3108"/>
                      <a:pt x="5256" y="2976"/>
                      <a:pt x="5241" y="2831"/>
                    </a:cubicBezTo>
                    <a:cubicBezTo>
                      <a:pt x="5241" y="2753"/>
                      <a:pt x="5215" y="2687"/>
                      <a:pt x="5190" y="2621"/>
                    </a:cubicBezTo>
                    <a:cubicBezTo>
                      <a:pt x="5451" y="3080"/>
                      <a:pt x="5911" y="3328"/>
                      <a:pt x="6291" y="3199"/>
                    </a:cubicBezTo>
                    <a:cubicBezTo>
                      <a:pt x="6370" y="3159"/>
                      <a:pt x="6436" y="3121"/>
                      <a:pt x="6499" y="3055"/>
                    </a:cubicBezTo>
                    <a:cubicBezTo>
                      <a:pt x="6514" y="3080"/>
                      <a:pt x="6540" y="3092"/>
                      <a:pt x="6565" y="3121"/>
                    </a:cubicBezTo>
                    <a:cubicBezTo>
                      <a:pt x="6697" y="3212"/>
                      <a:pt x="6867" y="3265"/>
                      <a:pt x="7037" y="3265"/>
                    </a:cubicBezTo>
                    <a:cubicBezTo>
                      <a:pt x="7049" y="3382"/>
                      <a:pt x="7090" y="3514"/>
                      <a:pt x="7128" y="3643"/>
                    </a:cubicBezTo>
                    <a:cubicBezTo>
                      <a:pt x="7260" y="3986"/>
                      <a:pt x="7483" y="4234"/>
                      <a:pt x="7732" y="4379"/>
                    </a:cubicBezTo>
                    <a:cubicBezTo>
                      <a:pt x="7339" y="4351"/>
                      <a:pt x="6986" y="4508"/>
                      <a:pt x="6854" y="4810"/>
                    </a:cubicBezTo>
                    <a:cubicBezTo>
                      <a:pt x="6672" y="5244"/>
                      <a:pt x="7011" y="5794"/>
                      <a:pt x="7600" y="6043"/>
                    </a:cubicBezTo>
                    <a:cubicBezTo>
                      <a:pt x="8203" y="6291"/>
                      <a:pt x="8833" y="6146"/>
                      <a:pt x="9015" y="5728"/>
                    </a:cubicBezTo>
                    <a:cubicBezTo>
                      <a:pt x="9188" y="5294"/>
                      <a:pt x="8858" y="4744"/>
                      <a:pt x="8257" y="4495"/>
                    </a:cubicBezTo>
                    <a:cubicBezTo>
                      <a:pt x="8244" y="4483"/>
                      <a:pt x="8216" y="4483"/>
                      <a:pt x="8191" y="4470"/>
                    </a:cubicBezTo>
                    <a:cubicBezTo>
                      <a:pt x="8244" y="4470"/>
                      <a:pt x="8295" y="4457"/>
                      <a:pt x="8336" y="4429"/>
                    </a:cubicBezTo>
                    <a:cubicBezTo>
                      <a:pt x="8766" y="4272"/>
                      <a:pt x="8936" y="3643"/>
                      <a:pt x="8700" y="3042"/>
                    </a:cubicBezTo>
                    <a:cubicBezTo>
                      <a:pt x="8609" y="2794"/>
                      <a:pt x="8465" y="2583"/>
                      <a:pt x="8282" y="2438"/>
                    </a:cubicBezTo>
                    <a:cubicBezTo>
                      <a:pt x="8663" y="1850"/>
                      <a:pt x="8675" y="1180"/>
                      <a:pt x="8282" y="878"/>
                    </a:cubicBezTo>
                    <a:cubicBezTo>
                      <a:pt x="7864" y="551"/>
                      <a:pt x="7442" y="998"/>
                      <a:pt x="6971" y="1614"/>
                    </a:cubicBezTo>
                    <a:cubicBezTo>
                      <a:pt x="6879" y="1731"/>
                      <a:pt x="6788" y="1850"/>
                      <a:pt x="6709" y="1966"/>
                    </a:cubicBezTo>
                    <a:cubicBezTo>
                      <a:pt x="6697" y="1900"/>
                      <a:pt x="6684" y="1850"/>
                      <a:pt x="6656" y="1797"/>
                    </a:cubicBezTo>
                    <a:cubicBezTo>
                      <a:pt x="6436" y="1193"/>
                      <a:pt x="5898" y="840"/>
                      <a:pt x="5464" y="1010"/>
                    </a:cubicBezTo>
                    <a:cubicBezTo>
                      <a:pt x="5020" y="1168"/>
                      <a:pt x="4863" y="1797"/>
                      <a:pt x="5083" y="2401"/>
                    </a:cubicBezTo>
                    <a:cubicBezTo>
                      <a:pt x="5112" y="2451"/>
                      <a:pt x="5124" y="2492"/>
                      <a:pt x="5149" y="2542"/>
                    </a:cubicBezTo>
                    <a:cubicBezTo>
                      <a:pt x="4967" y="2228"/>
                      <a:pt x="4533" y="2033"/>
                      <a:pt x="4036" y="2058"/>
                    </a:cubicBezTo>
                    <a:cubicBezTo>
                      <a:pt x="3800" y="2070"/>
                      <a:pt x="3577" y="2136"/>
                      <a:pt x="3394" y="2228"/>
                    </a:cubicBezTo>
                    <a:cubicBezTo>
                      <a:pt x="3394" y="2086"/>
                      <a:pt x="3369" y="1941"/>
                      <a:pt x="3316" y="1809"/>
                    </a:cubicBezTo>
                    <a:cubicBezTo>
                      <a:pt x="3709" y="1677"/>
                      <a:pt x="3970" y="1391"/>
                      <a:pt x="3998" y="1048"/>
                    </a:cubicBezTo>
                    <a:cubicBezTo>
                      <a:pt x="4023" y="539"/>
                      <a:pt x="3486" y="79"/>
                      <a:pt x="2791" y="42"/>
                    </a:cubicBezTo>
                    <a:cubicBezTo>
                      <a:pt x="2095" y="1"/>
                      <a:pt x="1507" y="394"/>
                      <a:pt x="1482" y="907"/>
                    </a:cubicBezTo>
                    <a:cubicBezTo>
                      <a:pt x="1466" y="1180"/>
                      <a:pt x="1611" y="1429"/>
                      <a:pt x="1860" y="1614"/>
                    </a:cubicBezTo>
                    <a:cubicBezTo>
                      <a:pt x="1768" y="1822"/>
                      <a:pt x="1718" y="2058"/>
                      <a:pt x="1718" y="2322"/>
                    </a:cubicBezTo>
                    <a:cubicBezTo>
                      <a:pt x="1731" y="2401"/>
                      <a:pt x="1731" y="2479"/>
                      <a:pt x="1743" y="2558"/>
                    </a:cubicBezTo>
                    <a:cubicBezTo>
                      <a:pt x="1690" y="2372"/>
                      <a:pt x="1586" y="2256"/>
                      <a:pt x="1375" y="2202"/>
                    </a:cubicBezTo>
                    <a:cubicBezTo>
                      <a:pt x="866" y="2099"/>
                      <a:pt x="315" y="2636"/>
                      <a:pt x="158" y="3394"/>
                    </a:cubicBezTo>
                    <a:cubicBezTo>
                      <a:pt x="1" y="4156"/>
                      <a:pt x="287" y="4863"/>
                      <a:pt x="800" y="4967"/>
                    </a:cubicBezTo>
                    <a:cubicBezTo>
                      <a:pt x="903" y="4995"/>
                      <a:pt x="982" y="4980"/>
                      <a:pt x="1061" y="4967"/>
                    </a:cubicBezTo>
                    <a:cubicBezTo>
                      <a:pt x="1010" y="5203"/>
                      <a:pt x="1035" y="5492"/>
                      <a:pt x="1139" y="5766"/>
                    </a:cubicBezTo>
                    <a:cubicBezTo>
                      <a:pt x="1363" y="6370"/>
                      <a:pt x="1900" y="6725"/>
                      <a:pt x="2331" y="6568"/>
                    </a:cubicBezTo>
                    <a:cubicBezTo>
                      <a:pt x="2529" y="6489"/>
                      <a:pt x="2662" y="6332"/>
                      <a:pt x="2740" y="6121"/>
                    </a:cubicBezTo>
                    <a:cubicBezTo>
                      <a:pt x="3001" y="6659"/>
                      <a:pt x="3511" y="6974"/>
                      <a:pt x="3957" y="6816"/>
                    </a:cubicBezTo>
                    <a:cubicBezTo>
                      <a:pt x="4429" y="6647"/>
                      <a:pt x="4640" y="6002"/>
                      <a:pt x="4429" y="5360"/>
                    </a:cubicBezTo>
                    <a:cubicBezTo>
                      <a:pt x="4653" y="5360"/>
                      <a:pt x="4901" y="5269"/>
                      <a:pt x="5124" y="5087"/>
                    </a:cubicBezTo>
                    <a:cubicBezTo>
                      <a:pt x="5083" y="5190"/>
                      <a:pt x="5046" y="5310"/>
                      <a:pt x="5020" y="5426"/>
                    </a:cubicBezTo>
                    <a:cubicBezTo>
                      <a:pt x="4863" y="6187"/>
                      <a:pt x="5149" y="6895"/>
                      <a:pt x="5675" y="6999"/>
                    </a:cubicBezTo>
                    <a:cubicBezTo>
                      <a:pt x="5728" y="7011"/>
                      <a:pt x="5778" y="7011"/>
                      <a:pt x="5832" y="7011"/>
                    </a:cubicBezTo>
                    <a:cubicBezTo>
                      <a:pt x="5609" y="7288"/>
                      <a:pt x="5555" y="7760"/>
                      <a:pt x="5728" y="8219"/>
                    </a:cubicBezTo>
                    <a:cubicBezTo>
                      <a:pt x="5948" y="8820"/>
                      <a:pt x="6486" y="9175"/>
                      <a:pt x="6920" y="9005"/>
                    </a:cubicBezTo>
                    <a:close/>
                    <a:moveTo>
                      <a:pt x="2633" y="4995"/>
                    </a:moveTo>
                    <a:cubicBezTo>
                      <a:pt x="2372" y="4495"/>
                      <a:pt x="1900" y="4234"/>
                      <a:pt x="1507" y="4379"/>
                    </a:cubicBezTo>
                    <a:cubicBezTo>
                      <a:pt x="1573" y="4193"/>
                      <a:pt x="1624" y="3973"/>
                      <a:pt x="1677" y="3737"/>
                    </a:cubicBezTo>
                    <a:cubicBezTo>
                      <a:pt x="1756" y="3328"/>
                      <a:pt x="1822" y="2951"/>
                      <a:pt x="1768" y="2674"/>
                    </a:cubicBezTo>
                    <a:cubicBezTo>
                      <a:pt x="1900" y="3133"/>
                      <a:pt x="2228" y="3473"/>
                      <a:pt x="2608" y="3460"/>
                    </a:cubicBezTo>
                    <a:cubicBezTo>
                      <a:pt x="2753" y="3448"/>
                      <a:pt x="2897" y="3394"/>
                      <a:pt x="3014" y="3291"/>
                    </a:cubicBezTo>
                    <a:cubicBezTo>
                      <a:pt x="3212" y="3564"/>
                      <a:pt x="3618" y="3750"/>
                      <a:pt x="4090" y="3737"/>
                    </a:cubicBezTo>
                    <a:cubicBezTo>
                      <a:pt x="4077" y="3762"/>
                      <a:pt x="4049" y="3788"/>
                      <a:pt x="4036" y="3800"/>
                    </a:cubicBezTo>
                    <a:cubicBezTo>
                      <a:pt x="3879" y="4036"/>
                      <a:pt x="3800" y="4288"/>
                      <a:pt x="3775" y="4508"/>
                    </a:cubicBezTo>
                    <a:cubicBezTo>
                      <a:pt x="3564" y="4391"/>
                      <a:pt x="3341" y="4366"/>
                      <a:pt x="3118" y="4429"/>
                    </a:cubicBezTo>
                    <a:cubicBezTo>
                      <a:pt x="2882" y="4524"/>
                      <a:pt x="2712" y="4731"/>
                      <a:pt x="2633" y="499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 name="Google Shape;142;p6"/>
              <p:cNvSpPr/>
              <p:nvPr/>
            </p:nvSpPr>
            <p:spPr>
              <a:xfrm>
                <a:off x="3120004" y="1394137"/>
                <a:ext cx="138300" cy="165906"/>
              </a:xfrm>
              <a:custGeom>
                <a:rect b="b" l="l" r="r" t="t"/>
                <a:pathLst>
                  <a:path extrusionOk="0" h="2488" w="2074">
                    <a:moveTo>
                      <a:pt x="1680" y="2252"/>
                    </a:moveTo>
                    <a:cubicBezTo>
                      <a:pt x="2058" y="2016"/>
                      <a:pt x="2073" y="1362"/>
                      <a:pt x="1718" y="811"/>
                    </a:cubicBezTo>
                    <a:cubicBezTo>
                      <a:pt x="1366" y="248"/>
                      <a:pt x="774" y="0"/>
                      <a:pt x="394" y="236"/>
                    </a:cubicBezTo>
                    <a:cubicBezTo>
                      <a:pt x="29" y="472"/>
                      <a:pt x="1" y="1113"/>
                      <a:pt x="356" y="1676"/>
                    </a:cubicBezTo>
                    <a:cubicBezTo>
                      <a:pt x="708" y="2227"/>
                      <a:pt x="1300" y="2488"/>
                      <a:pt x="1680" y="2252"/>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6"/>
              <p:cNvSpPr/>
              <p:nvPr/>
            </p:nvSpPr>
            <p:spPr>
              <a:xfrm>
                <a:off x="3912802" y="1778567"/>
                <a:ext cx="133632" cy="174775"/>
              </a:xfrm>
              <a:custGeom>
                <a:rect b="b" l="l" r="r" t="t"/>
                <a:pathLst>
                  <a:path extrusionOk="0" h="2621" w="2004">
                    <a:moveTo>
                      <a:pt x="79" y="1205"/>
                    </a:moveTo>
                    <a:cubicBezTo>
                      <a:pt x="0" y="1900"/>
                      <a:pt x="353" y="2504"/>
                      <a:pt x="853" y="2570"/>
                    </a:cubicBezTo>
                    <a:cubicBezTo>
                      <a:pt x="1362" y="2620"/>
                      <a:pt x="1847" y="2111"/>
                      <a:pt x="1925" y="1428"/>
                    </a:cubicBezTo>
                    <a:cubicBezTo>
                      <a:pt x="2004" y="733"/>
                      <a:pt x="1664" y="117"/>
                      <a:pt x="1151" y="66"/>
                    </a:cubicBezTo>
                    <a:cubicBezTo>
                      <a:pt x="642" y="0"/>
                      <a:pt x="170" y="510"/>
                      <a:pt x="79" y="120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6"/>
              <p:cNvSpPr/>
              <p:nvPr/>
            </p:nvSpPr>
            <p:spPr>
              <a:xfrm>
                <a:off x="3288646" y="1628996"/>
                <a:ext cx="139100" cy="176642"/>
              </a:xfrm>
              <a:custGeom>
                <a:rect b="b" l="l" r="r" t="t"/>
                <a:pathLst>
                  <a:path extrusionOk="0" h="2649" w="2086">
                    <a:moveTo>
                      <a:pt x="1626" y="2438"/>
                    </a:moveTo>
                    <a:cubicBezTo>
                      <a:pt x="2020" y="2231"/>
                      <a:pt x="2086" y="1561"/>
                      <a:pt x="1759" y="944"/>
                    </a:cubicBezTo>
                    <a:cubicBezTo>
                      <a:pt x="1431" y="331"/>
                      <a:pt x="840" y="1"/>
                      <a:pt x="447" y="211"/>
                    </a:cubicBezTo>
                    <a:cubicBezTo>
                      <a:pt x="54" y="422"/>
                      <a:pt x="0" y="1089"/>
                      <a:pt x="331" y="1705"/>
                    </a:cubicBezTo>
                    <a:cubicBezTo>
                      <a:pt x="658" y="2322"/>
                      <a:pt x="1233" y="2649"/>
                      <a:pt x="1626" y="243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 name="Google Shape;145;p6"/>
              <p:cNvSpPr/>
              <p:nvPr/>
            </p:nvSpPr>
            <p:spPr>
              <a:xfrm>
                <a:off x="3111402" y="1595854"/>
                <a:ext cx="141634" cy="107692"/>
              </a:xfrm>
              <a:custGeom>
                <a:rect b="b" l="l" r="r" t="t"/>
                <a:pathLst>
                  <a:path extrusionOk="0" h="1615" w="2124">
                    <a:moveTo>
                      <a:pt x="969" y="1561"/>
                    </a:moveTo>
                    <a:cubicBezTo>
                      <a:pt x="1532" y="1614"/>
                      <a:pt x="2029" y="1337"/>
                      <a:pt x="2070" y="919"/>
                    </a:cubicBezTo>
                    <a:cubicBezTo>
                      <a:pt x="2124" y="513"/>
                      <a:pt x="1702" y="133"/>
                      <a:pt x="1139" y="67"/>
                    </a:cubicBezTo>
                    <a:cubicBezTo>
                      <a:pt x="576" y="1"/>
                      <a:pt x="92" y="290"/>
                      <a:pt x="38" y="696"/>
                    </a:cubicBezTo>
                    <a:cubicBezTo>
                      <a:pt x="1" y="1114"/>
                      <a:pt x="419" y="1495"/>
                      <a:pt x="969" y="15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 name="Google Shape;146;p6"/>
              <p:cNvSpPr/>
              <p:nvPr/>
            </p:nvSpPr>
            <p:spPr>
              <a:xfrm>
                <a:off x="3256372" y="1413208"/>
                <a:ext cx="170574" cy="192379"/>
              </a:xfrm>
              <a:custGeom>
                <a:rect b="b" l="l" r="r" t="t"/>
                <a:pathLst>
                  <a:path extrusionOk="0" h="2885" w="2558">
                    <a:moveTo>
                      <a:pt x="2136" y="327"/>
                    </a:moveTo>
                    <a:cubicBezTo>
                      <a:pt x="1717" y="0"/>
                      <a:pt x="1299" y="434"/>
                      <a:pt x="827" y="1051"/>
                    </a:cubicBezTo>
                    <a:cubicBezTo>
                      <a:pt x="343" y="1664"/>
                      <a:pt x="0" y="2230"/>
                      <a:pt x="421" y="2557"/>
                    </a:cubicBezTo>
                    <a:cubicBezTo>
                      <a:pt x="840" y="2884"/>
                      <a:pt x="1560" y="2648"/>
                      <a:pt x="2032" y="2032"/>
                    </a:cubicBezTo>
                    <a:cubicBezTo>
                      <a:pt x="2516" y="1416"/>
                      <a:pt x="2557" y="642"/>
                      <a:pt x="2136" y="32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6"/>
              <p:cNvSpPr/>
              <p:nvPr/>
            </p:nvSpPr>
            <p:spPr>
              <a:xfrm>
                <a:off x="3635840" y="1588802"/>
                <a:ext cx="140633" cy="143767"/>
              </a:xfrm>
              <a:custGeom>
                <a:rect b="b" l="l" r="r" t="t"/>
                <a:pathLst>
                  <a:path extrusionOk="0" h="2156" w="2109">
                    <a:moveTo>
                      <a:pt x="1337" y="0"/>
                    </a:moveTo>
                    <a:cubicBezTo>
                      <a:pt x="1004" y="0"/>
                      <a:pt x="626" y="223"/>
                      <a:pt x="366" y="604"/>
                    </a:cubicBezTo>
                    <a:cubicBezTo>
                      <a:pt x="1" y="1129"/>
                      <a:pt x="13" y="1783"/>
                      <a:pt x="394" y="2044"/>
                    </a:cubicBezTo>
                    <a:cubicBezTo>
                      <a:pt x="502" y="2120"/>
                      <a:pt x="629" y="2155"/>
                      <a:pt x="764" y="2155"/>
                    </a:cubicBezTo>
                    <a:cubicBezTo>
                      <a:pt x="1102" y="2155"/>
                      <a:pt x="1489" y="1932"/>
                      <a:pt x="1743" y="1547"/>
                    </a:cubicBezTo>
                    <a:cubicBezTo>
                      <a:pt x="2108" y="1022"/>
                      <a:pt x="2096" y="380"/>
                      <a:pt x="1715" y="119"/>
                    </a:cubicBezTo>
                    <a:cubicBezTo>
                      <a:pt x="1604" y="38"/>
                      <a:pt x="1475" y="0"/>
                      <a:pt x="133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6"/>
              <p:cNvSpPr/>
              <p:nvPr/>
            </p:nvSpPr>
            <p:spPr>
              <a:xfrm>
                <a:off x="3503740" y="1449900"/>
                <a:ext cx="115427" cy="155570"/>
              </a:xfrm>
              <a:custGeom>
                <a:rect b="b" l="l" r="r" t="t"/>
                <a:pathLst>
                  <a:path extrusionOk="0" h="2333" w="1731">
                    <a:moveTo>
                      <a:pt x="845" y="1"/>
                    </a:moveTo>
                    <a:cubicBezTo>
                      <a:pt x="839" y="1"/>
                      <a:pt x="833" y="1"/>
                      <a:pt x="827" y="1"/>
                    </a:cubicBezTo>
                    <a:cubicBezTo>
                      <a:pt x="368" y="13"/>
                      <a:pt x="0" y="551"/>
                      <a:pt x="29" y="1193"/>
                    </a:cubicBezTo>
                    <a:cubicBezTo>
                      <a:pt x="53" y="1830"/>
                      <a:pt x="426" y="2333"/>
                      <a:pt x="870" y="2333"/>
                    </a:cubicBezTo>
                    <a:cubicBezTo>
                      <a:pt x="882" y="2333"/>
                      <a:pt x="894" y="2332"/>
                      <a:pt x="906" y="2331"/>
                    </a:cubicBezTo>
                    <a:cubicBezTo>
                      <a:pt x="1378" y="2319"/>
                      <a:pt x="1730" y="1781"/>
                      <a:pt x="1705" y="1139"/>
                    </a:cubicBezTo>
                    <a:cubicBezTo>
                      <a:pt x="1680" y="493"/>
                      <a:pt x="1296" y="1"/>
                      <a:pt x="845"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 name="Google Shape;149;p6"/>
              <p:cNvSpPr/>
              <p:nvPr/>
            </p:nvSpPr>
            <p:spPr>
              <a:xfrm>
                <a:off x="3451260" y="1664087"/>
                <a:ext cx="135566" cy="151303"/>
              </a:xfrm>
              <a:custGeom>
                <a:rect b="b" l="l" r="r" t="t"/>
                <a:pathLst>
                  <a:path extrusionOk="0" h="2269" w="2033">
                    <a:moveTo>
                      <a:pt x="819" y="1"/>
                    </a:moveTo>
                    <a:cubicBezTo>
                      <a:pt x="746" y="1"/>
                      <a:pt x="674" y="13"/>
                      <a:pt x="605" y="38"/>
                    </a:cubicBezTo>
                    <a:cubicBezTo>
                      <a:pt x="174" y="208"/>
                      <a:pt x="1" y="824"/>
                      <a:pt x="237" y="1428"/>
                    </a:cubicBezTo>
                    <a:cubicBezTo>
                      <a:pt x="423" y="1929"/>
                      <a:pt x="828" y="2268"/>
                      <a:pt x="1210" y="2268"/>
                    </a:cubicBezTo>
                    <a:cubicBezTo>
                      <a:pt x="1285" y="2268"/>
                      <a:pt x="1360" y="2255"/>
                      <a:pt x="1432" y="2227"/>
                    </a:cubicBezTo>
                    <a:cubicBezTo>
                      <a:pt x="1863" y="2057"/>
                      <a:pt x="2033" y="1441"/>
                      <a:pt x="1797" y="837"/>
                    </a:cubicBezTo>
                    <a:cubicBezTo>
                      <a:pt x="1609" y="332"/>
                      <a:pt x="1202" y="1"/>
                      <a:pt x="819"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6"/>
              <p:cNvSpPr/>
              <p:nvPr/>
            </p:nvSpPr>
            <p:spPr>
              <a:xfrm>
                <a:off x="3851695" y="1522251"/>
                <a:ext cx="135566" cy="151303"/>
              </a:xfrm>
              <a:custGeom>
                <a:rect b="b" l="l" r="r" t="t"/>
                <a:pathLst>
                  <a:path extrusionOk="0" h="2269" w="2033">
                    <a:moveTo>
                      <a:pt x="823" y="0"/>
                    </a:moveTo>
                    <a:cubicBezTo>
                      <a:pt x="748" y="0"/>
                      <a:pt x="673" y="14"/>
                      <a:pt x="601" y="42"/>
                    </a:cubicBezTo>
                    <a:cubicBezTo>
                      <a:pt x="157" y="199"/>
                      <a:pt x="0" y="828"/>
                      <a:pt x="224" y="1432"/>
                    </a:cubicBezTo>
                    <a:cubicBezTo>
                      <a:pt x="422" y="1937"/>
                      <a:pt x="831" y="2268"/>
                      <a:pt x="1214" y="2268"/>
                    </a:cubicBezTo>
                    <a:cubicBezTo>
                      <a:pt x="1287" y="2268"/>
                      <a:pt x="1359" y="2256"/>
                      <a:pt x="1428" y="2231"/>
                    </a:cubicBezTo>
                    <a:cubicBezTo>
                      <a:pt x="1859" y="2061"/>
                      <a:pt x="2032" y="1445"/>
                      <a:pt x="1796" y="841"/>
                    </a:cubicBezTo>
                    <a:cubicBezTo>
                      <a:pt x="1610" y="339"/>
                      <a:pt x="1205" y="0"/>
                      <a:pt x="82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6"/>
              <p:cNvSpPr/>
              <p:nvPr/>
            </p:nvSpPr>
            <p:spPr>
              <a:xfrm>
                <a:off x="3715327" y="1439164"/>
                <a:ext cx="134499" cy="151303"/>
              </a:xfrm>
              <a:custGeom>
                <a:rect b="b" l="l" r="r" t="t"/>
                <a:pathLst>
                  <a:path extrusionOk="0" h="2269" w="2017">
                    <a:moveTo>
                      <a:pt x="811" y="1"/>
                    </a:moveTo>
                    <a:cubicBezTo>
                      <a:pt x="736" y="1"/>
                      <a:pt x="661" y="14"/>
                      <a:pt x="589" y="42"/>
                    </a:cubicBezTo>
                    <a:cubicBezTo>
                      <a:pt x="158" y="212"/>
                      <a:pt x="1" y="829"/>
                      <a:pt x="224" y="1432"/>
                    </a:cubicBezTo>
                    <a:cubicBezTo>
                      <a:pt x="422" y="1939"/>
                      <a:pt x="830" y="2269"/>
                      <a:pt x="1213" y="2269"/>
                    </a:cubicBezTo>
                    <a:cubicBezTo>
                      <a:pt x="1287" y="2269"/>
                      <a:pt x="1359" y="2257"/>
                      <a:pt x="1429" y="2231"/>
                    </a:cubicBezTo>
                    <a:cubicBezTo>
                      <a:pt x="1860" y="2061"/>
                      <a:pt x="2017" y="1445"/>
                      <a:pt x="1797" y="841"/>
                    </a:cubicBezTo>
                    <a:cubicBezTo>
                      <a:pt x="1600" y="340"/>
                      <a:pt x="1193" y="1"/>
                      <a:pt x="81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6"/>
              <p:cNvSpPr/>
              <p:nvPr/>
            </p:nvSpPr>
            <p:spPr>
              <a:xfrm>
                <a:off x="3757271" y="1827128"/>
                <a:ext cx="135566" cy="151369"/>
              </a:xfrm>
              <a:custGeom>
                <a:rect b="b" l="l" r="r" t="t"/>
                <a:pathLst>
                  <a:path extrusionOk="0" h="2270" w="2033">
                    <a:moveTo>
                      <a:pt x="828" y="1"/>
                    </a:moveTo>
                    <a:cubicBezTo>
                      <a:pt x="751" y="1"/>
                      <a:pt x="675" y="14"/>
                      <a:pt x="602" y="43"/>
                    </a:cubicBezTo>
                    <a:cubicBezTo>
                      <a:pt x="171" y="200"/>
                      <a:pt x="1" y="829"/>
                      <a:pt x="237" y="1433"/>
                    </a:cubicBezTo>
                    <a:cubicBezTo>
                      <a:pt x="424" y="1940"/>
                      <a:pt x="831" y="2269"/>
                      <a:pt x="1213" y="2269"/>
                    </a:cubicBezTo>
                    <a:cubicBezTo>
                      <a:pt x="1287" y="2269"/>
                      <a:pt x="1359" y="2257"/>
                      <a:pt x="1429" y="2232"/>
                    </a:cubicBezTo>
                    <a:cubicBezTo>
                      <a:pt x="1860" y="2062"/>
                      <a:pt x="2033" y="1446"/>
                      <a:pt x="1797" y="842"/>
                    </a:cubicBezTo>
                    <a:cubicBezTo>
                      <a:pt x="1611" y="332"/>
                      <a:pt x="1208" y="1"/>
                      <a:pt x="82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6"/>
              <p:cNvSpPr/>
              <p:nvPr/>
            </p:nvSpPr>
            <p:spPr>
              <a:xfrm>
                <a:off x="3079033" y="1423960"/>
                <a:ext cx="138233" cy="146435"/>
              </a:xfrm>
              <a:custGeom>
                <a:rect b="b" l="l" r="r" t="t"/>
                <a:pathLst>
                  <a:path extrusionOk="0" h="2196" w="2073">
                    <a:moveTo>
                      <a:pt x="712" y="1"/>
                    </a:moveTo>
                    <a:cubicBezTo>
                      <a:pt x="597" y="1"/>
                      <a:pt x="489" y="29"/>
                      <a:pt x="393" y="88"/>
                    </a:cubicBezTo>
                    <a:cubicBezTo>
                      <a:pt x="16" y="336"/>
                      <a:pt x="0" y="978"/>
                      <a:pt x="356" y="1528"/>
                    </a:cubicBezTo>
                    <a:cubicBezTo>
                      <a:pt x="619" y="1949"/>
                      <a:pt x="1015" y="2195"/>
                      <a:pt x="1357" y="2195"/>
                    </a:cubicBezTo>
                    <a:cubicBezTo>
                      <a:pt x="1473" y="2195"/>
                      <a:pt x="1583" y="2167"/>
                      <a:pt x="1680" y="2107"/>
                    </a:cubicBezTo>
                    <a:cubicBezTo>
                      <a:pt x="2045" y="1871"/>
                      <a:pt x="2073" y="1226"/>
                      <a:pt x="1718" y="663"/>
                    </a:cubicBezTo>
                    <a:cubicBezTo>
                      <a:pt x="1453" y="251"/>
                      <a:pt x="1055" y="1"/>
                      <a:pt x="71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6"/>
              <p:cNvSpPr/>
              <p:nvPr/>
            </p:nvSpPr>
            <p:spPr>
              <a:xfrm>
                <a:off x="3109641" y="1441098"/>
                <a:ext cx="73484" cy="108492"/>
              </a:xfrm>
              <a:custGeom>
                <a:rect b="b" l="l" r="r" t="t"/>
                <a:pathLst>
                  <a:path extrusionOk="0" h="1627" w="1102">
                    <a:moveTo>
                      <a:pt x="41" y="1"/>
                    </a:moveTo>
                    <a:cubicBezTo>
                      <a:pt x="54" y="1"/>
                      <a:pt x="54" y="54"/>
                      <a:pt x="66" y="120"/>
                    </a:cubicBezTo>
                    <a:cubicBezTo>
                      <a:pt x="79" y="199"/>
                      <a:pt x="107" y="303"/>
                      <a:pt x="158" y="406"/>
                    </a:cubicBezTo>
                    <a:cubicBezTo>
                      <a:pt x="211" y="513"/>
                      <a:pt x="290" y="605"/>
                      <a:pt x="394" y="683"/>
                    </a:cubicBezTo>
                    <a:cubicBezTo>
                      <a:pt x="485" y="762"/>
                      <a:pt x="604" y="800"/>
                      <a:pt x="708" y="866"/>
                    </a:cubicBezTo>
                    <a:cubicBezTo>
                      <a:pt x="815" y="919"/>
                      <a:pt x="919" y="998"/>
                      <a:pt x="997" y="1102"/>
                    </a:cubicBezTo>
                    <a:cubicBezTo>
                      <a:pt x="1035" y="1155"/>
                      <a:pt x="1064" y="1205"/>
                      <a:pt x="1076" y="1259"/>
                    </a:cubicBezTo>
                    <a:cubicBezTo>
                      <a:pt x="1089" y="1325"/>
                      <a:pt x="1101" y="1378"/>
                      <a:pt x="1089" y="1416"/>
                    </a:cubicBezTo>
                    <a:cubicBezTo>
                      <a:pt x="1076" y="1507"/>
                      <a:pt x="1023" y="1573"/>
                      <a:pt x="985" y="1598"/>
                    </a:cubicBezTo>
                    <a:cubicBezTo>
                      <a:pt x="944" y="1627"/>
                      <a:pt x="919" y="1614"/>
                      <a:pt x="906" y="1598"/>
                    </a:cubicBezTo>
                    <a:cubicBezTo>
                      <a:pt x="894" y="1573"/>
                      <a:pt x="957" y="1520"/>
                      <a:pt x="944" y="1403"/>
                    </a:cubicBezTo>
                    <a:cubicBezTo>
                      <a:pt x="944" y="1337"/>
                      <a:pt x="919" y="1284"/>
                      <a:pt x="865" y="1221"/>
                    </a:cubicBezTo>
                    <a:cubicBezTo>
                      <a:pt x="815" y="1155"/>
                      <a:pt x="736" y="1089"/>
                      <a:pt x="629" y="1035"/>
                    </a:cubicBezTo>
                    <a:cubicBezTo>
                      <a:pt x="538" y="985"/>
                      <a:pt x="406" y="919"/>
                      <a:pt x="290" y="812"/>
                    </a:cubicBezTo>
                    <a:cubicBezTo>
                      <a:pt x="170" y="708"/>
                      <a:pt x="92" y="576"/>
                      <a:pt x="54" y="447"/>
                    </a:cubicBezTo>
                    <a:cubicBezTo>
                      <a:pt x="0" y="315"/>
                      <a:pt x="0" y="199"/>
                      <a:pt x="0" y="120"/>
                    </a:cubicBezTo>
                    <a:cubicBezTo>
                      <a:pt x="13" y="42"/>
                      <a:pt x="29" y="1"/>
                      <a:pt x="41"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6"/>
              <p:cNvSpPr/>
              <p:nvPr/>
            </p:nvSpPr>
            <p:spPr>
              <a:xfrm>
                <a:off x="3894439" y="1802656"/>
                <a:ext cx="133698" cy="167640"/>
              </a:xfrm>
              <a:custGeom>
                <a:rect b="b" l="l" r="r" t="t"/>
                <a:pathLst>
                  <a:path extrusionOk="0" h="2514" w="2005">
                    <a:moveTo>
                      <a:pt x="1082" y="0"/>
                    </a:moveTo>
                    <a:cubicBezTo>
                      <a:pt x="597" y="0"/>
                      <a:pt x="154" y="496"/>
                      <a:pt x="79" y="1146"/>
                    </a:cubicBezTo>
                    <a:cubicBezTo>
                      <a:pt x="1" y="1838"/>
                      <a:pt x="341" y="2454"/>
                      <a:pt x="853" y="2508"/>
                    </a:cubicBezTo>
                    <a:cubicBezTo>
                      <a:pt x="883" y="2512"/>
                      <a:pt x="912" y="2513"/>
                      <a:pt x="942" y="2513"/>
                    </a:cubicBezTo>
                    <a:cubicBezTo>
                      <a:pt x="1418" y="2513"/>
                      <a:pt x="1852" y="2021"/>
                      <a:pt x="1926" y="1366"/>
                    </a:cubicBezTo>
                    <a:cubicBezTo>
                      <a:pt x="2004" y="674"/>
                      <a:pt x="1665" y="70"/>
                      <a:pt x="1155" y="4"/>
                    </a:cubicBezTo>
                    <a:cubicBezTo>
                      <a:pt x="1131" y="2"/>
                      <a:pt x="1106" y="0"/>
                      <a:pt x="1082"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6"/>
              <p:cNvSpPr/>
              <p:nvPr/>
            </p:nvSpPr>
            <p:spPr>
              <a:xfrm>
                <a:off x="3943318" y="1816126"/>
                <a:ext cx="31541" cy="130098"/>
              </a:xfrm>
              <a:custGeom>
                <a:rect b="b" l="l" r="r" t="t"/>
                <a:pathLst>
                  <a:path extrusionOk="0" h="1951" w="473">
                    <a:moveTo>
                      <a:pt x="394" y="0"/>
                    </a:moveTo>
                    <a:cubicBezTo>
                      <a:pt x="394" y="13"/>
                      <a:pt x="369" y="51"/>
                      <a:pt x="328" y="129"/>
                    </a:cubicBezTo>
                    <a:cubicBezTo>
                      <a:pt x="290" y="195"/>
                      <a:pt x="237" y="299"/>
                      <a:pt x="211" y="419"/>
                    </a:cubicBezTo>
                    <a:cubicBezTo>
                      <a:pt x="186" y="535"/>
                      <a:pt x="186" y="680"/>
                      <a:pt x="211" y="799"/>
                    </a:cubicBezTo>
                    <a:cubicBezTo>
                      <a:pt x="249" y="916"/>
                      <a:pt x="328" y="1048"/>
                      <a:pt x="381" y="1164"/>
                    </a:cubicBezTo>
                    <a:cubicBezTo>
                      <a:pt x="435" y="1284"/>
                      <a:pt x="472" y="1416"/>
                      <a:pt x="460" y="1545"/>
                    </a:cubicBezTo>
                    <a:cubicBezTo>
                      <a:pt x="460" y="1623"/>
                      <a:pt x="447" y="1677"/>
                      <a:pt x="422" y="1743"/>
                    </a:cubicBezTo>
                    <a:cubicBezTo>
                      <a:pt x="394" y="1793"/>
                      <a:pt x="356" y="1834"/>
                      <a:pt x="315" y="1872"/>
                    </a:cubicBezTo>
                    <a:cubicBezTo>
                      <a:pt x="237" y="1938"/>
                      <a:pt x="158" y="1950"/>
                      <a:pt x="92" y="1950"/>
                    </a:cubicBezTo>
                    <a:cubicBezTo>
                      <a:pt x="42" y="1938"/>
                      <a:pt x="13" y="1913"/>
                      <a:pt x="29" y="1900"/>
                    </a:cubicBezTo>
                    <a:cubicBezTo>
                      <a:pt x="29" y="1872"/>
                      <a:pt x="120" y="1872"/>
                      <a:pt x="199" y="1768"/>
                    </a:cubicBezTo>
                    <a:cubicBezTo>
                      <a:pt x="237" y="1714"/>
                      <a:pt x="265" y="1652"/>
                      <a:pt x="265" y="1557"/>
                    </a:cubicBezTo>
                    <a:cubicBezTo>
                      <a:pt x="265" y="1466"/>
                      <a:pt x="237" y="1362"/>
                      <a:pt x="186" y="1258"/>
                    </a:cubicBezTo>
                    <a:cubicBezTo>
                      <a:pt x="133" y="1139"/>
                      <a:pt x="67" y="1007"/>
                      <a:pt x="29" y="837"/>
                    </a:cubicBezTo>
                    <a:cubicBezTo>
                      <a:pt x="1" y="680"/>
                      <a:pt x="29" y="510"/>
                      <a:pt x="79" y="378"/>
                    </a:cubicBezTo>
                    <a:cubicBezTo>
                      <a:pt x="133" y="249"/>
                      <a:pt x="211" y="142"/>
                      <a:pt x="277" y="79"/>
                    </a:cubicBezTo>
                    <a:cubicBezTo>
                      <a:pt x="344" y="25"/>
                      <a:pt x="381" y="0"/>
                      <a:pt x="394"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6"/>
              <p:cNvSpPr/>
              <p:nvPr/>
            </p:nvSpPr>
            <p:spPr>
              <a:xfrm>
                <a:off x="3246809" y="1658819"/>
                <a:ext cx="139100" cy="157104"/>
              </a:xfrm>
              <a:custGeom>
                <a:rect b="b" l="l" r="r" t="t"/>
                <a:pathLst>
                  <a:path extrusionOk="0" h="2356" w="2086">
                    <a:moveTo>
                      <a:pt x="721" y="1"/>
                    </a:moveTo>
                    <a:cubicBezTo>
                      <a:pt x="628" y="1"/>
                      <a:pt x="540" y="21"/>
                      <a:pt x="460" y="63"/>
                    </a:cubicBezTo>
                    <a:cubicBezTo>
                      <a:pt x="66" y="274"/>
                      <a:pt x="0" y="944"/>
                      <a:pt x="331" y="1557"/>
                    </a:cubicBezTo>
                    <a:cubicBezTo>
                      <a:pt x="591" y="2048"/>
                      <a:pt x="1017" y="2356"/>
                      <a:pt x="1378" y="2356"/>
                    </a:cubicBezTo>
                    <a:cubicBezTo>
                      <a:pt x="1471" y="2356"/>
                      <a:pt x="1559" y="2336"/>
                      <a:pt x="1639" y="2293"/>
                    </a:cubicBezTo>
                    <a:cubicBezTo>
                      <a:pt x="2032" y="2083"/>
                      <a:pt x="2086" y="1416"/>
                      <a:pt x="1771" y="799"/>
                    </a:cubicBezTo>
                    <a:cubicBezTo>
                      <a:pt x="1511" y="308"/>
                      <a:pt x="1083" y="1"/>
                      <a:pt x="72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6"/>
              <p:cNvSpPr/>
              <p:nvPr/>
            </p:nvSpPr>
            <p:spPr>
              <a:xfrm>
                <a:off x="3268814" y="1674557"/>
                <a:ext cx="82086" cy="125897"/>
              </a:xfrm>
              <a:custGeom>
                <a:rect b="b" l="l" r="r" t="t"/>
                <a:pathLst>
                  <a:path extrusionOk="0" h="1888" w="1231">
                    <a:moveTo>
                      <a:pt x="1230" y="1872"/>
                    </a:moveTo>
                    <a:cubicBezTo>
                      <a:pt x="1230" y="1887"/>
                      <a:pt x="1164" y="1887"/>
                      <a:pt x="1073" y="1859"/>
                    </a:cubicBezTo>
                    <a:cubicBezTo>
                      <a:pt x="982" y="1834"/>
                      <a:pt x="850" y="1780"/>
                      <a:pt x="733" y="1664"/>
                    </a:cubicBezTo>
                    <a:cubicBezTo>
                      <a:pt x="680" y="1598"/>
                      <a:pt x="630" y="1532"/>
                      <a:pt x="589" y="1453"/>
                    </a:cubicBezTo>
                    <a:cubicBezTo>
                      <a:pt x="564" y="1416"/>
                      <a:pt x="551" y="1362"/>
                      <a:pt x="535" y="1309"/>
                    </a:cubicBezTo>
                    <a:cubicBezTo>
                      <a:pt x="535" y="1243"/>
                      <a:pt x="551" y="1192"/>
                      <a:pt x="564" y="1151"/>
                    </a:cubicBezTo>
                    <a:cubicBezTo>
                      <a:pt x="576" y="1114"/>
                      <a:pt x="589" y="1073"/>
                      <a:pt x="589" y="1035"/>
                    </a:cubicBezTo>
                    <a:cubicBezTo>
                      <a:pt x="601" y="1007"/>
                      <a:pt x="601" y="969"/>
                      <a:pt x="601" y="928"/>
                    </a:cubicBezTo>
                    <a:cubicBezTo>
                      <a:pt x="601" y="865"/>
                      <a:pt x="601" y="799"/>
                      <a:pt x="589" y="733"/>
                    </a:cubicBezTo>
                    <a:cubicBezTo>
                      <a:pt x="551" y="485"/>
                      <a:pt x="394" y="299"/>
                      <a:pt x="249" y="195"/>
                    </a:cubicBezTo>
                    <a:cubicBezTo>
                      <a:pt x="117" y="92"/>
                      <a:pt x="1" y="51"/>
                      <a:pt x="13" y="25"/>
                    </a:cubicBezTo>
                    <a:cubicBezTo>
                      <a:pt x="13" y="0"/>
                      <a:pt x="38" y="0"/>
                      <a:pt x="104" y="0"/>
                    </a:cubicBezTo>
                    <a:cubicBezTo>
                      <a:pt x="158" y="0"/>
                      <a:pt x="237" y="13"/>
                      <a:pt x="328" y="63"/>
                    </a:cubicBezTo>
                    <a:cubicBezTo>
                      <a:pt x="419" y="104"/>
                      <a:pt x="523" y="170"/>
                      <a:pt x="614" y="287"/>
                    </a:cubicBezTo>
                    <a:cubicBezTo>
                      <a:pt x="693" y="393"/>
                      <a:pt x="771" y="535"/>
                      <a:pt x="800" y="692"/>
                    </a:cubicBezTo>
                    <a:cubicBezTo>
                      <a:pt x="812" y="771"/>
                      <a:pt x="825" y="865"/>
                      <a:pt x="812" y="944"/>
                    </a:cubicBezTo>
                    <a:cubicBezTo>
                      <a:pt x="812" y="994"/>
                      <a:pt x="800" y="1035"/>
                      <a:pt x="787" y="1085"/>
                    </a:cubicBezTo>
                    <a:cubicBezTo>
                      <a:pt x="771" y="1126"/>
                      <a:pt x="759" y="1180"/>
                      <a:pt x="746" y="1205"/>
                    </a:cubicBezTo>
                    <a:cubicBezTo>
                      <a:pt x="733" y="1243"/>
                      <a:pt x="721" y="1271"/>
                      <a:pt x="721" y="1296"/>
                    </a:cubicBezTo>
                    <a:cubicBezTo>
                      <a:pt x="721" y="1321"/>
                      <a:pt x="721" y="1350"/>
                      <a:pt x="733" y="1387"/>
                    </a:cubicBezTo>
                    <a:cubicBezTo>
                      <a:pt x="759" y="1453"/>
                      <a:pt x="800" y="1519"/>
                      <a:pt x="837" y="1573"/>
                    </a:cubicBezTo>
                    <a:cubicBezTo>
                      <a:pt x="916" y="1677"/>
                      <a:pt x="1023" y="1755"/>
                      <a:pt x="1101" y="1793"/>
                    </a:cubicBezTo>
                    <a:cubicBezTo>
                      <a:pt x="1180" y="1847"/>
                      <a:pt x="1230" y="1859"/>
                      <a:pt x="1230" y="1872"/>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6"/>
              <p:cNvSpPr/>
              <p:nvPr/>
            </p:nvSpPr>
            <p:spPr>
              <a:xfrm>
                <a:off x="3070431" y="1619809"/>
                <a:ext cx="140767" cy="100757"/>
              </a:xfrm>
              <a:custGeom>
                <a:rect b="b" l="l" r="r" t="t"/>
                <a:pathLst>
                  <a:path extrusionOk="0" h="1511" w="2111">
                    <a:moveTo>
                      <a:pt x="1006" y="1"/>
                    </a:moveTo>
                    <a:cubicBezTo>
                      <a:pt x="502" y="1"/>
                      <a:pt x="87" y="263"/>
                      <a:pt x="38" y="648"/>
                    </a:cubicBezTo>
                    <a:cubicBezTo>
                      <a:pt x="0" y="1057"/>
                      <a:pt x="419" y="1435"/>
                      <a:pt x="969" y="1501"/>
                    </a:cubicBezTo>
                    <a:cubicBezTo>
                      <a:pt x="1023" y="1507"/>
                      <a:pt x="1076" y="1510"/>
                      <a:pt x="1129" y="1510"/>
                    </a:cubicBezTo>
                    <a:cubicBezTo>
                      <a:pt x="1621" y="1510"/>
                      <a:pt x="2021" y="1238"/>
                      <a:pt x="2070" y="872"/>
                    </a:cubicBezTo>
                    <a:cubicBezTo>
                      <a:pt x="2111" y="453"/>
                      <a:pt x="1702" y="73"/>
                      <a:pt x="1139" y="7"/>
                    </a:cubicBezTo>
                    <a:cubicBezTo>
                      <a:pt x="1094" y="3"/>
                      <a:pt x="1050" y="1"/>
                      <a:pt x="100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6"/>
              <p:cNvSpPr/>
              <p:nvPr/>
            </p:nvSpPr>
            <p:spPr>
              <a:xfrm>
                <a:off x="3083434" y="1650817"/>
                <a:ext cx="113694" cy="39543"/>
              </a:xfrm>
              <a:custGeom>
                <a:rect b="b" l="l" r="r" t="t"/>
                <a:pathLst>
                  <a:path extrusionOk="0" h="593" w="1705">
                    <a:moveTo>
                      <a:pt x="0" y="133"/>
                    </a:moveTo>
                    <a:cubicBezTo>
                      <a:pt x="13" y="133"/>
                      <a:pt x="54" y="158"/>
                      <a:pt x="107" y="212"/>
                    </a:cubicBezTo>
                    <a:cubicBezTo>
                      <a:pt x="158" y="249"/>
                      <a:pt x="236" y="315"/>
                      <a:pt x="343" y="356"/>
                    </a:cubicBezTo>
                    <a:cubicBezTo>
                      <a:pt x="434" y="394"/>
                      <a:pt x="551" y="407"/>
                      <a:pt x="642" y="369"/>
                    </a:cubicBezTo>
                    <a:cubicBezTo>
                      <a:pt x="695" y="341"/>
                      <a:pt x="721" y="315"/>
                      <a:pt x="761" y="278"/>
                    </a:cubicBezTo>
                    <a:cubicBezTo>
                      <a:pt x="799" y="224"/>
                      <a:pt x="853" y="171"/>
                      <a:pt x="906" y="146"/>
                    </a:cubicBezTo>
                    <a:cubicBezTo>
                      <a:pt x="1022" y="67"/>
                      <a:pt x="1142" y="26"/>
                      <a:pt x="1246" y="13"/>
                    </a:cubicBezTo>
                    <a:cubicBezTo>
                      <a:pt x="1312" y="1"/>
                      <a:pt x="1350" y="1"/>
                      <a:pt x="1403" y="13"/>
                    </a:cubicBezTo>
                    <a:cubicBezTo>
                      <a:pt x="1469" y="13"/>
                      <a:pt x="1507" y="26"/>
                      <a:pt x="1548" y="54"/>
                    </a:cubicBezTo>
                    <a:cubicBezTo>
                      <a:pt x="1626" y="92"/>
                      <a:pt x="1680" y="158"/>
                      <a:pt x="1692" y="212"/>
                    </a:cubicBezTo>
                    <a:cubicBezTo>
                      <a:pt x="1705" y="262"/>
                      <a:pt x="1692" y="290"/>
                      <a:pt x="1680" y="290"/>
                    </a:cubicBezTo>
                    <a:cubicBezTo>
                      <a:pt x="1652" y="290"/>
                      <a:pt x="1639" y="278"/>
                      <a:pt x="1614" y="249"/>
                    </a:cubicBezTo>
                    <a:cubicBezTo>
                      <a:pt x="1585" y="237"/>
                      <a:pt x="1560" y="212"/>
                      <a:pt x="1494" y="199"/>
                    </a:cubicBezTo>
                    <a:cubicBezTo>
                      <a:pt x="1444" y="183"/>
                      <a:pt x="1378" y="183"/>
                      <a:pt x="1287" y="212"/>
                    </a:cubicBezTo>
                    <a:cubicBezTo>
                      <a:pt x="1208" y="224"/>
                      <a:pt x="1114" y="262"/>
                      <a:pt x="1035" y="315"/>
                    </a:cubicBezTo>
                    <a:cubicBezTo>
                      <a:pt x="997" y="341"/>
                      <a:pt x="956" y="369"/>
                      <a:pt x="906" y="419"/>
                    </a:cubicBezTo>
                    <a:cubicBezTo>
                      <a:pt x="878" y="448"/>
                      <a:pt x="853" y="460"/>
                      <a:pt x="827" y="485"/>
                    </a:cubicBezTo>
                    <a:cubicBezTo>
                      <a:pt x="787" y="514"/>
                      <a:pt x="749" y="526"/>
                      <a:pt x="708" y="539"/>
                    </a:cubicBezTo>
                    <a:cubicBezTo>
                      <a:pt x="551" y="592"/>
                      <a:pt x="393" y="551"/>
                      <a:pt x="277" y="473"/>
                    </a:cubicBezTo>
                    <a:cubicBezTo>
                      <a:pt x="158" y="407"/>
                      <a:pt x="91" y="315"/>
                      <a:pt x="54" y="249"/>
                    </a:cubicBezTo>
                    <a:cubicBezTo>
                      <a:pt x="13" y="183"/>
                      <a:pt x="0" y="146"/>
                      <a:pt x="0" y="13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
              <p:cNvSpPr/>
              <p:nvPr/>
            </p:nvSpPr>
            <p:spPr>
              <a:xfrm>
                <a:off x="3800949" y="1426694"/>
                <a:ext cx="170574" cy="165839"/>
              </a:xfrm>
              <a:custGeom>
                <a:rect b="b" l="l" r="r" t="t"/>
                <a:pathLst>
                  <a:path extrusionOk="0" h="2487" w="2558">
                    <a:moveTo>
                      <a:pt x="1838" y="0"/>
                    </a:moveTo>
                    <a:cubicBezTo>
                      <a:pt x="1516" y="0"/>
                      <a:pt x="1187" y="363"/>
                      <a:pt x="827" y="833"/>
                    </a:cubicBezTo>
                    <a:cubicBezTo>
                      <a:pt x="340" y="1450"/>
                      <a:pt x="0" y="2013"/>
                      <a:pt x="418" y="2340"/>
                    </a:cubicBezTo>
                    <a:cubicBezTo>
                      <a:pt x="547" y="2439"/>
                      <a:pt x="703" y="2487"/>
                      <a:pt x="871" y="2487"/>
                    </a:cubicBezTo>
                    <a:cubicBezTo>
                      <a:pt x="1255" y="2487"/>
                      <a:pt x="1704" y="2239"/>
                      <a:pt x="2032" y="1802"/>
                    </a:cubicBezTo>
                    <a:cubicBezTo>
                      <a:pt x="2516" y="1185"/>
                      <a:pt x="2557" y="427"/>
                      <a:pt x="2136" y="113"/>
                    </a:cubicBezTo>
                    <a:cubicBezTo>
                      <a:pt x="2037" y="35"/>
                      <a:pt x="1937" y="0"/>
                      <a:pt x="183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6"/>
              <p:cNvSpPr/>
              <p:nvPr/>
            </p:nvSpPr>
            <p:spPr>
              <a:xfrm>
                <a:off x="3825488" y="1441098"/>
                <a:ext cx="99690" cy="120695"/>
              </a:xfrm>
              <a:custGeom>
                <a:rect b="b" l="l" r="r" t="t"/>
                <a:pathLst>
                  <a:path extrusionOk="0" h="1810" w="1495">
                    <a:moveTo>
                      <a:pt x="0" y="1797"/>
                    </a:moveTo>
                    <a:cubicBezTo>
                      <a:pt x="0" y="1784"/>
                      <a:pt x="50" y="1771"/>
                      <a:pt x="116" y="1718"/>
                    </a:cubicBezTo>
                    <a:cubicBezTo>
                      <a:pt x="195" y="1665"/>
                      <a:pt x="274" y="1586"/>
                      <a:pt x="365" y="1482"/>
                    </a:cubicBezTo>
                    <a:cubicBezTo>
                      <a:pt x="550" y="1271"/>
                      <a:pt x="745" y="1010"/>
                      <a:pt x="890" y="800"/>
                    </a:cubicBezTo>
                    <a:cubicBezTo>
                      <a:pt x="1192" y="369"/>
                      <a:pt x="1403" y="1"/>
                      <a:pt x="1466" y="26"/>
                    </a:cubicBezTo>
                    <a:cubicBezTo>
                      <a:pt x="1494" y="42"/>
                      <a:pt x="1466" y="145"/>
                      <a:pt x="1403" y="303"/>
                    </a:cubicBezTo>
                    <a:cubicBezTo>
                      <a:pt x="1337" y="472"/>
                      <a:pt x="1230" y="683"/>
                      <a:pt x="1073" y="919"/>
                    </a:cubicBezTo>
                    <a:cubicBezTo>
                      <a:pt x="915" y="1142"/>
                      <a:pt x="679" y="1403"/>
                      <a:pt x="459" y="1573"/>
                    </a:cubicBezTo>
                    <a:cubicBezTo>
                      <a:pt x="352" y="1677"/>
                      <a:pt x="236" y="1743"/>
                      <a:pt x="157" y="1784"/>
                    </a:cubicBezTo>
                    <a:cubicBezTo>
                      <a:pt x="66" y="1809"/>
                      <a:pt x="0" y="1809"/>
                      <a:pt x="0" y="1797"/>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6"/>
              <p:cNvSpPr/>
              <p:nvPr/>
            </p:nvSpPr>
            <p:spPr>
              <a:xfrm>
                <a:off x="3835958" y="1666288"/>
                <a:ext cx="167840" cy="120095"/>
              </a:xfrm>
              <a:custGeom>
                <a:rect b="b" l="l" r="r" t="t"/>
                <a:pathLst>
                  <a:path extrusionOk="0" h="1801" w="2517">
                    <a:moveTo>
                      <a:pt x="1001" y="1"/>
                    </a:moveTo>
                    <a:cubicBezTo>
                      <a:pt x="625" y="1"/>
                      <a:pt x="305" y="162"/>
                      <a:pt x="183" y="451"/>
                    </a:cubicBezTo>
                    <a:cubicBezTo>
                      <a:pt x="0" y="870"/>
                      <a:pt x="340" y="1420"/>
                      <a:pt x="931" y="1669"/>
                    </a:cubicBezTo>
                    <a:cubicBezTo>
                      <a:pt x="1136" y="1758"/>
                      <a:pt x="1343" y="1801"/>
                      <a:pt x="1535" y="1801"/>
                    </a:cubicBezTo>
                    <a:cubicBezTo>
                      <a:pt x="1907" y="1801"/>
                      <a:pt x="2219" y="1641"/>
                      <a:pt x="2331" y="1354"/>
                    </a:cubicBezTo>
                    <a:cubicBezTo>
                      <a:pt x="2517" y="923"/>
                      <a:pt x="2174" y="373"/>
                      <a:pt x="1586" y="124"/>
                    </a:cubicBezTo>
                    <a:cubicBezTo>
                      <a:pt x="1389" y="41"/>
                      <a:pt x="1188" y="1"/>
                      <a:pt x="1001"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3214534" y="1447633"/>
                <a:ext cx="171374" cy="165906"/>
              </a:xfrm>
              <a:custGeom>
                <a:rect b="b" l="l" r="r" t="t"/>
                <a:pathLst>
                  <a:path extrusionOk="0" h="2488" w="2570">
                    <a:moveTo>
                      <a:pt x="1851" y="1"/>
                    </a:moveTo>
                    <a:cubicBezTo>
                      <a:pt x="1528" y="1"/>
                      <a:pt x="1197" y="363"/>
                      <a:pt x="827" y="834"/>
                    </a:cubicBezTo>
                    <a:cubicBezTo>
                      <a:pt x="355" y="1463"/>
                      <a:pt x="0" y="2026"/>
                      <a:pt x="421" y="2340"/>
                    </a:cubicBezTo>
                    <a:cubicBezTo>
                      <a:pt x="553" y="2440"/>
                      <a:pt x="712" y="2488"/>
                      <a:pt x="882" y="2488"/>
                    </a:cubicBezTo>
                    <a:cubicBezTo>
                      <a:pt x="1269" y="2488"/>
                      <a:pt x="1717" y="2243"/>
                      <a:pt x="2044" y="1815"/>
                    </a:cubicBezTo>
                    <a:cubicBezTo>
                      <a:pt x="2529" y="1202"/>
                      <a:pt x="2570" y="441"/>
                      <a:pt x="2151" y="113"/>
                    </a:cubicBezTo>
                    <a:cubicBezTo>
                      <a:pt x="2051" y="36"/>
                      <a:pt x="1952" y="1"/>
                      <a:pt x="185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6"/>
              <p:cNvSpPr/>
              <p:nvPr/>
            </p:nvSpPr>
            <p:spPr>
              <a:xfrm>
                <a:off x="3239874" y="1462103"/>
                <a:ext cx="99690" cy="121496"/>
              </a:xfrm>
              <a:custGeom>
                <a:rect b="b" l="l" r="r" t="t"/>
                <a:pathLst>
                  <a:path extrusionOk="0" h="1822" w="1495">
                    <a:moveTo>
                      <a:pt x="1" y="1809"/>
                    </a:moveTo>
                    <a:cubicBezTo>
                      <a:pt x="1" y="1796"/>
                      <a:pt x="54" y="1771"/>
                      <a:pt x="120" y="1730"/>
                    </a:cubicBezTo>
                    <a:cubicBezTo>
                      <a:pt x="183" y="1677"/>
                      <a:pt x="277" y="1598"/>
                      <a:pt x="369" y="1494"/>
                    </a:cubicBezTo>
                    <a:cubicBezTo>
                      <a:pt x="538" y="1283"/>
                      <a:pt x="749" y="1022"/>
                      <a:pt x="891" y="799"/>
                    </a:cubicBezTo>
                    <a:cubicBezTo>
                      <a:pt x="1193" y="368"/>
                      <a:pt x="1403" y="0"/>
                      <a:pt x="1457" y="25"/>
                    </a:cubicBezTo>
                    <a:cubicBezTo>
                      <a:pt x="1495" y="41"/>
                      <a:pt x="1469" y="157"/>
                      <a:pt x="1403" y="315"/>
                    </a:cubicBezTo>
                    <a:cubicBezTo>
                      <a:pt x="1337" y="472"/>
                      <a:pt x="1221" y="695"/>
                      <a:pt x="1064" y="919"/>
                    </a:cubicBezTo>
                    <a:cubicBezTo>
                      <a:pt x="919" y="1142"/>
                      <a:pt x="683" y="1403"/>
                      <a:pt x="460" y="1585"/>
                    </a:cubicBezTo>
                    <a:cubicBezTo>
                      <a:pt x="356" y="1677"/>
                      <a:pt x="236" y="1755"/>
                      <a:pt x="145" y="1784"/>
                    </a:cubicBezTo>
                    <a:cubicBezTo>
                      <a:pt x="67" y="1821"/>
                      <a:pt x="1" y="1809"/>
                      <a:pt x="1" y="180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a:off x="3552819" y="1668355"/>
                <a:ext cx="147702" cy="163439"/>
              </a:xfrm>
              <a:custGeom>
                <a:rect b="b" l="l" r="r" t="t"/>
                <a:pathLst>
                  <a:path extrusionOk="0" h="2451" w="2215">
                    <a:moveTo>
                      <a:pt x="929" y="0"/>
                    </a:moveTo>
                    <a:cubicBezTo>
                      <a:pt x="850" y="0"/>
                      <a:pt x="772" y="13"/>
                      <a:pt x="695" y="40"/>
                    </a:cubicBezTo>
                    <a:cubicBezTo>
                      <a:pt x="208" y="210"/>
                      <a:pt x="0" y="880"/>
                      <a:pt x="236" y="1534"/>
                    </a:cubicBezTo>
                    <a:cubicBezTo>
                      <a:pt x="424" y="2085"/>
                      <a:pt x="863" y="2451"/>
                      <a:pt x="1286" y="2451"/>
                    </a:cubicBezTo>
                    <a:cubicBezTo>
                      <a:pt x="1365" y="2451"/>
                      <a:pt x="1443" y="2438"/>
                      <a:pt x="1519" y="2411"/>
                    </a:cubicBezTo>
                    <a:cubicBezTo>
                      <a:pt x="2004" y="2254"/>
                      <a:pt x="2215" y="1572"/>
                      <a:pt x="1991" y="917"/>
                    </a:cubicBezTo>
                    <a:cubicBezTo>
                      <a:pt x="1792" y="366"/>
                      <a:pt x="1353" y="0"/>
                      <a:pt x="92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6"/>
              <p:cNvSpPr/>
              <p:nvPr/>
            </p:nvSpPr>
            <p:spPr>
              <a:xfrm>
                <a:off x="3598097" y="1690294"/>
                <a:ext cx="61348" cy="126697"/>
              </a:xfrm>
              <a:custGeom>
                <a:rect b="b" l="l" r="r" t="t"/>
                <a:pathLst>
                  <a:path extrusionOk="0" h="1900" w="920">
                    <a:moveTo>
                      <a:pt x="787" y="1900"/>
                    </a:moveTo>
                    <a:cubicBezTo>
                      <a:pt x="774" y="1887"/>
                      <a:pt x="787" y="1846"/>
                      <a:pt x="787" y="1755"/>
                    </a:cubicBezTo>
                    <a:cubicBezTo>
                      <a:pt x="803" y="1677"/>
                      <a:pt x="803" y="1573"/>
                      <a:pt x="762" y="1441"/>
                    </a:cubicBezTo>
                    <a:cubicBezTo>
                      <a:pt x="737" y="1321"/>
                      <a:pt x="683" y="1205"/>
                      <a:pt x="592" y="1114"/>
                    </a:cubicBezTo>
                    <a:cubicBezTo>
                      <a:pt x="513" y="1007"/>
                      <a:pt x="394" y="928"/>
                      <a:pt x="290" y="849"/>
                    </a:cubicBezTo>
                    <a:cubicBezTo>
                      <a:pt x="186" y="758"/>
                      <a:pt x="95" y="654"/>
                      <a:pt x="42" y="535"/>
                    </a:cubicBezTo>
                    <a:cubicBezTo>
                      <a:pt x="16" y="472"/>
                      <a:pt x="1" y="419"/>
                      <a:pt x="1" y="352"/>
                    </a:cubicBezTo>
                    <a:cubicBezTo>
                      <a:pt x="1" y="286"/>
                      <a:pt x="16" y="236"/>
                      <a:pt x="29" y="183"/>
                    </a:cubicBezTo>
                    <a:cubicBezTo>
                      <a:pt x="67" y="91"/>
                      <a:pt x="145" y="38"/>
                      <a:pt x="199" y="25"/>
                    </a:cubicBezTo>
                    <a:cubicBezTo>
                      <a:pt x="252" y="0"/>
                      <a:pt x="277" y="13"/>
                      <a:pt x="290" y="25"/>
                    </a:cubicBezTo>
                    <a:cubicBezTo>
                      <a:pt x="290" y="63"/>
                      <a:pt x="211" y="104"/>
                      <a:pt x="186" y="236"/>
                    </a:cubicBezTo>
                    <a:cubicBezTo>
                      <a:pt x="174" y="299"/>
                      <a:pt x="174" y="365"/>
                      <a:pt x="224" y="444"/>
                    </a:cubicBezTo>
                    <a:cubicBezTo>
                      <a:pt x="265" y="522"/>
                      <a:pt x="331" y="601"/>
                      <a:pt x="422" y="680"/>
                    </a:cubicBezTo>
                    <a:cubicBezTo>
                      <a:pt x="513" y="758"/>
                      <a:pt x="645" y="849"/>
                      <a:pt x="737" y="982"/>
                    </a:cubicBezTo>
                    <a:cubicBezTo>
                      <a:pt x="840" y="1114"/>
                      <a:pt x="894" y="1283"/>
                      <a:pt x="906" y="1428"/>
                    </a:cubicBezTo>
                    <a:cubicBezTo>
                      <a:pt x="919" y="1573"/>
                      <a:pt x="894" y="1689"/>
                      <a:pt x="853" y="1780"/>
                    </a:cubicBezTo>
                    <a:cubicBezTo>
                      <a:pt x="828" y="1859"/>
                      <a:pt x="787" y="1900"/>
                      <a:pt x="787" y="190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6"/>
              <p:cNvSpPr/>
              <p:nvPr/>
            </p:nvSpPr>
            <p:spPr>
              <a:xfrm>
                <a:off x="3488003" y="1378015"/>
                <a:ext cx="171441" cy="123763"/>
              </a:xfrm>
              <a:custGeom>
                <a:rect b="b" l="l" r="r" t="t"/>
                <a:pathLst>
                  <a:path extrusionOk="0" h="1856" w="2571">
                    <a:moveTo>
                      <a:pt x="1242" y="1"/>
                    </a:moveTo>
                    <a:cubicBezTo>
                      <a:pt x="592" y="1"/>
                      <a:pt x="53" y="366"/>
                      <a:pt x="29" y="855"/>
                    </a:cubicBezTo>
                    <a:cubicBezTo>
                      <a:pt x="0" y="1365"/>
                      <a:pt x="538" y="1812"/>
                      <a:pt x="1233" y="1853"/>
                    </a:cubicBezTo>
                    <a:cubicBezTo>
                      <a:pt x="1265" y="1854"/>
                      <a:pt x="1297" y="1855"/>
                      <a:pt x="1328" y="1855"/>
                    </a:cubicBezTo>
                    <a:cubicBezTo>
                      <a:pt x="1980" y="1855"/>
                      <a:pt x="2506" y="1486"/>
                      <a:pt x="2545" y="1000"/>
                    </a:cubicBezTo>
                    <a:cubicBezTo>
                      <a:pt x="2570" y="487"/>
                      <a:pt x="2032" y="44"/>
                      <a:pt x="1337" y="3"/>
                    </a:cubicBezTo>
                    <a:cubicBezTo>
                      <a:pt x="1305" y="1"/>
                      <a:pt x="1273" y="1"/>
                      <a:pt x="124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6"/>
              <p:cNvSpPr/>
              <p:nvPr/>
            </p:nvSpPr>
            <p:spPr>
              <a:xfrm>
                <a:off x="3513343" y="1420159"/>
                <a:ext cx="131164" cy="35075"/>
              </a:xfrm>
              <a:custGeom>
                <a:rect b="b" l="l" r="r" t="t"/>
                <a:pathLst>
                  <a:path extrusionOk="0" h="526" w="1967">
                    <a:moveTo>
                      <a:pt x="1954" y="356"/>
                    </a:moveTo>
                    <a:cubicBezTo>
                      <a:pt x="1954" y="368"/>
                      <a:pt x="1901" y="327"/>
                      <a:pt x="1838" y="290"/>
                    </a:cubicBezTo>
                    <a:cubicBezTo>
                      <a:pt x="1759" y="261"/>
                      <a:pt x="1665" y="211"/>
                      <a:pt x="1536" y="198"/>
                    </a:cubicBezTo>
                    <a:cubicBezTo>
                      <a:pt x="1416" y="170"/>
                      <a:pt x="1272" y="183"/>
                      <a:pt x="1155" y="223"/>
                    </a:cubicBezTo>
                    <a:cubicBezTo>
                      <a:pt x="1036" y="261"/>
                      <a:pt x="919" y="340"/>
                      <a:pt x="800" y="406"/>
                    </a:cubicBezTo>
                    <a:cubicBezTo>
                      <a:pt x="683" y="472"/>
                      <a:pt x="551" y="525"/>
                      <a:pt x="422" y="525"/>
                    </a:cubicBezTo>
                    <a:cubicBezTo>
                      <a:pt x="356" y="525"/>
                      <a:pt x="290" y="513"/>
                      <a:pt x="237" y="485"/>
                    </a:cubicBezTo>
                    <a:cubicBezTo>
                      <a:pt x="171" y="459"/>
                      <a:pt x="133" y="434"/>
                      <a:pt x="92" y="393"/>
                    </a:cubicBezTo>
                    <a:cubicBezTo>
                      <a:pt x="14" y="315"/>
                      <a:pt x="1" y="236"/>
                      <a:pt x="1" y="183"/>
                    </a:cubicBezTo>
                    <a:cubicBezTo>
                      <a:pt x="1" y="120"/>
                      <a:pt x="29" y="91"/>
                      <a:pt x="42" y="104"/>
                    </a:cubicBezTo>
                    <a:cubicBezTo>
                      <a:pt x="80" y="104"/>
                      <a:pt x="80" y="198"/>
                      <a:pt x="199" y="277"/>
                    </a:cubicBezTo>
                    <a:cubicBezTo>
                      <a:pt x="249" y="315"/>
                      <a:pt x="316" y="327"/>
                      <a:pt x="407" y="315"/>
                    </a:cubicBezTo>
                    <a:cubicBezTo>
                      <a:pt x="501" y="315"/>
                      <a:pt x="592" y="277"/>
                      <a:pt x="709" y="223"/>
                    </a:cubicBezTo>
                    <a:cubicBezTo>
                      <a:pt x="816" y="170"/>
                      <a:pt x="945" y="91"/>
                      <a:pt x="1102" y="54"/>
                    </a:cubicBezTo>
                    <a:cubicBezTo>
                      <a:pt x="1259" y="0"/>
                      <a:pt x="1429" y="13"/>
                      <a:pt x="1561" y="66"/>
                    </a:cubicBezTo>
                    <a:cubicBezTo>
                      <a:pt x="1706" y="104"/>
                      <a:pt x="1809" y="183"/>
                      <a:pt x="1876" y="236"/>
                    </a:cubicBezTo>
                    <a:cubicBezTo>
                      <a:pt x="1942" y="302"/>
                      <a:pt x="1967" y="340"/>
                      <a:pt x="1954" y="35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3715327" y="1656885"/>
                <a:ext cx="126763" cy="185511"/>
              </a:xfrm>
              <a:custGeom>
                <a:rect b="b" l="l" r="r" t="t"/>
                <a:pathLst>
                  <a:path extrusionOk="0" h="2782" w="1901">
                    <a:moveTo>
                      <a:pt x="1255" y="1"/>
                    </a:moveTo>
                    <a:cubicBezTo>
                      <a:pt x="775" y="1"/>
                      <a:pt x="302" y="499"/>
                      <a:pt x="158" y="1193"/>
                    </a:cubicBezTo>
                    <a:cubicBezTo>
                      <a:pt x="1" y="1954"/>
                      <a:pt x="287" y="2662"/>
                      <a:pt x="812" y="2766"/>
                    </a:cubicBezTo>
                    <a:cubicBezTo>
                      <a:pt x="858" y="2776"/>
                      <a:pt x="901" y="2782"/>
                      <a:pt x="942" y="2782"/>
                    </a:cubicBezTo>
                    <a:cubicBezTo>
                      <a:pt x="1359" y="2782"/>
                      <a:pt x="1534" y="2242"/>
                      <a:pt x="1677" y="1549"/>
                    </a:cubicBezTo>
                    <a:cubicBezTo>
                      <a:pt x="1834" y="787"/>
                      <a:pt x="1901" y="121"/>
                      <a:pt x="1388" y="14"/>
                    </a:cubicBezTo>
                    <a:cubicBezTo>
                      <a:pt x="1344" y="5"/>
                      <a:pt x="1299" y="1"/>
                      <a:pt x="1255"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 name="Google Shape;171;p6"/>
              <p:cNvSpPr/>
              <p:nvPr/>
            </p:nvSpPr>
            <p:spPr>
              <a:xfrm>
                <a:off x="3778276" y="1675357"/>
                <a:ext cx="42010" cy="149435"/>
              </a:xfrm>
              <a:custGeom>
                <a:rect b="b" l="l" r="r" t="t"/>
                <a:pathLst>
                  <a:path extrusionOk="0" h="2241" w="630">
                    <a:moveTo>
                      <a:pt x="617" y="13"/>
                    </a:moveTo>
                    <a:cubicBezTo>
                      <a:pt x="629" y="13"/>
                      <a:pt x="589" y="51"/>
                      <a:pt x="551" y="130"/>
                    </a:cubicBezTo>
                    <a:cubicBezTo>
                      <a:pt x="510" y="208"/>
                      <a:pt x="472" y="315"/>
                      <a:pt x="431" y="444"/>
                    </a:cubicBezTo>
                    <a:cubicBezTo>
                      <a:pt x="365" y="709"/>
                      <a:pt x="302" y="1048"/>
                      <a:pt x="261" y="1297"/>
                    </a:cubicBezTo>
                    <a:cubicBezTo>
                      <a:pt x="183" y="1822"/>
                      <a:pt x="158" y="2240"/>
                      <a:pt x="92" y="2240"/>
                    </a:cubicBezTo>
                    <a:cubicBezTo>
                      <a:pt x="51" y="2240"/>
                      <a:pt x="26" y="2136"/>
                      <a:pt x="13" y="1967"/>
                    </a:cubicBezTo>
                    <a:cubicBezTo>
                      <a:pt x="0" y="1781"/>
                      <a:pt x="13" y="1545"/>
                      <a:pt x="51" y="1272"/>
                    </a:cubicBezTo>
                    <a:cubicBezTo>
                      <a:pt x="92" y="995"/>
                      <a:pt x="195" y="668"/>
                      <a:pt x="315" y="407"/>
                    </a:cubicBezTo>
                    <a:cubicBezTo>
                      <a:pt x="365" y="275"/>
                      <a:pt x="431" y="158"/>
                      <a:pt x="497" y="92"/>
                    </a:cubicBezTo>
                    <a:cubicBezTo>
                      <a:pt x="563" y="26"/>
                      <a:pt x="617" y="1"/>
                      <a:pt x="617"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6"/>
              <p:cNvSpPr/>
              <p:nvPr/>
            </p:nvSpPr>
            <p:spPr>
              <a:xfrm>
                <a:off x="3583427" y="1512649"/>
                <a:ext cx="159038" cy="112160"/>
              </a:xfrm>
              <a:custGeom>
                <a:rect b="b" l="l" r="r" t="t"/>
                <a:pathLst>
                  <a:path extrusionOk="0" h="1682" w="2385">
                    <a:moveTo>
                      <a:pt x="1244" y="0"/>
                    </a:moveTo>
                    <a:cubicBezTo>
                      <a:pt x="1210" y="0"/>
                      <a:pt x="1175" y="1"/>
                      <a:pt x="1139" y="3"/>
                    </a:cubicBezTo>
                    <a:cubicBezTo>
                      <a:pt x="497" y="29"/>
                      <a:pt x="0" y="434"/>
                      <a:pt x="26" y="893"/>
                    </a:cubicBezTo>
                    <a:cubicBezTo>
                      <a:pt x="50" y="1349"/>
                      <a:pt x="552" y="1681"/>
                      <a:pt x="1164" y="1681"/>
                    </a:cubicBezTo>
                    <a:cubicBezTo>
                      <a:pt x="1186" y="1681"/>
                      <a:pt x="1208" y="1681"/>
                      <a:pt x="1230" y="1680"/>
                    </a:cubicBezTo>
                    <a:cubicBezTo>
                      <a:pt x="1888" y="1642"/>
                      <a:pt x="2385" y="1233"/>
                      <a:pt x="2359" y="777"/>
                    </a:cubicBezTo>
                    <a:cubicBezTo>
                      <a:pt x="2333" y="331"/>
                      <a:pt x="1850" y="0"/>
                      <a:pt x="124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6"/>
              <p:cNvSpPr/>
              <p:nvPr/>
            </p:nvSpPr>
            <p:spPr>
              <a:xfrm>
                <a:off x="3390245" y="1521585"/>
                <a:ext cx="127630" cy="186111"/>
              </a:xfrm>
              <a:custGeom>
                <a:rect b="b" l="l" r="r" t="t"/>
                <a:pathLst>
                  <a:path extrusionOk="0" h="2791" w="1914">
                    <a:moveTo>
                      <a:pt x="1251" y="0"/>
                    </a:moveTo>
                    <a:cubicBezTo>
                      <a:pt x="775" y="0"/>
                      <a:pt x="313" y="499"/>
                      <a:pt x="158" y="1193"/>
                    </a:cubicBezTo>
                    <a:cubicBezTo>
                      <a:pt x="1" y="1951"/>
                      <a:pt x="303" y="2659"/>
                      <a:pt x="812" y="2779"/>
                    </a:cubicBezTo>
                    <a:cubicBezTo>
                      <a:pt x="854" y="2787"/>
                      <a:pt x="893" y="2791"/>
                      <a:pt x="930" y="2791"/>
                    </a:cubicBezTo>
                    <a:cubicBezTo>
                      <a:pt x="1366" y="2791"/>
                      <a:pt x="1532" y="2247"/>
                      <a:pt x="1677" y="1546"/>
                    </a:cubicBezTo>
                    <a:cubicBezTo>
                      <a:pt x="1847" y="785"/>
                      <a:pt x="1913" y="118"/>
                      <a:pt x="1388" y="14"/>
                    </a:cubicBezTo>
                    <a:cubicBezTo>
                      <a:pt x="1342" y="5"/>
                      <a:pt x="1297" y="0"/>
                      <a:pt x="125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3453194" y="1539923"/>
                <a:ext cx="42010" cy="149369"/>
              </a:xfrm>
              <a:custGeom>
                <a:rect b="b" l="l" r="r" t="t"/>
                <a:pathLst>
                  <a:path extrusionOk="0" h="2240" w="630">
                    <a:moveTo>
                      <a:pt x="629" y="13"/>
                    </a:moveTo>
                    <a:cubicBezTo>
                      <a:pt x="629" y="13"/>
                      <a:pt x="601" y="54"/>
                      <a:pt x="563" y="132"/>
                    </a:cubicBezTo>
                    <a:cubicBezTo>
                      <a:pt x="510" y="211"/>
                      <a:pt x="472" y="315"/>
                      <a:pt x="444" y="447"/>
                    </a:cubicBezTo>
                    <a:cubicBezTo>
                      <a:pt x="365" y="708"/>
                      <a:pt x="302" y="1047"/>
                      <a:pt x="261" y="1296"/>
                    </a:cubicBezTo>
                    <a:cubicBezTo>
                      <a:pt x="183" y="1821"/>
                      <a:pt x="158" y="2239"/>
                      <a:pt x="92" y="2239"/>
                    </a:cubicBezTo>
                    <a:cubicBezTo>
                      <a:pt x="51" y="2239"/>
                      <a:pt x="25" y="2136"/>
                      <a:pt x="13" y="1966"/>
                    </a:cubicBezTo>
                    <a:cubicBezTo>
                      <a:pt x="0" y="1783"/>
                      <a:pt x="13" y="1548"/>
                      <a:pt x="51" y="1271"/>
                    </a:cubicBezTo>
                    <a:cubicBezTo>
                      <a:pt x="92" y="997"/>
                      <a:pt x="195" y="667"/>
                      <a:pt x="315" y="406"/>
                    </a:cubicBezTo>
                    <a:cubicBezTo>
                      <a:pt x="365" y="274"/>
                      <a:pt x="431" y="157"/>
                      <a:pt x="497" y="91"/>
                    </a:cubicBezTo>
                    <a:cubicBezTo>
                      <a:pt x="563" y="25"/>
                      <a:pt x="617" y="0"/>
                      <a:pt x="629"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75" name="Google Shape;175;p6"/>
          <p:cNvGrpSpPr/>
          <p:nvPr/>
        </p:nvGrpSpPr>
        <p:grpSpPr>
          <a:xfrm>
            <a:off x="-330240" y="4288275"/>
            <a:ext cx="1675228" cy="1003099"/>
            <a:chOff x="6784369" y="2225096"/>
            <a:chExt cx="1144047" cy="685036"/>
          </a:xfrm>
        </p:grpSpPr>
        <p:sp>
          <p:nvSpPr>
            <p:cNvPr id="176" name="Google Shape;176;p6"/>
            <p:cNvSpPr/>
            <p:nvPr/>
          </p:nvSpPr>
          <p:spPr>
            <a:xfrm>
              <a:off x="6855109" y="2378001"/>
              <a:ext cx="503386" cy="498185"/>
            </a:xfrm>
            <a:custGeom>
              <a:rect b="b" l="l" r="r" t="t"/>
              <a:pathLst>
                <a:path extrusionOk="0" h="7471" w="7549">
                  <a:moveTo>
                    <a:pt x="5215" y="2529"/>
                  </a:moveTo>
                  <a:cubicBezTo>
                    <a:pt x="4706" y="2765"/>
                    <a:pt x="4378" y="3158"/>
                    <a:pt x="4180" y="3460"/>
                  </a:cubicBezTo>
                  <a:cubicBezTo>
                    <a:pt x="4312" y="3146"/>
                    <a:pt x="4429" y="2686"/>
                    <a:pt x="4378" y="2149"/>
                  </a:cubicBezTo>
                  <a:cubicBezTo>
                    <a:pt x="4272" y="1151"/>
                    <a:pt x="3514" y="104"/>
                    <a:pt x="3435" y="0"/>
                  </a:cubicBezTo>
                  <a:lnTo>
                    <a:pt x="3435" y="0"/>
                  </a:lnTo>
                  <a:cubicBezTo>
                    <a:pt x="3435" y="0"/>
                    <a:pt x="2844" y="1246"/>
                    <a:pt x="2963" y="2306"/>
                  </a:cubicBezTo>
                  <a:cubicBezTo>
                    <a:pt x="3013" y="2856"/>
                    <a:pt x="3290" y="3290"/>
                    <a:pt x="3526" y="3576"/>
                  </a:cubicBezTo>
                  <a:cubicBezTo>
                    <a:pt x="3262" y="3353"/>
                    <a:pt x="2869" y="3092"/>
                    <a:pt x="2334" y="2988"/>
                  </a:cubicBezTo>
                  <a:cubicBezTo>
                    <a:pt x="1350" y="2778"/>
                    <a:pt x="117" y="3171"/>
                    <a:pt x="13" y="3212"/>
                  </a:cubicBezTo>
                  <a:lnTo>
                    <a:pt x="0" y="3212"/>
                  </a:lnTo>
                  <a:cubicBezTo>
                    <a:pt x="0" y="3212"/>
                    <a:pt x="1010" y="4155"/>
                    <a:pt x="2045" y="4375"/>
                  </a:cubicBezTo>
                  <a:cubicBezTo>
                    <a:pt x="2595" y="4495"/>
                    <a:pt x="3092" y="4363"/>
                    <a:pt x="3435" y="4234"/>
                  </a:cubicBezTo>
                  <a:cubicBezTo>
                    <a:pt x="3133" y="4404"/>
                    <a:pt x="2765" y="4706"/>
                    <a:pt x="2504" y="5177"/>
                  </a:cubicBezTo>
                  <a:cubicBezTo>
                    <a:pt x="1991" y="6055"/>
                    <a:pt x="1991" y="7338"/>
                    <a:pt x="1991" y="7458"/>
                  </a:cubicBezTo>
                  <a:lnTo>
                    <a:pt x="1991" y="7470"/>
                  </a:lnTo>
                  <a:cubicBezTo>
                    <a:pt x="1991" y="7470"/>
                    <a:pt x="3199" y="6800"/>
                    <a:pt x="3734" y="5885"/>
                  </a:cubicBezTo>
                  <a:cubicBezTo>
                    <a:pt x="4010" y="5398"/>
                    <a:pt x="4048" y="4888"/>
                    <a:pt x="4023" y="4520"/>
                  </a:cubicBezTo>
                  <a:cubicBezTo>
                    <a:pt x="4102" y="4863"/>
                    <a:pt x="4272" y="5294"/>
                    <a:pt x="4640" y="5699"/>
                  </a:cubicBezTo>
                  <a:cubicBezTo>
                    <a:pt x="5306" y="6448"/>
                    <a:pt x="6539" y="6854"/>
                    <a:pt x="6659" y="6892"/>
                  </a:cubicBezTo>
                  <a:lnTo>
                    <a:pt x="6659" y="6892"/>
                  </a:lnTo>
                  <a:cubicBezTo>
                    <a:pt x="6659" y="6892"/>
                    <a:pt x="6395" y="5530"/>
                    <a:pt x="5687" y="4743"/>
                  </a:cubicBezTo>
                  <a:cubicBezTo>
                    <a:pt x="5322" y="4325"/>
                    <a:pt x="4835" y="4139"/>
                    <a:pt x="4482" y="4048"/>
                  </a:cubicBezTo>
                  <a:cubicBezTo>
                    <a:pt x="4822" y="4077"/>
                    <a:pt x="5294" y="4048"/>
                    <a:pt x="5794" y="3825"/>
                  </a:cubicBezTo>
                  <a:cubicBezTo>
                    <a:pt x="6709" y="3419"/>
                    <a:pt x="7470" y="2372"/>
                    <a:pt x="7549" y="2281"/>
                  </a:cubicBezTo>
                  <a:lnTo>
                    <a:pt x="7549" y="2268"/>
                  </a:lnTo>
                  <a:cubicBezTo>
                    <a:pt x="7549" y="2268"/>
                    <a:pt x="6187" y="2095"/>
                    <a:pt x="5215" y="2529"/>
                  </a:cubicBezTo>
                  <a:close/>
                  <a:moveTo>
                    <a:pt x="3957" y="3970"/>
                  </a:moveTo>
                  <a:lnTo>
                    <a:pt x="3957" y="3982"/>
                  </a:lnTo>
                  <a:lnTo>
                    <a:pt x="3944" y="3982"/>
                  </a:lnTo>
                  <a:lnTo>
                    <a:pt x="3944" y="4061"/>
                  </a:lnTo>
                  <a:cubicBezTo>
                    <a:pt x="3944" y="4036"/>
                    <a:pt x="3944" y="4023"/>
                    <a:pt x="3932" y="4010"/>
                  </a:cubicBezTo>
                  <a:lnTo>
                    <a:pt x="3932" y="3998"/>
                  </a:lnTo>
                  <a:lnTo>
                    <a:pt x="3919" y="3998"/>
                  </a:lnTo>
                  <a:lnTo>
                    <a:pt x="3919" y="3982"/>
                  </a:lnTo>
                  <a:cubicBezTo>
                    <a:pt x="3919" y="3982"/>
                    <a:pt x="3891" y="3998"/>
                    <a:pt x="3853" y="4010"/>
                  </a:cubicBezTo>
                  <a:cubicBezTo>
                    <a:pt x="3866" y="4010"/>
                    <a:pt x="3878" y="3998"/>
                    <a:pt x="3878" y="3998"/>
                  </a:cubicBezTo>
                  <a:cubicBezTo>
                    <a:pt x="3891" y="3982"/>
                    <a:pt x="3907" y="3982"/>
                    <a:pt x="3907" y="3982"/>
                  </a:cubicBezTo>
                  <a:lnTo>
                    <a:pt x="3907" y="3970"/>
                  </a:lnTo>
                  <a:lnTo>
                    <a:pt x="3907" y="3970"/>
                  </a:lnTo>
                  <a:cubicBezTo>
                    <a:pt x="3907" y="3970"/>
                    <a:pt x="3891" y="3944"/>
                    <a:pt x="3866" y="3904"/>
                  </a:cubicBezTo>
                  <a:cubicBezTo>
                    <a:pt x="3878" y="3919"/>
                    <a:pt x="3878" y="3932"/>
                    <a:pt x="3891" y="3932"/>
                  </a:cubicBezTo>
                  <a:lnTo>
                    <a:pt x="3907" y="3944"/>
                  </a:lnTo>
                  <a:lnTo>
                    <a:pt x="3919" y="3944"/>
                  </a:lnTo>
                  <a:lnTo>
                    <a:pt x="3919" y="3944"/>
                  </a:lnTo>
                  <a:cubicBezTo>
                    <a:pt x="3919" y="3944"/>
                    <a:pt x="3932" y="3932"/>
                    <a:pt x="3957" y="3891"/>
                  </a:cubicBezTo>
                  <a:cubicBezTo>
                    <a:pt x="3957" y="3904"/>
                    <a:pt x="3957" y="3919"/>
                    <a:pt x="3944" y="3932"/>
                  </a:cubicBezTo>
                  <a:lnTo>
                    <a:pt x="3944" y="3944"/>
                  </a:lnTo>
                  <a:lnTo>
                    <a:pt x="3944" y="3944"/>
                  </a:lnTo>
                  <a:lnTo>
                    <a:pt x="3944" y="3957"/>
                  </a:lnTo>
                  <a:cubicBezTo>
                    <a:pt x="3944" y="3957"/>
                    <a:pt x="3970" y="3970"/>
                    <a:pt x="4023" y="3970"/>
                  </a:cubicBezTo>
                  <a:lnTo>
                    <a:pt x="3970" y="3970"/>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 name="Google Shape;177;p6"/>
            <p:cNvSpPr/>
            <p:nvPr/>
          </p:nvSpPr>
          <p:spPr>
            <a:xfrm>
              <a:off x="7349746" y="2225096"/>
              <a:ext cx="578671" cy="574070"/>
            </a:xfrm>
            <a:custGeom>
              <a:rect b="b" l="l" r="r" t="t"/>
              <a:pathLst>
                <a:path extrusionOk="0" h="8609" w="8678">
                  <a:moveTo>
                    <a:pt x="6004" y="3341"/>
                  </a:moveTo>
                  <a:cubicBezTo>
                    <a:pt x="5363" y="3444"/>
                    <a:pt x="4875" y="3787"/>
                    <a:pt x="4577" y="4074"/>
                  </a:cubicBezTo>
                  <a:cubicBezTo>
                    <a:pt x="4812" y="3759"/>
                    <a:pt x="5086" y="3287"/>
                    <a:pt x="5177" y="2674"/>
                  </a:cubicBezTo>
                  <a:cubicBezTo>
                    <a:pt x="5347" y="1520"/>
                    <a:pt x="4812" y="142"/>
                    <a:pt x="4759" y="13"/>
                  </a:cubicBezTo>
                  <a:lnTo>
                    <a:pt x="4759" y="0"/>
                  </a:lnTo>
                  <a:cubicBezTo>
                    <a:pt x="4759" y="0"/>
                    <a:pt x="3737" y="1218"/>
                    <a:pt x="3554" y="2422"/>
                  </a:cubicBezTo>
                  <a:cubicBezTo>
                    <a:pt x="3460" y="3067"/>
                    <a:pt x="3633" y="3617"/>
                    <a:pt x="3815" y="4011"/>
                  </a:cubicBezTo>
                  <a:cubicBezTo>
                    <a:pt x="3592" y="3680"/>
                    <a:pt x="3224" y="3275"/>
                    <a:pt x="2661" y="3001"/>
                  </a:cubicBezTo>
                  <a:cubicBezTo>
                    <a:pt x="1626" y="2476"/>
                    <a:pt x="145" y="2567"/>
                    <a:pt x="16" y="2567"/>
                  </a:cubicBezTo>
                  <a:lnTo>
                    <a:pt x="0" y="2567"/>
                  </a:lnTo>
                  <a:cubicBezTo>
                    <a:pt x="0" y="2567"/>
                    <a:pt x="840" y="3916"/>
                    <a:pt x="1928" y="4454"/>
                  </a:cubicBezTo>
                  <a:cubicBezTo>
                    <a:pt x="2504" y="4756"/>
                    <a:pt x="3095" y="4756"/>
                    <a:pt x="3513" y="4703"/>
                  </a:cubicBezTo>
                  <a:cubicBezTo>
                    <a:pt x="3133" y="4822"/>
                    <a:pt x="2636" y="5045"/>
                    <a:pt x="2202" y="5489"/>
                  </a:cubicBezTo>
                  <a:cubicBezTo>
                    <a:pt x="1390" y="6303"/>
                    <a:pt x="1010" y="7744"/>
                    <a:pt x="972" y="7876"/>
                  </a:cubicBezTo>
                  <a:lnTo>
                    <a:pt x="972" y="7889"/>
                  </a:lnTo>
                  <a:cubicBezTo>
                    <a:pt x="972" y="7889"/>
                    <a:pt x="2516" y="7496"/>
                    <a:pt x="3369" y="6631"/>
                  </a:cubicBezTo>
                  <a:cubicBezTo>
                    <a:pt x="3828" y="6171"/>
                    <a:pt x="4010" y="5621"/>
                    <a:pt x="4089" y="5203"/>
                  </a:cubicBezTo>
                  <a:cubicBezTo>
                    <a:pt x="4076" y="5596"/>
                    <a:pt x="4142" y="6146"/>
                    <a:pt x="4432" y="6697"/>
                  </a:cubicBezTo>
                  <a:cubicBezTo>
                    <a:pt x="4954" y="7719"/>
                    <a:pt x="6212" y="8530"/>
                    <a:pt x="6332" y="8596"/>
                  </a:cubicBezTo>
                  <a:lnTo>
                    <a:pt x="6332" y="8609"/>
                  </a:lnTo>
                  <a:cubicBezTo>
                    <a:pt x="6332" y="8609"/>
                    <a:pt x="6435" y="7024"/>
                    <a:pt x="5885" y="5936"/>
                  </a:cubicBezTo>
                  <a:cubicBezTo>
                    <a:pt x="5583" y="5373"/>
                    <a:pt x="5111" y="5017"/>
                    <a:pt x="4746" y="4810"/>
                  </a:cubicBezTo>
                  <a:cubicBezTo>
                    <a:pt x="5111" y="4938"/>
                    <a:pt x="5649" y="5058"/>
                    <a:pt x="6266" y="4954"/>
                  </a:cubicBezTo>
                  <a:cubicBezTo>
                    <a:pt x="7407" y="4769"/>
                    <a:pt x="8558" y="3825"/>
                    <a:pt x="8665" y="3734"/>
                  </a:cubicBezTo>
                  <a:lnTo>
                    <a:pt x="8678" y="3734"/>
                  </a:lnTo>
                  <a:cubicBezTo>
                    <a:pt x="8678" y="3734"/>
                    <a:pt x="7197" y="3146"/>
                    <a:pt x="6004" y="3341"/>
                  </a:cubicBezTo>
                  <a:close/>
                  <a:moveTo>
                    <a:pt x="4168" y="4574"/>
                  </a:moveTo>
                  <a:cubicBezTo>
                    <a:pt x="4168" y="4574"/>
                    <a:pt x="4155" y="4611"/>
                    <a:pt x="4142" y="4665"/>
                  </a:cubicBezTo>
                  <a:lnTo>
                    <a:pt x="4142" y="4611"/>
                  </a:lnTo>
                  <a:lnTo>
                    <a:pt x="4142" y="4586"/>
                  </a:lnTo>
                  <a:lnTo>
                    <a:pt x="4130" y="4586"/>
                  </a:lnTo>
                  <a:lnTo>
                    <a:pt x="4130" y="4586"/>
                  </a:lnTo>
                  <a:lnTo>
                    <a:pt x="4051" y="4586"/>
                  </a:lnTo>
                  <a:cubicBezTo>
                    <a:pt x="4064" y="4586"/>
                    <a:pt x="4076" y="4574"/>
                    <a:pt x="4089" y="4574"/>
                  </a:cubicBezTo>
                  <a:cubicBezTo>
                    <a:pt x="4105" y="4574"/>
                    <a:pt x="4117" y="4561"/>
                    <a:pt x="4117" y="4561"/>
                  </a:cubicBezTo>
                  <a:lnTo>
                    <a:pt x="4117" y="4561"/>
                  </a:lnTo>
                  <a:lnTo>
                    <a:pt x="4117" y="4561"/>
                  </a:lnTo>
                  <a:cubicBezTo>
                    <a:pt x="4117" y="4561"/>
                    <a:pt x="4117" y="4520"/>
                    <a:pt x="4089" y="4467"/>
                  </a:cubicBezTo>
                  <a:cubicBezTo>
                    <a:pt x="4105" y="4495"/>
                    <a:pt x="4105" y="4508"/>
                    <a:pt x="4117" y="4508"/>
                  </a:cubicBezTo>
                  <a:cubicBezTo>
                    <a:pt x="4130" y="4520"/>
                    <a:pt x="4130" y="4533"/>
                    <a:pt x="4130" y="4533"/>
                  </a:cubicBezTo>
                  <a:lnTo>
                    <a:pt x="4142" y="4533"/>
                  </a:lnTo>
                  <a:lnTo>
                    <a:pt x="4142" y="4533"/>
                  </a:lnTo>
                  <a:cubicBezTo>
                    <a:pt x="4142" y="4533"/>
                    <a:pt x="4168" y="4520"/>
                    <a:pt x="4209" y="4482"/>
                  </a:cubicBezTo>
                  <a:cubicBezTo>
                    <a:pt x="4196" y="4495"/>
                    <a:pt x="4196" y="4508"/>
                    <a:pt x="4183" y="4520"/>
                  </a:cubicBezTo>
                  <a:lnTo>
                    <a:pt x="4168" y="4533"/>
                  </a:lnTo>
                  <a:lnTo>
                    <a:pt x="4168" y="4545"/>
                  </a:lnTo>
                  <a:lnTo>
                    <a:pt x="4168" y="4545"/>
                  </a:lnTo>
                  <a:cubicBezTo>
                    <a:pt x="4168" y="4545"/>
                    <a:pt x="4196" y="4574"/>
                    <a:pt x="4246" y="4599"/>
                  </a:cubicBezTo>
                  <a:cubicBezTo>
                    <a:pt x="4221" y="4586"/>
                    <a:pt x="4209" y="4586"/>
                    <a:pt x="4196" y="4586"/>
                  </a:cubicBezTo>
                  <a:cubicBezTo>
                    <a:pt x="4183" y="4574"/>
                    <a:pt x="4168" y="4574"/>
                    <a:pt x="4168" y="4574"/>
                  </a:cubicBezTo>
                  <a:lnTo>
                    <a:pt x="4168" y="4586"/>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 name="Google Shape;178;p6"/>
            <p:cNvSpPr/>
            <p:nvPr/>
          </p:nvSpPr>
          <p:spPr>
            <a:xfrm>
              <a:off x="6917136" y="2677677"/>
              <a:ext cx="147968" cy="232455"/>
            </a:xfrm>
            <a:custGeom>
              <a:rect b="b" l="l" r="r" t="t"/>
              <a:pathLst>
                <a:path extrusionOk="0" h="3486" w="2219">
                  <a:moveTo>
                    <a:pt x="1929" y="1"/>
                  </a:moveTo>
                  <a:cubicBezTo>
                    <a:pt x="1929" y="1"/>
                    <a:pt x="1039" y="274"/>
                    <a:pt x="501" y="1180"/>
                  </a:cubicBezTo>
                  <a:cubicBezTo>
                    <a:pt x="1" y="2058"/>
                    <a:pt x="1" y="3357"/>
                    <a:pt x="1" y="3473"/>
                  </a:cubicBezTo>
                  <a:lnTo>
                    <a:pt x="1" y="3486"/>
                  </a:lnTo>
                  <a:cubicBezTo>
                    <a:pt x="1" y="3486"/>
                    <a:pt x="1209" y="2806"/>
                    <a:pt x="1731" y="1901"/>
                  </a:cubicBezTo>
                  <a:cubicBezTo>
                    <a:pt x="2218" y="1061"/>
                    <a:pt x="1982" y="183"/>
                    <a:pt x="1941" y="26"/>
                  </a:cubicBezTo>
                  <a:lnTo>
                    <a:pt x="1929"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 name="Google Shape;179;p6"/>
            <p:cNvSpPr/>
            <p:nvPr/>
          </p:nvSpPr>
          <p:spPr>
            <a:xfrm>
              <a:off x="6932874" y="2677677"/>
              <a:ext cx="129497" cy="205382"/>
            </a:xfrm>
            <a:custGeom>
              <a:rect b="b" l="l" r="r" t="t"/>
              <a:pathLst>
                <a:path extrusionOk="0" h="3080" w="1942">
                  <a:moveTo>
                    <a:pt x="1705" y="1"/>
                  </a:moveTo>
                  <a:cubicBezTo>
                    <a:pt x="1705" y="1"/>
                    <a:pt x="919" y="249"/>
                    <a:pt x="447" y="1048"/>
                  </a:cubicBezTo>
                  <a:cubicBezTo>
                    <a:pt x="1" y="1822"/>
                    <a:pt x="1" y="2964"/>
                    <a:pt x="1" y="3067"/>
                  </a:cubicBezTo>
                  <a:lnTo>
                    <a:pt x="1" y="3080"/>
                  </a:lnTo>
                  <a:cubicBezTo>
                    <a:pt x="1" y="3080"/>
                    <a:pt x="1051" y="2476"/>
                    <a:pt x="1523" y="1677"/>
                  </a:cubicBezTo>
                  <a:cubicBezTo>
                    <a:pt x="1941" y="944"/>
                    <a:pt x="1746" y="171"/>
                    <a:pt x="1705" y="26"/>
                  </a:cubicBezTo>
                  <a:lnTo>
                    <a:pt x="1705"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 name="Google Shape;180;p6"/>
            <p:cNvSpPr/>
            <p:nvPr/>
          </p:nvSpPr>
          <p:spPr>
            <a:xfrm>
              <a:off x="6961014" y="2692614"/>
              <a:ext cx="85620" cy="139700"/>
            </a:xfrm>
            <a:custGeom>
              <a:rect b="b" l="l" r="r" t="t"/>
              <a:pathLst>
                <a:path extrusionOk="0" h="2095" w="1284">
                  <a:moveTo>
                    <a:pt x="1167" y="0"/>
                  </a:moveTo>
                  <a:cubicBezTo>
                    <a:pt x="1167" y="0"/>
                    <a:pt x="680" y="195"/>
                    <a:pt x="365" y="746"/>
                  </a:cubicBezTo>
                  <a:cubicBezTo>
                    <a:pt x="51" y="1271"/>
                    <a:pt x="0" y="2016"/>
                    <a:pt x="0" y="2095"/>
                  </a:cubicBezTo>
                  <a:cubicBezTo>
                    <a:pt x="0" y="2095"/>
                    <a:pt x="667" y="1664"/>
                    <a:pt x="982" y="1101"/>
                  </a:cubicBezTo>
                  <a:cubicBezTo>
                    <a:pt x="1283" y="601"/>
                    <a:pt x="1192" y="104"/>
                    <a:pt x="1180" y="13"/>
                  </a:cubicBezTo>
                  <a:lnTo>
                    <a:pt x="1167"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6"/>
            <p:cNvSpPr/>
            <p:nvPr/>
          </p:nvSpPr>
          <p:spPr>
            <a:xfrm>
              <a:off x="7046569" y="2676877"/>
              <a:ext cx="181910" cy="194046"/>
            </a:xfrm>
            <a:custGeom>
              <a:rect b="b" l="l" r="r" t="t"/>
              <a:pathLst>
                <a:path extrusionOk="0" h="2910" w="2728">
                  <a:moveTo>
                    <a:pt x="13" y="0"/>
                  </a:moveTo>
                  <a:cubicBezTo>
                    <a:pt x="13" y="0"/>
                    <a:pt x="0" y="944"/>
                    <a:pt x="696" y="1718"/>
                  </a:cubicBezTo>
                  <a:cubicBezTo>
                    <a:pt x="1378" y="2476"/>
                    <a:pt x="2608" y="2869"/>
                    <a:pt x="2715" y="2910"/>
                  </a:cubicBezTo>
                  <a:lnTo>
                    <a:pt x="2727" y="2910"/>
                  </a:lnTo>
                  <a:cubicBezTo>
                    <a:pt x="2727" y="2910"/>
                    <a:pt x="2463" y="1560"/>
                    <a:pt x="1755" y="774"/>
                  </a:cubicBezTo>
                  <a:cubicBezTo>
                    <a:pt x="1114" y="66"/>
                    <a:pt x="211" y="0"/>
                    <a:pt x="41"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 name="Google Shape;182;p6"/>
            <p:cNvSpPr/>
            <p:nvPr/>
          </p:nvSpPr>
          <p:spPr>
            <a:xfrm>
              <a:off x="7047436" y="2676877"/>
              <a:ext cx="160038" cy="171174"/>
            </a:xfrm>
            <a:custGeom>
              <a:rect b="b" l="l" r="r" t="t"/>
              <a:pathLst>
                <a:path extrusionOk="0" h="2567" w="2400">
                  <a:moveTo>
                    <a:pt x="0" y="0"/>
                  </a:moveTo>
                  <a:cubicBezTo>
                    <a:pt x="0" y="0"/>
                    <a:pt x="0" y="812"/>
                    <a:pt x="616" y="1507"/>
                  </a:cubicBezTo>
                  <a:cubicBezTo>
                    <a:pt x="1220" y="2174"/>
                    <a:pt x="2293" y="2529"/>
                    <a:pt x="2400" y="2567"/>
                  </a:cubicBezTo>
                  <a:cubicBezTo>
                    <a:pt x="2400" y="2567"/>
                    <a:pt x="2164" y="1375"/>
                    <a:pt x="1547" y="680"/>
                  </a:cubicBezTo>
                  <a:cubicBezTo>
                    <a:pt x="972" y="51"/>
                    <a:pt x="170" y="0"/>
                    <a:pt x="2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 name="Google Shape;183;p6"/>
            <p:cNvSpPr/>
            <p:nvPr/>
          </p:nvSpPr>
          <p:spPr>
            <a:xfrm>
              <a:off x="7058705" y="2688213"/>
              <a:ext cx="109359" cy="117094"/>
            </a:xfrm>
            <a:custGeom>
              <a:rect b="b" l="l" r="r" t="t"/>
              <a:pathLst>
                <a:path extrusionOk="0" h="1756" w="1640">
                  <a:moveTo>
                    <a:pt x="1" y="0"/>
                  </a:moveTo>
                  <a:cubicBezTo>
                    <a:pt x="1" y="0"/>
                    <a:pt x="42" y="525"/>
                    <a:pt x="473" y="997"/>
                  </a:cubicBezTo>
                  <a:cubicBezTo>
                    <a:pt x="882" y="1453"/>
                    <a:pt x="1573" y="1730"/>
                    <a:pt x="1640" y="1755"/>
                  </a:cubicBezTo>
                  <a:cubicBezTo>
                    <a:pt x="1640" y="1755"/>
                    <a:pt x="1432" y="981"/>
                    <a:pt x="1010" y="510"/>
                  </a:cubicBezTo>
                  <a:cubicBezTo>
                    <a:pt x="617" y="79"/>
                    <a:pt x="120" y="13"/>
                    <a:pt x="29"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6"/>
            <p:cNvSpPr/>
            <p:nvPr/>
          </p:nvSpPr>
          <p:spPr>
            <a:xfrm>
              <a:off x="7047436" y="2560981"/>
              <a:ext cx="240390" cy="121429"/>
            </a:xfrm>
            <a:custGeom>
              <a:rect b="b" l="l" r="r" t="t"/>
              <a:pathLst>
                <a:path extrusionOk="0" h="1821" w="3605">
                  <a:moveTo>
                    <a:pt x="2957" y="1"/>
                  </a:moveTo>
                  <a:cubicBezTo>
                    <a:pt x="2473" y="1"/>
                    <a:pt x="1807" y="54"/>
                    <a:pt x="1271" y="295"/>
                  </a:cubicBezTo>
                  <a:cubicBezTo>
                    <a:pt x="393" y="675"/>
                    <a:pt x="66" y="1528"/>
                    <a:pt x="0" y="1685"/>
                  </a:cubicBezTo>
                  <a:lnTo>
                    <a:pt x="0" y="1710"/>
                  </a:lnTo>
                  <a:cubicBezTo>
                    <a:pt x="0" y="1710"/>
                    <a:pt x="309" y="1821"/>
                    <a:pt x="764" y="1821"/>
                  </a:cubicBezTo>
                  <a:cubicBezTo>
                    <a:pt x="1075" y="1821"/>
                    <a:pt x="1454" y="1769"/>
                    <a:pt x="1849" y="1594"/>
                  </a:cubicBezTo>
                  <a:cubicBezTo>
                    <a:pt x="2765" y="1188"/>
                    <a:pt x="3526" y="137"/>
                    <a:pt x="3604" y="34"/>
                  </a:cubicBezTo>
                  <a:cubicBezTo>
                    <a:pt x="3604" y="34"/>
                    <a:pt x="3337" y="1"/>
                    <a:pt x="295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7047436" y="2573584"/>
              <a:ext cx="212517" cy="107426"/>
            </a:xfrm>
            <a:custGeom>
              <a:rect b="b" l="l" r="r" t="t"/>
              <a:pathLst>
                <a:path extrusionOk="0" h="1611" w="3187">
                  <a:moveTo>
                    <a:pt x="2644" y="1"/>
                  </a:moveTo>
                  <a:cubicBezTo>
                    <a:pt x="2217" y="1"/>
                    <a:pt x="1614" y="47"/>
                    <a:pt x="1129" y="263"/>
                  </a:cubicBezTo>
                  <a:cubicBezTo>
                    <a:pt x="355" y="618"/>
                    <a:pt x="53" y="1351"/>
                    <a:pt x="0" y="1496"/>
                  </a:cubicBezTo>
                  <a:lnTo>
                    <a:pt x="0" y="1521"/>
                  </a:lnTo>
                  <a:cubicBezTo>
                    <a:pt x="0" y="1521"/>
                    <a:pt x="261" y="1610"/>
                    <a:pt x="648" y="1610"/>
                  </a:cubicBezTo>
                  <a:cubicBezTo>
                    <a:pt x="926" y="1610"/>
                    <a:pt x="1269" y="1564"/>
                    <a:pt x="1626" y="1405"/>
                  </a:cubicBezTo>
                  <a:cubicBezTo>
                    <a:pt x="2438" y="1037"/>
                    <a:pt x="3120" y="121"/>
                    <a:pt x="3174" y="43"/>
                  </a:cubicBezTo>
                  <a:lnTo>
                    <a:pt x="3186" y="27"/>
                  </a:lnTo>
                  <a:cubicBezTo>
                    <a:pt x="3186" y="27"/>
                    <a:pt x="2964" y="1"/>
                    <a:pt x="264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7061440" y="2599790"/>
              <a:ext cx="146035" cy="69683"/>
            </a:xfrm>
            <a:custGeom>
              <a:rect b="b" l="l" r="r" t="t"/>
              <a:pathLst>
                <a:path extrusionOk="0" h="1045" w="2190">
                  <a:moveTo>
                    <a:pt x="2081" y="0"/>
                  </a:moveTo>
                  <a:cubicBezTo>
                    <a:pt x="1842" y="0"/>
                    <a:pt x="1258" y="23"/>
                    <a:pt x="800" y="225"/>
                  </a:cubicBezTo>
                  <a:cubicBezTo>
                    <a:pt x="274" y="461"/>
                    <a:pt x="39" y="920"/>
                    <a:pt x="1" y="999"/>
                  </a:cubicBezTo>
                  <a:lnTo>
                    <a:pt x="1" y="1012"/>
                  </a:lnTo>
                  <a:cubicBezTo>
                    <a:pt x="1" y="1012"/>
                    <a:pt x="128" y="1045"/>
                    <a:pt x="328" y="1045"/>
                  </a:cubicBezTo>
                  <a:cubicBezTo>
                    <a:pt x="528" y="1045"/>
                    <a:pt x="800" y="1012"/>
                    <a:pt x="1089" y="879"/>
                  </a:cubicBezTo>
                  <a:cubicBezTo>
                    <a:pt x="1652" y="631"/>
                    <a:pt x="2136" y="55"/>
                    <a:pt x="2177" y="2"/>
                  </a:cubicBezTo>
                  <a:lnTo>
                    <a:pt x="2190" y="2"/>
                  </a:lnTo>
                  <a:cubicBezTo>
                    <a:pt x="2190" y="2"/>
                    <a:pt x="2150" y="0"/>
                    <a:pt x="208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6"/>
            <p:cNvSpPr/>
            <p:nvPr/>
          </p:nvSpPr>
          <p:spPr>
            <a:xfrm>
              <a:off x="6974017" y="2411143"/>
              <a:ext cx="109293" cy="263863"/>
            </a:xfrm>
            <a:custGeom>
              <a:rect b="b" l="l" r="r" t="t"/>
              <a:pathLst>
                <a:path extrusionOk="0" h="3957" w="1639">
                  <a:moveTo>
                    <a:pt x="592" y="0"/>
                  </a:moveTo>
                  <a:cubicBezTo>
                    <a:pt x="592" y="0"/>
                    <a:pt x="0" y="1258"/>
                    <a:pt x="120" y="2306"/>
                  </a:cubicBezTo>
                  <a:cubicBezTo>
                    <a:pt x="211" y="3265"/>
                    <a:pt x="919" y="3841"/>
                    <a:pt x="1051" y="3932"/>
                  </a:cubicBezTo>
                  <a:lnTo>
                    <a:pt x="1076" y="3957"/>
                  </a:lnTo>
                  <a:cubicBezTo>
                    <a:pt x="1076" y="3957"/>
                    <a:pt x="1639" y="3212"/>
                    <a:pt x="1535" y="2164"/>
                  </a:cubicBezTo>
                  <a:cubicBezTo>
                    <a:pt x="1428" y="1155"/>
                    <a:pt x="670" y="104"/>
                    <a:pt x="592" y="13"/>
                  </a:cubicBezTo>
                  <a:lnTo>
                    <a:pt x="592"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 name="Google Shape;188;p6"/>
            <p:cNvSpPr/>
            <p:nvPr/>
          </p:nvSpPr>
          <p:spPr>
            <a:xfrm>
              <a:off x="6982820" y="2441750"/>
              <a:ext cx="95289" cy="233255"/>
            </a:xfrm>
            <a:custGeom>
              <a:rect b="b" l="l" r="r" t="t"/>
              <a:pathLst>
                <a:path extrusionOk="0" h="3498" w="1429">
                  <a:moveTo>
                    <a:pt x="497" y="0"/>
                  </a:moveTo>
                  <a:cubicBezTo>
                    <a:pt x="497" y="0"/>
                    <a:pt x="0" y="1114"/>
                    <a:pt x="92" y="2045"/>
                  </a:cubicBezTo>
                  <a:cubicBezTo>
                    <a:pt x="183" y="2885"/>
                    <a:pt x="799" y="3394"/>
                    <a:pt x="919" y="3485"/>
                  </a:cubicBezTo>
                  <a:cubicBezTo>
                    <a:pt x="931" y="3485"/>
                    <a:pt x="931" y="3498"/>
                    <a:pt x="931" y="3498"/>
                  </a:cubicBezTo>
                  <a:cubicBezTo>
                    <a:pt x="931" y="3498"/>
                    <a:pt x="1428" y="2844"/>
                    <a:pt x="1324" y="1913"/>
                  </a:cubicBezTo>
                  <a:cubicBezTo>
                    <a:pt x="1233" y="1023"/>
                    <a:pt x="576" y="92"/>
                    <a:pt x="510" y="13"/>
                  </a:cubicBezTo>
                  <a:lnTo>
                    <a:pt x="497" y="0"/>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7004625" y="2499432"/>
              <a:ext cx="56880" cy="159038"/>
            </a:xfrm>
            <a:custGeom>
              <a:rect b="b" l="l" r="r" t="t"/>
              <a:pathLst>
                <a:path extrusionOk="0" h="2385" w="853">
                  <a:moveTo>
                    <a:pt x="277" y="0"/>
                  </a:moveTo>
                  <a:cubicBezTo>
                    <a:pt x="277" y="0"/>
                    <a:pt x="0" y="746"/>
                    <a:pt x="66" y="1391"/>
                  </a:cubicBezTo>
                  <a:cubicBezTo>
                    <a:pt x="120" y="1966"/>
                    <a:pt x="485" y="2318"/>
                    <a:pt x="551" y="2384"/>
                  </a:cubicBezTo>
                  <a:lnTo>
                    <a:pt x="563" y="2384"/>
                  </a:lnTo>
                  <a:cubicBezTo>
                    <a:pt x="563" y="2384"/>
                    <a:pt x="853" y="1954"/>
                    <a:pt x="787" y="1312"/>
                  </a:cubicBezTo>
                  <a:cubicBezTo>
                    <a:pt x="721" y="708"/>
                    <a:pt x="315" y="66"/>
                    <a:pt x="290"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6784369" y="2606259"/>
              <a:ext cx="260595" cy="99957"/>
            </a:xfrm>
            <a:custGeom>
              <a:rect b="b" l="l" r="r" t="t"/>
              <a:pathLst>
                <a:path extrusionOk="0" h="1499" w="3908">
                  <a:moveTo>
                    <a:pt x="1697" y="1"/>
                  </a:moveTo>
                  <a:cubicBezTo>
                    <a:pt x="884" y="1"/>
                    <a:pt x="95" y="253"/>
                    <a:pt x="1" y="286"/>
                  </a:cubicBezTo>
                  <a:cubicBezTo>
                    <a:pt x="1" y="286"/>
                    <a:pt x="1011" y="1229"/>
                    <a:pt x="2045" y="1452"/>
                  </a:cubicBezTo>
                  <a:cubicBezTo>
                    <a:pt x="2199" y="1485"/>
                    <a:pt x="2348" y="1498"/>
                    <a:pt x="2490" y="1498"/>
                  </a:cubicBezTo>
                  <a:cubicBezTo>
                    <a:pt x="3214" y="1498"/>
                    <a:pt x="3771" y="1146"/>
                    <a:pt x="3879" y="1059"/>
                  </a:cubicBezTo>
                  <a:cubicBezTo>
                    <a:pt x="3895" y="1059"/>
                    <a:pt x="3907" y="1047"/>
                    <a:pt x="3907" y="1047"/>
                  </a:cubicBezTo>
                  <a:cubicBezTo>
                    <a:pt x="3907" y="1047"/>
                    <a:pt x="3369" y="286"/>
                    <a:pt x="2335" y="62"/>
                  </a:cubicBezTo>
                  <a:cubicBezTo>
                    <a:pt x="2129" y="18"/>
                    <a:pt x="1912" y="1"/>
                    <a:pt x="169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6"/>
            <p:cNvSpPr/>
            <p:nvPr/>
          </p:nvSpPr>
          <p:spPr>
            <a:xfrm>
              <a:off x="6814177" y="2615528"/>
              <a:ext cx="230788" cy="87021"/>
            </a:xfrm>
            <a:custGeom>
              <a:rect b="b" l="l" r="r" t="t"/>
              <a:pathLst>
                <a:path extrusionOk="0" h="1305" w="3461">
                  <a:moveTo>
                    <a:pt x="1500" y="1"/>
                  </a:moveTo>
                  <a:cubicBezTo>
                    <a:pt x="783" y="1"/>
                    <a:pt x="95" y="221"/>
                    <a:pt x="13" y="250"/>
                  </a:cubicBezTo>
                  <a:lnTo>
                    <a:pt x="1" y="250"/>
                  </a:lnTo>
                  <a:cubicBezTo>
                    <a:pt x="1" y="250"/>
                    <a:pt x="903" y="1078"/>
                    <a:pt x="1809" y="1260"/>
                  </a:cubicBezTo>
                  <a:cubicBezTo>
                    <a:pt x="1951" y="1291"/>
                    <a:pt x="2088" y="1305"/>
                    <a:pt x="2220" y="1305"/>
                  </a:cubicBezTo>
                  <a:cubicBezTo>
                    <a:pt x="2851" y="1305"/>
                    <a:pt x="3336" y="998"/>
                    <a:pt x="3432" y="933"/>
                  </a:cubicBezTo>
                  <a:cubicBezTo>
                    <a:pt x="3448" y="920"/>
                    <a:pt x="3460" y="920"/>
                    <a:pt x="3460" y="920"/>
                  </a:cubicBezTo>
                  <a:cubicBezTo>
                    <a:pt x="3460" y="920"/>
                    <a:pt x="2976" y="250"/>
                    <a:pt x="2070" y="55"/>
                  </a:cubicBezTo>
                  <a:cubicBezTo>
                    <a:pt x="1885" y="16"/>
                    <a:pt x="1692" y="1"/>
                    <a:pt x="150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6"/>
            <p:cNvSpPr/>
            <p:nvPr/>
          </p:nvSpPr>
          <p:spPr>
            <a:xfrm>
              <a:off x="6870991" y="2635199"/>
              <a:ext cx="157371" cy="52546"/>
            </a:xfrm>
            <a:custGeom>
              <a:rect b="b" l="l" r="r" t="t"/>
              <a:pathLst>
                <a:path extrusionOk="0" h="788" w="2360">
                  <a:moveTo>
                    <a:pt x="933" y="1"/>
                  </a:moveTo>
                  <a:cubicBezTo>
                    <a:pt x="480" y="1"/>
                    <a:pt x="63" y="106"/>
                    <a:pt x="13" y="125"/>
                  </a:cubicBezTo>
                  <a:lnTo>
                    <a:pt x="1" y="125"/>
                  </a:lnTo>
                  <a:cubicBezTo>
                    <a:pt x="1" y="125"/>
                    <a:pt x="630" y="625"/>
                    <a:pt x="1259" y="754"/>
                  </a:cubicBezTo>
                  <a:cubicBezTo>
                    <a:pt x="1371" y="778"/>
                    <a:pt x="1478" y="788"/>
                    <a:pt x="1579" y="788"/>
                  </a:cubicBezTo>
                  <a:cubicBezTo>
                    <a:pt x="1984" y="788"/>
                    <a:pt x="2281" y="630"/>
                    <a:pt x="2344" y="597"/>
                  </a:cubicBezTo>
                  <a:lnTo>
                    <a:pt x="2360" y="584"/>
                  </a:lnTo>
                  <a:cubicBezTo>
                    <a:pt x="2360" y="584"/>
                    <a:pt x="2030" y="179"/>
                    <a:pt x="1401" y="47"/>
                  </a:cubicBezTo>
                  <a:cubicBezTo>
                    <a:pt x="1250" y="13"/>
                    <a:pt x="1089" y="1"/>
                    <a:pt x="933"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7360315" y="2564048"/>
              <a:ext cx="211517" cy="220252"/>
            </a:xfrm>
            <a:custGeom>
              <a:rect b="b" l="l" r="r" t="t"/>
              <a:pathLst>
                <a:path extrusionOk="0" h="3303" w="3172">
                  <a:moveTo>
                    <a:pt x="3159" y="0"/>
                  </a:moveTo>
                  <a:cubicBezTo>
                    <a:pt x="3159" y="0"/>
                    <a:pt x="2083" y="41"/>
                    <a:pt x="1234" y="906"/>
                  </a:cubicBezTo>
                  <a:cubicBezTo>
                    <a:pt x="419" y="1730"/>
                    <a:pt x="38" y="3174"/>
                    <a:pt x="1" y="3303"/>
                  </a:cubicBezTo>
                  <a:cubicBezTo>
                    <a:pt x="1" y="3303"/>
                    <a:pt x="1532" y="2922"/>
                    <a:pt x="2397" y="2057"/>
                  </a:cubicBezTo>
                  <a:cubicBezTo>
                    <a:pt x="3171" y="1271"/>
                    <a:pt x="3171" y="223"/>
                    <a:pt x="3159" y="28"/>
                  </a:cubicBezTo>
                  <a:lnTo>
                    <a:pt x="3159"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p:nvPr/>
          </p:nvSpPr>
          <p:spPr>
            <a:xfrm>
              <a:off x="7385721" y="2564848"/>
              <a:ext cx="186111" cy="195113"/>
            </a:xfrm>
            <a:custGeom>
              <a:rect b="b" l="l" r="r" t="t"/>
              <a:pathLst>
                <a:path extrusionOk="0" h="2926" w="2791">
                  <a:moveTo>
                    <a:pt x="2790" y="1"/>
                  </a:moveTo>
                  <a:cubicBezTo>
                    <a:pt x="2790" y="1"/>
                    <a:pt x="1847" y="42"/>
                    <a:pt x="1089" y="803"/>
                  </a:cubicBezTo>
                  <a:cubicBezTo>
                    <a:pt x="365" y="1523"/>
                    <a:pt x="25" y="2794"/>
                    <a:pt x="0" y="2910"/>
                  </a:cubicBezTo>
                  <a:lnTo>
                    <a:pt x="0" y="2926"/>
                  </a:lnTo>
                  <a:cubicBezTo>
                    <a:pt x="0" y="2926"/>
                    <a:pt x="1350" y="2570"/>
                    <a:pt x="2095" y="1797"/>
                  </a:cubicBezTo>
                  <a:cubicBezTo>
                    <a:pt x="2790" y="1117"/>
                    <a:pt x="2790" y="186"/>
                    <a:pt x="2790" y="29"/>
                  </a:cubicBezTo>
                  <a:lnTo>
                    <a:pt x="2790"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6"/>
            <p:cNvSpPr/>
            <p:nvPr/>
          </p:nvSpPr>
          <p:spPr>
            <a:xfrm>
              <a:off x="7431000" y="2578052"/>
              <a:ext cx="128631" cy="133698"/>
            </a:xfrm>
            <a:custGeom>
              <a:rect b="b" l="l" r="r" t="t"/>
              <a:pathLst>
                <a:path extrusionOk="0" h="2005" w="1929">
                  <a:moveTo>
                    <a:pt x="1929" y="1"/>
                  </a:moveTo>
                  <a:cubicBezTo>
                    <a:pt x="1929" y="1"/>
                    <a:pt x="1325" y="80"/>
                    <a:pt x="803" y="605"/>
                  </a:cubicBezTo>
                  <a:cubicBezTo>
                    <a:pt x="315" y="1102"/>
                    <a:pt x="29" y="1926"/>
                    <a:pt x="1" y="1992"/>
                  </a:cubicBezTo>
                  <a:lnTo>
                    <a:pt x="1" y="2004"/>
                  </a:lnTo>
                  <a:cubicBezTo>
                    <a:pt x="1" y="2004"/>
                    <a:pt x="881" y="1706"/>
                    <a:pt x="1403" y="1193"/>
                  </a:cubicBezTo>
                  <a:cubicBezTo>
                    <a:pt x="1863" y="721"/>
                    <a:pt x="1916" y="133"/>
                    <a:pt x="1929" y="26"/>
                  </a:cubicBezTo>
                  <a:lnTo>
                    <a:pt x="1929"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6"/>
            <p:cNvSpPr/>
            <p:nvPr/>
          </p:nvSpPr>
          <p:spPr>
            <a:xfrm>
              <a:off x="7553497" y="2564048"/>
              <a:ext cx="171174" cy="268264"/>
            </a:xfrm>
            <a:custGeom>
              <a:rect b="b" l="l" r="r" t="t"/>
              <a:pathLst>
                <a:path extrusionOk="0" h="4023" w="2567">
                  <a:moveTo>
                    <a:pt x="287" y="0"/>
                  </a:moveTo>
                  <a:cubicBezTo>
                    <a:pt x="287" y="0"/>
                    <a:pt x="0" y="1035"/>
                    <a:pt x="563" y="2111"/>
                  </a:cubicBezTo>
                  <a:cubicBezTo>
                    <a:pt x="1089" y="3145"/>
                    <a:pt x="2347" y="3944"/>
                    <a:pt x="2451" y="4023"/>
                  </a:cubicBezTo>
                  <a:lnTo>
                    <a:pt x="2463" y="4023"/>
                  </a:lnTo>
                  <a:cubicBezTo>
                    <a:pt x="2463" y="4023"/>
                    <a:pt x="2567" y="2438"/>
                    <a:pt x="2004" y="1365"/>
                  </a:cubicBezTo>
                  <a:cubicBezTo>
                    <a:pt x="1507" y="381"/>
                    <a:pt x="510" y="54"/>
                    <a:pt x="328"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6"/>
            <p:cNvSpPr/>
            <p:nvPr/>
          </p:nvSpPr>
          <p:spPr>
            <a:xfrm>
              <a:off x="7556831" y="2563181"/>
              <a:ext cx="150436" cy="237723"/>
            </a:xfrm>
            <a:custGeom>
              <a:rect b="b" l="l" r="r" t="t"/>
              <a:pathLst>
                <a:path extrusionOk="0" h="3565" w="2256">
                  <a:moveTo>
                    <a:pt x="252" y="1"/>
                  </a:moveTo>
                  <a:cubicBezTo>
                    <a:pt x="252" y="1"/>
                    <a:pt x="1" y="919"/>
                    <a:pt x="501" y="1875"/>
                  </a:cubicBezTo>
                  <a:cubicBezTo>
                    <a:pt x="960" y="2778"/>
                    <a:pt x="2061" y="3501"/>
                    <a:pt x="2165" y="3552"/>
                  </a:cubicBezTo>
                  <a:lnTo>
                    <a:pt x="2165" y="3564"/>
                  </a:lnTo>
                  <a:cubicBezTo>
                    <a:pt x="2165" y="3564"/>
                    <a:pt x="2256" y="2164"/>
                    <a:pt x="1759" y="1221"/>
                  </a:cubicBezTo>
                  <a:cubicBezTo>
                    <a:pt x="1312" y="356"/>
                    <a:pt x="435" y="67"/>
                    <a:pt x="278" y="13"/>
                  </a:cubicBezTo>
                  <a:cubicBezTo>
                    <a:pt x="265" y="13"/>
                    <a:pt x="252" y="1"/>
                    <a:pt x="25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7575303" y="2579785"/>
              <a:ext cx="95289" cy="162572"/>
            </a:xfrm>
            <a:custGeom>
              <a:rect b="b" l="l" r="r" t="t"/>
              <a:pathLst>
                <a:path extrusionOk="0" h="2438" w="1429">
                  <a:moveTo>
                    <a:pt x="117" y="0"/>
                  </a:moveTo>
                  <a:cubicBezTo>
                    <a:pt x="117" y="0"/>
                    <a:pt x="1" y="591"/>
                    <a:pt x="340" y="1246"/>
                  </a:cubicBezTo>
                  <a:cubicBezTo>
                    <a:pt x="655" y="1862"/>
                    <a:pt x="1350" y="2387"/>
                    <a:pt x="1416" y="2438"/>
                  </a:cubicBezTo>
                  <a:lnTo>
                    <a:pt x="1428" y="2438"/>
                  </a:lnTo>
                  <a:cubicBezTo>
                    <a:pt x="1428" y="2438"/>
                    <a:pt x="1416" y="1522"/>
                    <a:pt x="1076" y="865"/>
                  </a:cubicBezTo>
                  <a:cubicBezTo>
                    <a:pt x="774" y="277"/>
                    <a:pt x="236" y="41"/>
                    <a:pt x="13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 name="Google Shape;199;p6"/>
            <p:cNvSpPr/>
            <p:nvPr/>
          </p:nvSpPr>
          <p:spPr>
            <a:xfrm>
              <a:off x="7573636" y="2478360"/>
              <a:ext cx="299738" cy="112893"/>
            </a:xfrm>
            <a:custGeom>
              <a:rect b="b" l="l" r="r" t="t"/>
              <a:pathLst>
                <a:path extrusionOk="0" h="1693" w="4495">
                  <a:moveTo>
                    <a:pt x="2346" y="0"/>
                  </a:moveTo>
                  <a:cubicBezTo>
                    <a:pt x="2169" y="0"/>
                    <a:pt x="1993" y="12"/>
                    <a:pt x="1821" y="40"/>
                  </a:cubicBezTo>
                  <a:cubicBezTo>
                    <a:pt x="746" y="225"/>
                    <a:pt x="117" y="1078"/>
                    <a:pt x="13" y="1235"/>
                  </a:cubicBezTo>
                  <a:cubicBezTo>
                    <a:pt x="0" y="1247"/>
                    <a:pt x="0" y="1260"/>
                    <a:pt x="0" y="1260"/>
                  </a:cubicBezTo>
                  <a:cubicBezTo>
                    <a:pt x="0" y="1260"/>
                    <a:pt x="655" y="1693"/>
                    <a:pt x="1602" y="1693"/>
                  </a:cubicBezTo>
                  <a:cubicBezTo>
                    <a:pt x="1759" y="1693"/>
                    <a:pt x="1924" y="1681"/>
                    <a:pt x="2095" y="1653"/>
                  </a:cubicBezTo>
                  <a:cubicBezTo>
                    <a:pt x="3237" y="1471"/>
                    <a:pt x="4388" y="527"/>
                    <a:pt x="4495" y="433"/>
                  </a:cubicBezTo>
                  <a:cubicBezTo>
                    <a:pt x="4495" y="433"/>
                    <a:pt x="3414" y="0"/>
                    <a:pt x="2346"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6"/>
            <p:cNvSpPr/>
            <p:nvPr/>
          </p:nvSpPr>
          <p:spPr>
            <a:xfrm>
              <a:off x="7573636" y="2488296"/>
              <a:ext cx="264730" cy="98223"/>
            </a:xfrm>
            <a:custGeom>
              <a:rect b="b" l="l" r="r" t="t"/>
              <a:pathLst>
                <a:path extrusionOk="0" h="1473" w="3970">
                  <a:moveTo>
                    <a:pt x="2074" y="1"/>
                  </a:moveTo>
                  <a:cubicBezTo>
                    <a:pt x="1918" y="1"/>
                    <a:pt x="1762" y="11"/>
                    <a:pt x="1611" y="35"/>
                  </a:cubicBezTo>
                  <a:cubicBezTo>
                    <a:pt x="655" y="193"/>
                    <a:pt x="104" y="941"/>
                    <a:pt x="13" y="1070"/>
                  </a:cubicBezTo>
                  <a:cubicBezTo>
                    <a:pt x="0" y="1086"/>
                    <a:pt x="0" y="1098"/>
                    <a:pt x="0" y="1098"/>
                  </a:cubicBezTo>
                  <a:cubicBezTo>
                    <a:pt x="0" y="1098"/>
                    <a:pt x="578" y="1473"/>
                    <a:pt x="1411" y="1473"/>
                  </a:cubicBezTo>
                  <a:cubicBezTo>
                    <a:pt x="1549" y="1473"/>
                    <a:pt x="1695" y="1462"/>
                    <a:pt x="1847" y="1438"/>
                  </a:cubicBezTo>
                  <a:cubicBezTo>
                    <a:pt x="2856" y="1281"/>
                    <a:pt x="3866" y="457"/>
                    <a:pt x="3970" y="378"/>
                  </a:cubicBezTo>
                  <a:cubicBezTo>
                    <a:pt x="3970" y="378"/>
                    <a:pt x="3016" y="1"/>
                    <a:pt x="207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6"/>
            <p:cNvSpPr/>
            <p:nvPr/>
          </p:nvSpPr>
          <p:spPr>
            <a:xfrm>
              <a:off x="7591907" y="2512302"/>
              <a:ext cx="181043" cy="58881"/>
            </a:xfrm>
            <a:custGeom>
              <a:rect b="b" l="l" r="r" t="t"/>
              <a:pathLst>
                <a:path extrusionOk="0" h="883" w="2715">
                  <a:moveTo>
                    <a:pt x="1506" y="1"/>
                  </a:moveTo>
                  <a:cubicBezTo>
                    <a:pt x="1374" y="1"/>
                    <a:pt x="1241" y="10"/>
                    <a:pt x="1113" y="31"/>
                  </a:cubicBezTo>
                  <a:cubicBezTo>
                    <a:pt x="459" y="135"/>
                    <a:pt x="66" y="581"/>
                    <a:pt x="0" y="660"/>
                  </a:cubicBezTo>
                  <a:lnTo>
                    <a:pt x="0" y="672"/>
                  </a:lnTo>
                  <a:cubicBezTo>
                    <a:pt x="0" y="672"/>
                    <a:pt x="366" y="883"/>
                    <a:pt x="906" y="883"/>
                  </a:cubicBezTo>
                  <a:cubicBezTo>
                    <a:pt x="1013" y="883"/>
                    <a:pt x="1127" y="875"/>
                    <a:pt x="1246" y="855"/>
                  </a:cubicBezTo>
                  <a:cubicBezTo>
                    <a:pt x="1941" y="738"/>
                    <a:pt x="2648" y="238"/>
                    <a:pt x="2714" y="188"/>
                  </a:cubicBezTo>
                  <a:cubicBezTo>
                    <a:pt x="2714" y="188"/>
                    <a:pt x="2119" y="1"/>
                    <a:pt x="150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6"/>
            <p:cNvSpPr/>
            <p:nvPr/>
          </p:nvSpPr>
          <p:spPr>
            <a:xfrm>
              <a:off x="7521222" y="2258237"/>
              <a:ext cx="131098" cy="302472"/>
            </a:xfrm>
            <a:custGeom>
              <a:rect b="b" l="l" r="r" t="t"/>
              <a:pathLst>
                <a:path extrusionOk="0" h="4536" w="1966">
                  <a:moveTo>
                    <a:pt x="1375" y="0"/>
                  </a:moveTo>
                  <a:cubicBezTo>
                    <a:pt x="1375" y="0"/>
                    <a:pt x="352" y="1233"/>
                    <a:pt x="170" y="2425"/>
                  </a:cubicBezTo>
                  <a:cubicBezTo>
                    <a:pt x="0" y="3514"/>
                    <a:pt x="629" y="4363"/>
                    <a:pt x="733" y="4520"/>
                  </a:cubicBezTo>
                  <a:cubicBezTo>
                    <a:pt x="746" y="4536"/>
                    <a:pt x="758" y="4536"/>
                    <a:pt x="758" y="4536"/>
                  </a:cubicBezTo>
                  <a:cubicBezTo>
                    <a:pt x="758" y="4536"/>
                    <a:pt x="1598" y="3878"/>
                    <a:pt x="1780" y="2674"/>
                  </a:cubicBezTo>
                  <a:cubicBezTo>
                    <a:pt x="1966" y="1532"/>
                    <a:pt x="1428" y="145"/>
                    <a:pt x="1375" y="13"/>
                  </a:cubicBezTo>
                  <a:lnTo>
                    <a:pt x="1375"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6"/>
            <p:cNvSpPr/>
            <p:nvPr/>
          </p:nvSpPr>
          <p:spPr>
            <a:xfrm>
              <a:off x="7527291" y="2294113"/>
              <a:ext cx="114561" cy="266597"/>
            </a:xfrm>
            <a:custGeom>
              <a:rect b="b" l="l" r="r" t="t"/>
              <a:pathLst>
                <a:path extrusionOk="0" h="3998" w="1718">
                  <a:moveTo>
                    <a:pt x="1192" y="0"/>
                  </a:moveTo>
                  <a:cubicBezTo>
                    <a:pt x="1192" y="0"/>
                    <a:pt x="315" y="1073"/>
                    <a:pt x="145" y="2136"/>
                  </a:cubicBezTo>
                  <a:cubicBezTo>
                    <a:pt x="0" y="3092"/>
                    <a:pt x="538" y="3853"/>
                    <a:pt x="642" y="3982"/>
                  </a:cubicBezTo>
                  <a:lnTo>
                    <a:pt x="655" y="3998"/>
                  </a:lnTo>
                  <a:cubicBezTo>
                    <a:pt x="655" y="3998"/>
                    <a:pt x="1387" y="3407"/>
                    <a:pt x="1560" y="2347"/>
                  </a:cubicBezTo>
                  <a:cubicBezTo>
                    <a:pt x="1718" y="1337"/>
                    <a:pt x="1246" y="117"/>
                    <a:pt x="120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6"/>
            <p:cNvSpPr/>
            <p:nvPr/>
          </p:nvSpPr>
          <p:spPr>
            <a:xfrm>
              <a:off x="7548229" y="2359530"/>
              <a:ext cx="69083" cy="182777"/>
            </a:xfrm>
            <a:custGeom>
              <a:rect b="b" l="l" r="r" t="t"/>
              <a:pathLst>
                <a:path extrusionOk="0" h="2741" w="1036">
                  <a:moveTo>
                    <a:pt x="746" y="1"/>
                  </a:moveTo>
                  <a:cubicBezTo>
                    <a:pt x="746" y="1"/>
                    <a:pt x="208" y="749"/>
                    <a:pt x="105" y="1482"/>
                  </a:cubicBezTo>
                  <a:cubicBezTo>
                    <a:pt x="1" y="2136"/>
                    <a:pt x="303" y="2636"/>
                    <a:pt x="366" y="2727"/>
                  </a:cubicBezTo>
                  <a:lnTo>
                    <a:pt x="366" y="2740"/>
                  </a:lnTo>
                  <a:cubicBezTo>
                    <a:pt x="366" y="2740"/>
                    <a:pt x="812" y="2334"/>
                    <a:pt x="916" y="1601"/>
                  </a:cubicBezTo>
                  <a:cubicBezTo>
                    <a:pt x="1036" y="906"/>
                    <a:pt x="775" y="79"/>
                    <a:pt x="74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6"/>
            <p:cNvSpPr/>
            <p:nvPr/>
          </p:nvSpPr>
          <p:spPr>
            <a:xfrm>
              <a:off x="7295699" y="2429614"/>
              <a:ext cx="274398" cy="144368"/>
            </a:xfrm>
            <a:custGeom>
              <a:rect b="b" l="l" r="r" t="t"/>
              <a:pathLst>
                <a:path extrusionOk="0" h="2165" w="4115">
                  <a:moveTo>
                    <a:pt x="379" y="1"/>
                  </a:moveTo>
                  <a:cubicBezTo>
                    <a:pt x="178" y="1"/>
                    <a:pt x="40" y="9"/>
                    <a:pt x="1" y="13"/>
                  </a:cubicBezTo>
                  <a:cubicBezTo>
                    <a:pt x="1" y="13"/>
                    <a:pt x="838" y="1349"/>
                    <a:pt x="1926" y="1900"/>
                  </a:cubicBezTo>
                  <a:cubicBezTo>
                    <a:pt x="2337" y="2102"/>
                    <a:pt x="2749" y="2165"/>
                    <a:pt x="3104" y="2165"/>
                  </a:cubicBezTo>
                  <a:cubicBezTo>
                    <a:pt x="3599" y="2165"/>
                    <a:pt x="3982" y="2042"/>
                    <a:pt x="4090" y="2004"/>
                  </a:cubicBezTo>
                  <a:lnTo>
                    <a:pt x="4115" y="1991"/>
                  </a:lnTo>
                  <a:cubicBezTo>
                    <a:pt x="4115" y="1991"/>
                    <a:pt x="3747" y="981"/>
                    <a:pt x="2659" y="431"/>
                  </a:cubicBezTo>
                  <a:cubicBezTo>
                    <a:pt x="1906" y="60"/>
                    <a:pt x="917" y="1"/>
                    <a:pt x="379"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 name="Google Shape;206;p6"/>
            <p:cNvSpPr/>
            <p:nvPr/>
          </p:nvSpPr>
          <p:spPr>
            <a:xfrm>
              <a:off x="7327173" y="2445485"/>
              <a:ext cx="242924" cy="127364"/>
            </a:xfrm>
            <a:custGeom>
              <a:rect b="b" l="l" r="r" t="t"/>
              <a:pathLst>
                <a:path extrusionOk="0" h="1910" w="3643">
                  <a:moveTo>
                    <a:pt x="330" y="0"/>
                  </a:moveTo>
                  <a:cubicBezTo>
                    <a:pt x="160" y="0"/>
                    <a:pt x="44" y="7"/>
                    <a:pt x="13" y="11"/>
                  </a:cubicBezTo>
                  <a:lnTo>
                    <a:pt x="1" y="11"/>
                  </a:lnTo>
                  <a:cubicBezTo>
                    <a:pt x="1" y="11"/>
                    <a:pt x="759" y="1190"/>
                    <a:pt x="1715" y="1662"/>
                  </a:cubicBezTo>
                  <a:cubicBezTo>
                    <a:pt x="2084" y="1851"/>
                    <a:pt x="2456" y="1910"/>
                    <a:pt x="2773" y="1910"/>
                  </a:cubicBezTo>
                  <a:cubicBezTo>
                    <a:pt x="3199" y="1910"/>
                    <a:pt x="3528" y="1803"/>
                    <a:pt x="3618" y="1766"/>
                  </a:cubicBezTo>
                  <a:lnTo>
                    <a:pt x="3643" y="1766"/>
                  </a:lnTo>
                  <a:cubicBezTo>
                    <a:pt x="3643" y="1766"/>
                    <a:pt x="3316" y="875"/>
                    <a:pt x="2344" y="391"/>
                  </a:cubicBezTo>
                  <a:cubicBezTo>
                    <a:pt x="1682" y="54"/>
                    <a:pt x="799" y="0"/>
                    <a:pt x="33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6"/>
            <p:cNvSpPr/>
            <p:nvPr/>
          </p:nvSpPr>
          <p:spPr>
            <a:xfrm>
              <a:off x="7386522" y="2474892"/>
              <a:ext cx="166173" cy="84687"/>
            </a:xfrm>
            <a:custGeom>
              <a:rect b="b" l="l" r="r" t="t"/>
              <a:pathLst>
                <a:path extrusionOk="0" h="1270" w="2492">
                  <a:moveTo>
                    <a:pt x="1" y="0"/>
                  </a:moveTo>
                  <a:cubicBezTo>
                    <a:pt x="1" y="0"/>
                    <a:pt x="551" y="749"/>
                    <a:pt x="1205" y="1076"/>
                  </a:cubicBezTo>
                  <a:cubicBezTo>
                    <a:pt x="1507" y="1227"/>
                    <a:pt x="1799" y="1270"/>
                    <a:pt x="2028" y="1270"/>
                  </a:cubicBezTo>
                  <a:cubicBezTo>
                    <a:pt x="2258" y="1270"/>
                    <a:pt x="2424" y="1227"/>
                    <a:pt x="2476" y="1208"/>
                  </a:cubicBezTo>
                  <a:lnTo>
                    <a:pt x="2492" y="1208"/>
                  </a:lnTo>
                  <a:cubicBezTo>
                    <a:pt x="2492" y="1208"/>
                    <a:pt x="2240" y="658"/>
                    <a:pt x="1586" y="328"/>
                  </a:cubicBezTo>
                  <a:cubicBezTo>
                    <a:pt x="957" y="13"/>
                    <a:pt x="92" y="0"/>
                    <a:pt x="1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08" name="Shape 208"/>
        <p:cNvGrpSpPr/>
        <p:nvPr/>
      </p:nvGrpSpPr>
      <p:grpSpPr>
        <a:xfrm>
          <a:off x="0" y="0"/>
          <a:ext cx="0" cy="0"/>
          <a:chOff x="0" y="0"/>
          <a:chExt cx="0" cy="0"/>
        </a:xfrm>
      </p:grpSpPr>
      <p:sp>
        <p:nvSpPr>
          <p:cNvPr id="209" name="Google Shape;209;p7"/>
          <p:cNvSpPr txBox="1"/>
          <p:nvPr>
            <p:ph type="title"/>
          </p:nvPr>
        </p:nvSpPr>
        <p:spPr>
          <a:xfrm>
            <a:off x="720010" y="529475"/>
            <a:ext cx="7704000" cy="5193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lgn="r">
              <a:spcBef>
                <a:spcPts val="0"/>
              </a:spcBef>
              <a:spcAft>
                <a:spcPts val="0"/>
              </a:spcAft>
              <a:buSzPts val="2800"/>
              <a:buNone/>
              <a:defRPr>
                <a:latin typeface="Roboto"/>
                <a:ea typeface="Roboto"/>
                <a:cs typeface="Roboto"/>
                <a:sym typeface="Roboto"/>
              </a:defRPr>
            </a:lvl2pPr>
            <a:lvl3pPr lvl="2" rtl="0" algn="r">
              <a:spcBef>
                <a:spcPts val="0"/>
              </a:spcBef>
              <a:spcAft>
                <a:spcPts val="0"/>
              </a:spcAft>
              <a:buSzPts val="2800"/>
              <a:buNone/>
              <a:defRPr>
                <a:latin typeface="Roboto"/>
                <a:ea typeface="Roboto"/>
                <a:cs typeface="Roboto"/>
                <a:sym typeface="Roboto"/>
              </a:defRPr>
            </a:lvl3pPr>
            <a:lvl4pPr lvl="3" rtl="0" algn="r">
              <a:spcBef>
                <a:spcPts val="0"/>
              </a:spcBef>
              <a:spcAft>
                <a:spcPts val="0"/>
              </a:spcAft>
              <a:buSzPts val="2800"/>
              <a:buNone/>
              <a:defRPr>
                <a:latin typeface="Roboto"/>
                <a:ea typeface="Roboto"/>
                <a:cs typeface="Roboto"/>
                <a:sym typeface="Roboto"/>
              </a:defRPr>
            </a:lvl4pPr>
            <a:lvl5pPr lvl="4" rtl="0" algn="r">
              <a:spcBef>
                <a:spcPts val="0"/>
              </a:spcBef>
              <a:spcAft>
                <a:spcPts val="0"/>
              </a:spcAft>
              <a:buSzPts val="2800"/>
              <a:buNone/>
              <a:defRPr>
                <a:latin typeface="Roboto"/>
                <a:ea typeface="Roboto"/>
                <a:cs typeface="Roboto"/>
                <a:sym typeface="Roboto"/>
              </a:defRPr>
            </a:lvl5pPr>
            <a:lvl6pPr lvl="5" rtl="0" algn="r">
              <a:spcBef>
                <a:spcPts val="0"/>
              </a:spcBef>
              <a:spcAft>
                <a:spcPts val="0"/>
              </a:spcAft>
              <a:buSzPts val="2800"/>
              <a:buNone/>
              <a:defRPr>
                <a:latin typeface="Roboto"/>
                <a:ea typeface="Roboto"/>
                <a:cs typeface="Roboto"/>
                <a:sym typeface="Roboto"/>
              </a:defRPr>
            </a:lvl6pPr>
            <a:lvl7pPr lvl="6" rtl="0" algn="r">
              <a:spcBef>
                <a:spcPts val="0"/>
              </a:spcBef>
              <a:spcAft>
                <a:spcPts val="0"/>
              </a:spcAft>
              <a:buSzPts val="2800"/>
              <a:buNone/>
              <a:defRPr>
                <a:latin typeface="Roboto"/>
                <a:ea typeface="Roboto"/>
                <a:cs typeface="Roboto"/>
                <a:sym typeface="Roboto"/>
              </a:defRPr>
            </a:lvl7pPr>
            <a:lvl8pPr lvl="7" rtl="0" algn="r">
              <a:spcBef>
                <a:spcPts val="0"/>
              </a:spcBef>
              <a:spcAft>
                <a:spcPts val="0"/>
              </a:spcAft>
              <a:buSzPts val="2800"/>
              <a:buNone/>
              <a:defRPr>
                <a:latin typeface="Roboto"/>
                <a:ea typeface="Roboto"/>
                <a:cs typeface="Roboto"/>
                <a:sym typeface="Roboto"/>
              </a:defRPr>
            </a:lvl8pPr>
            <a:lvl9pPr lvl="8" rtl="0" algn="r">
              <a:spcBef>
                <a:spcPts val="0"/>
              </a:spcBef>
              <a:spcAft>
                <a:spcPts val="0"/>
              </a:spcAft>
              <a:buSzPts val="2800"/>
              <a:buNone/>
              <a:defRPr>
                <a:latin typeface="Roboto"/>
                <a:ea typeface="Roboto"/>
                <a:cs typeface="Roboto"/>
                <a:sym typeface="Roboto"/>
              </a:defRPr>
            </a:lvl9pPr>
          </a:lstStyle>
          <a:p/>
        </p:txBody>
      </p:sp>
      <p:sp>
        <p:nvSpPr>
          <p:cNvPr id="210" name="Google Shape;210;p7"/>
          <p:cNvSpPr txBox="1"/>
          <p:nvPr>
            <p:ph idx="1" type="subTitle"/>
          </p:nvPr>
        </p:nvSpPr>
        <p:spPr>
          <a:xfrm>
            <a:off x="720000" y="1977925"/>
            <a:ext cx="4345800" cy="2096100"/>
          </a:xfrm>
          <a:prstGeom prst="rect">
            <a:avLst/>
          </a:prstGeom>
        </p:spPr>
        <p:txBody>
          <a:bodyPr anchorCtr="0" anchor="t" bIns="91425" lIns="91425" spcFirstLastPara="1" rIns="91425" wrap="square" tIns="91425">
            <a:noAutofit/>
          </a:bodyPr>
          <a:lstStyle>
            <a:lvl1pPr lvl="0" marR="245595" rtl="0">
              <a:lnSpc>
                <a:spcPct val="100000"/>
              </a:lnSpc>
              <a:spcBef>
                <a:spcPts val="0"/>
              </a:spcBef>
              <a:spcAft>
                <a:spcPts val="0"/>
              </a:spcAft>
              <a:buSzPts val="1400"/>
              <a:buChar char="●"/>
              <a:defRPr/>
            </a:lvl1pPr>
            <a:lvl2pPr lvl="1" rtl="0" algn="r">
              <a:lnSpc>
                <a:spcPct val="100000"/>
              </a:lnSpc>
              <a:spcBef>
                <a:spcPts val="1600"/>
              </a:spcBef>
              <a:spcAft>
                <a:spcPts val="0"/>
              </a:spcAft>
              <a:buSzPts val="1400"/>
              <a:buChar char="○"/>
              <a:defRPr sz="2100"/>
            </a:lvl2pPr>
            <a:lvl3pPr lvl="2" rtl="0" algn="r">
              <a:lnSpc>
                <a:spcPct val="100000"/>
              </a:lnSpc>
              <a:spcBef>
                <a:spcPts val="0"/>
              </a:spcBef>
              <a:spcAft>
                <a:spcPts val="0"/>
              </a:spcAft>
              <a:buSzPts val="1400"/>
              <a:buChar char="■"/>
              <a:defRPr sz="2100"/>
            </a:lvl3pPr>
            <a:lvl4pPr lvl="3" rtl="0" algn="r">
              <a:lnSpc>
                <a:spcPct val="100000"/>
              </a:lnSpc>
              <a:spcBef>
                <a:spcPts val="0"/>
              </a:spcBef>
              <a:spcAft>
                <a:spcPts val="0"/>
              </a:spcAft>
              <a:buSzPts val="1400"/>
              <a:buChar char="●"/>
              <a:defRPr sz="2100"/>
            </a:lvl4pPr>
            <a:lvl5pPr lvl="4" rtl="0" algn="r">
              <a:lnSpc>
                <a:spcPct val="100000"/>
              </a:lnSpc>
              <a:spcBef>
                <a:spcPts val="0"/>
              </a:spcBef>
              <a:spcAft>
                <a:spcPts val="0"/>
              </a:spcAft>
              <a:buSzPts val="1400"/>
              <a:buChar char="○"/>
              <a:defRPr sz="2100"/>
            </a:lvl5pPr>
            <a:lvl6pPr lvl="5" rtl="0" algn="r">
              <a:lnSpc>
                <a:spcPct val="100000"/>
              </a:lnSpc>
              <a:spcBef>
                <a:spcPts val="0"/>
              </a:spcBef>
              <a:spcAft>
                <a:spcPts val="0"/>
              </a:spcAft>
              <a:buSzPts val="1400"/>
              <a:buChar char="■"/>
              <a:defRPr sz="2100"/>
            </a:lvl6pPr>
            <a:lvl7pPr lvl="6" rtl="0" algn="r">
              <a:lnSpc>
                <a:spcPct val="100000"/>
              </a:lnSpc>
              <a:spcBef>
                <a:spcPts val="0"/>
              </a:spcBef>
              <a:spcAft>
                <a:spcPts val="0"/>
              </a:spcAft>
              <a:buSzPts val="1400"/>
              <a:buChar char="●"/>
              <a:defRPr sz="2100"/>
            </a:lvl7pPr>
            <a:lvl8pPr lvl="7" rtl="0" algn="r">
              <a:lnSpc>
                <a:spcPct val="100000"/>
              </a:lnSpc>
              <a:spcBef>
                <a:spcPts val="0"/>
              </a:spcBef>
              <a:spcAft>
                <a:spcPts val="0"/>
              </a:spcAft>
              <a:buSzPts val="1400"/>
              <a:buChar char="○"/>
              <a:defRPr sz="2100"/>
            </a:lvl8pPr>
            <a:lvl9pPr lvl="8" rtl="0" algn="r">
              <a:lnSpc>
                <a:spcPct val="100000"/>
              </a:lnSpc>
              <a:spcBef>
                <a:spcPts val="0"/>
              </a:spcBef>
              <a:spcAft>
                <a:spcPts val="0"/>
              </a:spcAft>
              <a:buSzPts val="1400"/>
              <a:buChar char="■"/>
              <a:defRPr sz="21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11" name="Shape 211"/>
        <p:cNvGrpSpPr/>
        <p:nvPr/>
      </p:nvGrpSpPr>
      <p:grpSpPr>
        <a:xfrm>
          <a:off x="0" y="0"/>
          <a:ext cx="0" cy="0"/>
          <a:chOff x="0" y="0"/>
          <a:chExt cx="0" cy="0"/>
        </a:xfrm>
      </p:grpSpPr>
      <p:sp>
        <p:nvSpPr>
          <p:cNvPr id="212" name="Google Shape;212;p8"/>
          <p:cNvSpPr txBox="1"/>
          <p:nvPr>
            <p:ph type="title"/>
          </p:nvPr>
        </p:nvSpPr>
        <p:spPr>
          <a:xfrm>
            <a:off x="815250" y="2016150"/>
            <a:ext cx="7513500" cy="1111200"/>
          </a:xfrm>
          <a:prstGeom prst="rect">
            <a:avLst/>
          </a:prstGeom>
        </p:spPr>
        <p:txBody>
          <a:bodyPr anchorCtr="0" anchor="b" bIns="91425" lIns="91425" spcFirstLastPara="1" rIns="91425" wrap="square" tIns="91425">
            <a:noAutofit/>
          </a:bodyPr>
          <a:lstStyle>
            <a:lvl1pPr lvl="0" rtl="0">
              <a:spcBef>
                <a:spcPts val="0"/>
              </a:spcBef>
              <a:spcAft>
                <a:spcPts val="0"/>
              </a:spcAft>
              <a:buSzPts val="4800"/>
              <a:buNone/>
              <a:defRPr sz="72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grpSp>
        <p:nvGrpSpPr>
          <p:cNvPr id="213" name="Google Shape;213;p8"/>
          <p:cNvGrpSpPr/>
          <p:nvPr/>
        </p:nvGrpSpPr>
        <p:grpSpPr>
          <a:xfrm>
            <a:off x="-898758" y="53408"/>
            <a:ext cx="2289627" cy="1894430"/>
            <a:chOff x="4654765" y="2053719"/>
            <a:chExt cx="1574709" cy="1302909"/>
          </a:xfrm>
        </p:grpSpPr>
        <p:sp>
          <p:nvSpPr>
            <p:cNvPr id="214" name="Google Shape;214;p8"/>
            <p:cNvSpPr/>
            <p:nvPr/>
          </p:nvSpPr>
          <p:spPr>
            <a:xfrm>
              <a:off x="4753523" y="2053719"/>
              <a:ext cx="1475950" cy="1302909"/>
            </a:xfrm>
            <a:custGeom>
              <a:rect b="b" l="l" r="r" t="t"/>
              <a:pathLst>
                <a:path extrusionOk="0" h="19539" w="22134">
                  <a:moveTo>
                    <a:pt x="21951" y="7628"/>
                  </a:moveTo>
                  <a:cubicBezTo>
                    <a:pt x="21832" y="6908"/>
                    <a:pt x="21124" y="6408"/>
                    <a:pt x="20404" y="6540"/>
                  </a:cubicBezTo>
                  <a:lnTo>
                    <a:pt x="17928" y="6958"/>
                  </a:lnTo>
                  <a:cubicBezTo>
                    <a:pt x="17639" y="6121"/>
                    <a:pt x="17221" y="5307"/>
                    <a:pt x="16658" y="4561"/>
                  </a:cubicBezTo>
                  <a:cubicBezTo>
                    <a:pt x="13774" y="762"/>
                    <a:pt x="8361" y="1"/>
                    <a:pt x="4549" y="2885"/>
                  </a:cubicBezTo>
                  <a:cubicBezTo>
                    <a:pt x="746" y="5766"/>
                    <a:pt x="1" y="11179"/>
                    <a:pt x="2882" y="14978"/>
                  </a:cubicBezTo>
                  <a:cubicBezTo>
                    <a:pt x="5753" y="18781"/>
                    <a:pt x="11179" y="19539"/>
                    <a:pt x="14978" y="16658"/>
                  </a:cubicBezTo>
                  <a:cubicBezTo>
                    <a:pt x="17155" y="15007"/>
                    <a:pt x="18334" y="12528"/>
                    <a:pt x="18400" y="9999"/>
                  </a:cubicBezTo>
                  <a:lnTo>
                    <a:pt x="20916" y="9581"/>
                  </a:lnTo>
                  <a:cubicBezTo>
                    <a:pt x="21649" y="9449"/>
                    <a:pt x="22134" y="8754"/>
                    <a:pt x="22017" y="803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8"/>
            <p:cNvSpPr/>
            <p:nvPr/>
          </p:nvSpPr>
          <p:spPr>
            <a:xfrm>
              <a:off x="5572330" y="2521771"/>
              <a:ext cx="558399" cy="266397"/>
            </a:xfrm>
            <a:custGeom>
              <a:rect b="b" l="l" r="r" t="t"/>
              <a:pathLst>
                <a:path extrusionOk="0" h="3995" w="8374">
                  <a:moveTo>
                    <a:pt x="6858" y="0"/>
                  </a:moveTo>
                  <a:cubicBezTo>
                    <a:pt x="6787" y="0"/>
                    <a:pt x="6716" y="6"/>
                    <a:pt x="6643" y="18"/>
                  </a:cubicBezTo>
                  <a:lnTo>
                    <a:pt x="1218" y="936"/>
                  </a:lnTo>
                  <a:cubicBezTo>
                    <a:pt x="498" y="1056"/>
                    <a:pt x="1" y="1748"/>
                    <a:pt x="133" y="2484"/>
                  </a:cubicBezTo>
                  <a:lnTo>
                    <a:pt x="196" y="2877"/>
                  </a:lnTo>
                  <a:cubicBezTo>
                    <a:pt x="303" y="3536"/>
                    <a:pt x="877" y="3995"/>
                    <a:pt x="1525" y="3995"/>
                  </a:cubicBezTo>
                  <a:cubicBezTo>
                    <a:pt x="1597" y="3995"/>
                    <a:pt x="1670" y="3989"/>
                    <a:pt x="1743" y="3978"/>
                  </a:cubicBezTo>
                  <a:lnTo>
                    <a:pt x="7156" y="3059"/>
                  </a:lnTo>
                  <a:cubicBezTo>
                    <a:pt x="7889" y="2943"/>
                    <a:pt x="8373" y="2235"/>
                    <a:pt x="8257" y="1512"/>
                  </a:cubicBezTo>
                  <a:lnTo>
                    <a:pt x="8191" y="1119"/>
                  </a:lnTo>
                  <a:cubicBezTo>
                    <a:pt x="8072" y="459"/>
                    <a:pt x="7499" y="0"/>
                    <a:pt x="6858"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8"/>
            <p:cNvSpPr/>
            <p:nvPr/>
          </p:nvSpPr>
          <p:spPr>
            <a:xfrm>
              <a:off x="4654765" y="2162813"/>
              <a:ext cx="1302042" cy="1151940"/>
            </a:xfrm>
            <a:custGeom>
              <a:rect b="b" l="l" r="r" t="t"/>
              <a:pathLst>
                <a:path extrusionOk="0" h="17275" w="19526">
                  <a:moveTo>
                    <a:pt x="9751" y="0"/>
                  </a:moveTo>
                  <a:cubicBezTo>
                    <a:pt x="7936" y="0"/>
                    <a:pt x="6105" y="569"/>
                    <a:pt x="4548" y="1746"/>
                  </a:cubicBezTo>
                  <a:cubicBezTo>
                    <a:pt x="746" y="4630"/>
                    <a:pt x="0" y="10040"/>
                    <a:pt x="2869" y="13855"/>
                  </a:cubicBezTo>
                  <a:cubicBezTo>
                    <a:pt x="4569" y="16095"/>
                    <a:pt x="7148" y="17274"/>
                    <a:pt x="9760" y="17274"/>
                  </a:cubicBezTo>
                  <a:cubicBezTo>
                    <a:pt x="11579" y="17274"/>
                    <a:pt x="13413" y="16703"/>
                    <a:pt x="14978" y="15519"/>
                  </a:cubicBezTo>
                  <a:cubicBezTo>
                    <a:pt x="18780" y="12650"/>
                    <a:pt x="19526" y="7225"/>
                    <a:pt x="16645" y="3422"/>
                  </a:cubicBezTo>
                  <a:cubicBezTo>
                    <a:pt x="14950" y="1180"/>
                    <a:pt x="12366" y="0"/>
                    <a:pt x="9751"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8"/>
            <p:cNvSpPr/>
            <p:nvPr/>
          </p:nvSpPr>
          <p:spPr>
            <a:xfrm>
              <a:off x="4722048" y="2222428"/>
              <a:ext cx="1167477" cy="1032779"/>
            </a:xfrm>
            <a:custGeom>
              <a:rect b="b" l="l" r="r" t="t"/>
              <a:pathLst>
                <a:path extrusionOk="0" h="15488" w="17508">
                  <a:moveTo>
                    <a:pt x="8753" y="1"/>
                  </a:moveTo>
                  <a:cubicBezTo>
                    <a:pt x="7124" y="1"/>
                    <a:pt x="5480" y="513"/>
                    <a:pt x="4077" y="1572"/>
                  </a:cubicBezTo>
                  <a:cubicBezTo>
                    <a:pt x="668" y="4154"/>
                    <a:pt x="1" y="9004"/>
                    <a:pt x="2583" y="12411"/>
                  </a:cubicBezTo>
                  <a:cubicBezTo>
                    <a:pt x="4105" y="14428"/>
                    <a:pt x="6417" y="15488"/>
                    <a:pt x="8757" y="15488"/>
                  </a:cubicBezTo>
                  <a:cubicBezTo>
                    <a:pt x="10383" y="15488"/>
                    <a:pt x="12022" y="14976"/>
                    <a:pt x="13418" y="13917"/>
                  </a:cubicBezTo>
                  <a:cubicBezTo>
                    <a:pt x="16840" y="11335"/>
                    <a:pt x="17507" y="6488"/>
                    <a:pt x="14928" y="3066"/>
                  </a:cubicBezTo>
                  <a:cubicBezTo>
                    <a:pt x="13406" y="1058"/>
                    <a:pt x="11095" y="1"/>
                    <a:pt x="8753"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8"/>
            <p:cNvSpPr/>
            <p:nvPr/>
          </p:nvSpPr>
          <p:spPr>
            <a:xfrm>
              <a:off x="4762125" y="2258304"/>
              <a:ext cx="1086458" cy="960828"/>
            </a:xfrm>
            <a:custGeom>
              <a:rect b="b" l="l" r="r" t="t"/>
              <a:pathLst>
                <a:path extrusionOk="0" h="14409" w="16293">
                  <a:moveTo>
                    <a:pt x="8150" y="0"/>
                  </a:moveTo>
                  <a:cubicBezTo>
                    <a:pt x="6634" y="0"/>
                    <a:pt x="5104" y="478"/>
                    <a:pt x="3803" y="1468"/>
                  </a:cubicBezTo>
                  <a:cubicBezTo>
                    <a:pt x="630" y="3865"/>
                    <a:pt x="1" y="8388"/>
                    <a:pt x="2413" y="11558"/>
                  </a:cubicBezTo>
                  <a:cubicBezTo>
                    <a:pt x="3828" y="13427"/>
                    <a:pt x="5979" y="14408"/>
                    <a:pt x="8156" y="14408"/>
                  </a:cubicBezTo>
                  <a:cubicBezTo>
                    <a:pt x="9672" y="14408"/>
                    <a:pt x="11201" y="13932"/>
                    <a:pt x="12503" y="12948"/>
                  </a:cubicBezTo>
                  <a:cubicBezTo>
                    <a:pt x="15676" y="10548"/>
                    <a:pt x="16293" y="6029"/>
                    <a:pt x="13893" y="2855"/>
                  </a:cubicBezTo>
                  <a:cubicBezTo>
                    <a:pt x="12480" y="986"/>
                    <a:pt x="10328" y="0"/>
                    <a:pt x="8150" y="0"/>
                  </a:cubicBezTo>
                  <a:close/>
                </a:path>
              </a:pathLst>
            </a:custGeom>
            <a:solidFill>
              <a:srgbClr val="E1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8"/>
            <p:cNvSpPr/>
            <p:nvPr/>
          </p:nvSpPr>
          <p:spPr>
            <a:xfrm>
              <a:off x="4862817" y="2458888"/>
              <a:ext cx="766449" cy="545196"/>
            </a:xfrm>
            <a:custGeom>
              <a:rect b="b" l="l" r="r" t="t"/>
              <a:pathLst>
                <a:path extrusionOk="0" h="8176" w="11494">
                  <a:moveTo>
                    <a:pt x="8217" y="1"/>
                  </a:moveTo>
                  <a:cubicBezTo>
                    <a:pt x="6676" y="1"/>
                    <a:pt x="5687" y="2876"/>
                    <a:pt x="5687" y="2876"/>
                  </a:cubicBezTo>
                  <a:cubicBezTo>
                    <a:pt x="5687" y="2876"/>
                    <a:pt x="0" y="3493"/>
                    <a:pt x="3287" y="6911"/>
                  </a:cubicBezTo>
                  <a:cubicBezTo>
                    <a:pt x="4215" y="7867"/>
                    <a:pt x="5659" y="8175"/>
                    <a:pt x="6945" y="8175"/>
                  </a:cubicBezTo>
                  <a:cubicBezTo>
                    <a:pt x="7985" y="8175"/>
                    <a:pt x="8921" y="7974"/>
                    <a:pt x="9395" y="7751"/>
                  </a:cubicBezTo>
                  <a:cubicBezTo>
                    <a:pt x="10628" y="6767"/>
                    <a:pt x="11493" y="3713"/>
                    <a:pt x="10248" y="1656"/>
                  </a:cubicBezTo>
                  <a:cubicBezTo>
                    <a:pt x="9504" y="438"/>
                    <a:pt x="8819" y="1"/>
                    <a:pt x="8217"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a:off x="4946705" y="2405075"/>
              <a:ext cx="714836" cy="637018"/>
            </a:xfrm>
            <a:custGeom>
              <a:rect b="b" l="l" r="r" t="t"/>
              <a:pathLst>
                <a:path extrusionOk="0" h="9553" w="10720">
                  <a:moveTo>
                    <a:pt x="7102" y="236"/>
                  </a:moveTo>
                  <a:cubicBezTo>
                    <a:pt x="7835" y="236"/>
                    <a:pt x="8571" y="852"/>
                    <a:pt x="9317" y="2057"/>
                  </a:cubicBezTo>
                  <a:cubicBezTo>
                    <a:pt x="10719" y="4378"/>
                    <a:pt x="9710" y="7772"/>
                    <a:pt x="8373" y="8860"/>
                  </a:cubicBezTo>
                  <a:cubicBezTo>
                    <a:pt x="7864" y="9080"/>
                    <a:pt x="6813" y="9316"/>
                    <a:pt x="5621" y="9316"/>
                  </a:cubicBezTo>
                  <a:cubicBezTo>
                    <a:pt x="4611" y="9316"/>
                    <a:pt x="2737" y="9134"/>
                    <a:pt x="1557" y="7917"/>
                  </a:cubicBezTo>
                  <a:cubicBezTo>
                    <a:pt x="614" y="6932"/>
                    <a:pt x="262" y="6080"/>
                    <a:pt x="510" y="5372"/>
                  </a:cubicBezTo>
                  <a:cubicBezTo>
                    <a:pt x="1048" y="3878"/>
                    <a:pt x="4193" y="3526"/>
                    <a:pt x="4231" y="3513"/>
                  </a:cubicBezTo>
                  <a:lnTo>
                    <a:pt x="4297" y="3513"/>
                  </a:lnTo>
                  <a:lnTo>
                    <a:pt x="4325" y="3435"/>
                  </a:lnTo>
                  <a:cubicBezTo>
                    <a:pt x="4338" y="3406"/>
                    <a:pt x="5451" y="236"/>
                    <a:pt x="7102" y="236"/>
                  </a:cubicBezTo>
                  <a:close/>
                  <a:moveTo>
                    <a:pt x="7102" y="0"/>
                  </a:moveTo>
                  <a:cubicBezTo>
                    <a:pt x="5410" y="0"/>
                    <a:pt x="4309" y="2790"/>
                    <a:pt x="4127" y="3290"/>
                  </a:cubicBezTo>
                  <a:cubicBezTo>
                    <a:pt x="3630" y="3356"/>
                    <a:pt x="837" y="3774"/>
                    <a:pt x="287" y="5293"/>
                  </a:cubicBezTo>
                  <a:cubicBezTo>
                    <a:pt x="0" y="6080"/>
                    <a:pt x="378" y="7023"/>
                    <a:pt x="1387" y="8086"/>
                  </a:cubicBezTo>
                  <a:cubicBezTo>
                    <a:pt x="2633" y="9370"/>
                    <a:pt x="4574" y="9552"/>
                    <a:pt x="5621" y="9552"/>
                  </a:cubicBezTo>
                  <a:cubicBezTo>
                    <a:pt x="6866" y="9552"/>
                    <a:pt x="7955" y="9304"/>
                    <a:pt x="8493" y="9068"/>
                  </a:cubicBezTo>
                  <a:lnTo>
                    <a:pt x="8505" y="9055"/>
                  </a:lnTo>
                  <a:lnTo>
                    <a:pt x="8518" y="9043"/>
                  </a:lnTo>
                  <a:cubicBezTo>
                    <a:pt x="9251" y="8451"/>
                    <a:pt x="9854" y="7272"/>
                    <a:pt x="10103" y="5963"/>
                  </a:cubicBezTo>
                  <a:cubicBezTo>
                    <a:pt x="10392" y="4457"/>
                    <a:pt x="10182" y="3026"/>
                    <a:pt x="9515" y="1941"/>
                  </a:cubicBezTo>
                  <a:cubicBezTo>
                    <a:pt x="8728" y="654"/>
                    <a:pt x="7926" y="0"/>
                    <a:pt x="7102"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4883756" y="2344659"/>
              <a:ext cx="827463" cy="738509"/>
            </a:xfrm>
            <a:custGeom>
              <a:rect b="b" l="l" r="r" t="t"/>
              <a:pathLst>
                <a:path extrusionOk="0" h="11075" w="12409">
                  <a:moveTo>
                    <a:pt x="8216" y="264"/>
                  </a:moveTo>
                  <a:cubicBezTo>
                    <a:pt x="9056" y="264"/>
                    <a:pt x="9921" y="985"/>
                    <a:pt x="10786" y="2387"/>
                  </a:cubicBezTo>
                  <a:cubicBezTo>
                    <a:pt x="12409" y="5073"/>
                    <a:pt x="11258" y="9005"/>
                    <a:pt x="9710" y="10263"/>
                  </a:cubicBezTo>
                  <a:cubicBezTo>
                    <a:pt x="9122" y="10537"/>
                    <a:pt x="7914" y="10801"/>
                    <a:pt x="6540" y="10801"/>
                  </a:cubicBezTo>
                  <a:cubicBezTo>
                    <a:pt x="5360" y="10801"/>
                    <a:pt x="3184" y="10590"/>
                    <a:pt x="1809" y="9175"/>
                  </a:cubicBezTo>
                  <a:cubicBezTo>
                    <a:pt x="709" y="8021"/>
                    <a:pt x="287" y="7027"/>
                    <a:pt x="589" y="6212"/>
                  </a:cubicBezTo>
                  <a:cubicBezTo>
                    <a:pt x="1218" y="4482"/>
                    <a:pt x="4848" y="4076"/>
                    <a:pt x="4889" y="4076"/>
                  </a:cubicBezTo>
                  <a:lnTo>
                    <a:pt x="4980" y="4064"/>
                  </a:lnTo>
                  <a:lnTo>
                    <a:pt x="5005" y="3985"/>
                  </a:lnTo>
                  <a:cubicBezTo>
                    <a:pt x="5018" y="3947"/>
                    <a:pt x="6304" y="264"/>
                    <a:pt x="8216" y="264"/>
                  </a:cubicBezTo>
                  <a:close/>
                  <a:moveTo>
                    <a:pt x="8216" y="0"/>
                  </a:moveTo>
                  <a:cubicBezTo>
                    <a:pt x="6263" y="0"/>
                    <a:pt x="4980" y="3240"/>
                    <a:pt x="4769" y="3815"/>
                  </a:cubicBezTo>
                  <a:cubicBezTo>
                    <a:pt x="4193" y="3881"/>
                    <a:pt x="970" y="4366"/>
                    <a:pt x="328" y="6121"/>
                  </a:cubicBezTo>
                  <a:cubicBezTo>
                    <a:pt x="1" y="7039"/>
                    <a:pt x="432" y="8127"/>
                    <a:pt x="1611" y="9357"/>
                  </a:cubicBezTo>
                  <a:cubicBezTo>
                    <a:pt x="3052" y="10851"/>
                    <a:pt x="5319" y="11075"/>
                    <a:pt x="6540" y="11075"/>
                  </a:cubicBezTo>
                  <a:cubicBezTo>
                    <a:pt x="7968" y="11075"/>
                    <a:pt x="9226" y="10801"/>
                    <a:pt x="9842" y="10512"/>
                  </a:cubicBezTo>
                  <a:lnTo>
                    <a:pt x="9855" y="10499"/>
                  </a:lnTo>
                  <a:lnTo>
                    <a:pt x="9867" y="10499"/>
                  </a:lnTo>
                  <a:cubicBezTo>
                    <a:pt x="10720" y="9816"/>
                    <a:pt x="11427" y="8442"/>
                    <a:pt x="11717" y="6907"/>
                  </a:cubicBezTo>
                  <a:cubicBezTo>
                    <a:pt x="12031" y="5177"/>
                    <a:pt x="11780" y="3513"/>
                    <a:pt x="11009" y="2243"/>
                  </a:cubicBezTo>
                  <a:cubicBezTo>
                    <a:pt x="10103" y="749"/>
                    <a:pt x="9160" y="0"/>
                    <a:pt x="821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2" name="Google Shape;222;p8"/>
          <p:cNvGrpSpPr/>
          <p:nvPr/>
        </p:nvGrpSpPr>
        <p:grpSpPr>
          <a:xfrm>
            <a:off x="7367555" y="214829"/>
            <a:ext cx="2144759" cy="1897687"/>
            <a:chOff x="3070431" y="1341472"/>
            <a:chExt cx="1183120" cy="1046826"/>
          </a:xfrm>
        </p:grpSpPr>
        <p:grpSp>
          <p:nvGrpSpPr>
            <p:cNvPr id="223" name="Google Shape;223;p8"/>
            <p:cNvGrpSpPr/>
            <p:nvPr/>
          </p:nvGrpSpPr>
          <p:grpSpPr>
            <a:xfrm>
              <a:off x="3705686" y="2058353"/>
              <a:ext cx="547865" cy="329946"/>
              <a:chOff x="3705686" y="2058353"/>
              <a:chExt cx="547865" cy="329946"/>
            </a:xfrm>
          </p:grpSpPr>
          <p:sp>
            <p:nvSpPr>
              <p:cNvPr id="224" name="Google Shape;224;p8"/>
              <p:cNvSpPr/>
              <p:nvPr/>
            </p:nvSpPr>
            <p:spPr>
              <a:xfrm>
                <a:off x="3804444" y="2058353"/>
                <a:ext cx="449107" cy="327678"/>
              </a:xfrm>
              <a:custGeom>
                <a:rect b="b" l="l" r="r" t="t"/>
                <a:pathLst>
                  <a:path extrusionOk="0" h="4914" w="6735">
                    <a:moveTo>
                      <a:pt x="4611" y="957"/>
                    </a:moveTo>
                    <a:cubicBezTo>
                      <a:pt x="2922" y="1"/>
                      <a:pt x="261" y="315"/>
                      <a:pt x="13" y="353"/>
                    </a:cubicBezTo>
                    <a:lnTo>
                      <a:pt x="0" y="353"/>
                    </a:lnTo>
                    <a:cubicBezTo>
                      <a:pt x="0" y="353"/>
                      <a:pt x="1114" y="3001"/>
                      <a:pt x="2881" y="3998"/>
                    </a:cubicBezTo>
                    <a:cubicBezTo>
                      <a:pt x="4482" y="4913"/>
                      <a:pt x="6357" y="4155"/>
                      <a:pt x="6684" y="4011"/>
                    </a:cubicBezTo>
                    <a:cubicBezTo>
                      <a:pt x="6722" y="3998"/>
                      <a:pt x="6734" y="3982"/>
                      <a:pt x="6734" y="3982"/>
                    </a:cubicBezTo>
                    <a:cubicBezTo>
                      <a:pt x="6734" y="3982"/>
                      <a:pt x="6382" y="1966"/>
                      <a:pt x="4611" y="95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8"/>
              <p:cNvSpPr/>
              <p:nvPr/>
            </p:nvSpPr>
            <p:spPr>
              <a:xfrm>
                <a:off x="3705686" y="2110433"/>
                <a:ext cx="449307" cy="277866"/>
              </a:xfrm>
              <a:custGeom>
                <a:rect b="b" l="l" r="r" t="t"/>
                <a:pathLst>
                  <a:path extrusionOk="0" h="4167" w="6738">
                    <a:moveTo>
                      <a:pt x="1311" y="0"/>
                    </a:moveTo>
                    <a:cubicBezTo>
                      <a:pt x="626" y="0"/>
                      <a:pt x="115" y="60"/>
                      <a:pt x="13" y="72"/>
                    </a:cubicBezTo>
                    <a:lnTo>
                      <a:pt x="0" y="72"/>
                    </a:lnTo>
                    <a:cubicBezTo>
                      <a:pt x="0" y="72"/>
                      <a:pt x="1113" y="2717"/>
                      <a:pt x="2884" y="3727"/>
                    </a:cubicBezTo>
                    <a:cubicBezTo>
                      <a:pt x="3465" y="4056"/>
                      <a:pt x="4080" y="4167"/>
                      <a:pt x="4645" y="4167"/>
                    </a:cubicBezTo>
                    <a:cubicBezTo>
                      <a:pt x="5634" y="4167"/>
                      <a:pt x="6467" y="3827"/>
                      <a:pt x="6684" y="3727"/>
                    </a:cubicBezTo>
                    <a:cubicBezTo>
                      <a:pt x="6721" y="3714"/>
                      <a:pt x="6737" y="3702"/>
                      <a:pt x="6737" y="3702"/>
                    </a:cubicBezTo>
                    <a:cubicBezTo>
                      <a:pt x="6737" y="3702"/>
                      <a:pt x="6369" y="1682"/>
                      <a:pt x="4614" y="685"/>
                    </a:cubicBezTo>
                    <a:cubicBezTo>
                      <a:pt x="3619" y="123"/>
                      <a:pt x="2288" y="0"/>
                      <a:pt x="1311"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8"/>
              <p:cNvSpPr/>
              <p:nvPr/>
            </p:nvSpPr>
            <p:spPr>
              <a:xfrm>
                <a:off x="3706486" y="2110433"/>
                <a:ext cx="448506" cy="248526"/>
              </a:xfrm>
              <a:custGeom>
                <a:rect b="b" l="l" r="r" t="t"/>
                <a:pathLst>
                  <a:path extrusionOk="0" h="3727" w="6726">
                    <a:moveTo>
                      <a:pt x="1299" y="0"/>
                    </a:moveTo>
                    <a:cubicBezTo>
                      <a:pt x="614" y="0"/>
                      <a:pt x="103" y="60"/>
                      <a:pt x="1" y="72"/>
                    </a:cubicBezTo>
                    <a:lnTo>
                      <a:pt x="6672" y="3727"/>
                    </a:lnTo>
                    <a:cubicBezTo>
                      <a:pt x="6709" y="3714"/>
                      <a:pt x="6725" y="3702"/>
                      <a:pt x="6725" y="3702"/>
                    </a:cubicBezTo>
                    <a:cubicBezTo>
                      <a:pt x="6725" y="3702"/>
                      <a:pt x="6357" y="1682"/>
                      <a:pt x="4602" y="685"/>
                    </a:cubicBezTo>
                    <a:cubicBezTo>
                      <a:pt x="3607" y="123"/>
                      <a:pt x="2276" y="0"/>
                      <a:pt x="1299"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7" name="Google Shape;227;p8"/>
            <p:cNvGrpSpPr/>
            <p:nvPr/>
          </p:nvGrpSpPr>
          <p:grpSpPr>
            <a:xfrm>
              <a:off x="3070431" y="1341472"/>
              <a:ext cx="1032118" cy="637025"/>
              <a:chOff x="3070431" y="1341472"/>
              <a:chExt cx="1032118" cy="637025"/>
            </a:xfrm>
          </p:grpSpPr>
          <p:sp>
            <p:nvSpPr>
              <p:cNvPr id="228" name="Google Shape;228;p8"/>
              <p:cNvSpPr/>
              <p:nvPr/>
            </p:nvSpPr>
            <p:spPr>
              <a:xfrm>
                <a:off x="3489870" y="1341472"/>
                <a:ext cx="612679" cy="611879"/>
              </a:xfrm>
              <a:custGeom>
                <a:rect b="b" l="l" r="r" t="t"/>
                <a:pathLst>
                  <a:path extrusionOk="0" h="9176" w="9188">
                    <a:moveTo>
                      <a:pt x="6920" y="9005"/>
                    </a:moveTo>
                    <a:cubicBezTo>
                      <a:pt x="7364" y="8848"/>
                      <a:pt x="7521" y="8219"/>
                      <a:pt x="7301" y="7615"/>
                    </a:cubicBezTo>
                    <a:cubicBezTo>
                      <a:pt x="7077" y="7052"/>
                      <a:pt x="6606" y="6709"/>
                      <a:pt x="6184" y="6788"/>
                    </a:cubicBezTo>
                    <a:cubicBezTo>
                      <a:pt x="6357" y="6568"/>
                      <a:pt x="6448" y="6200"/>
                      <a:pt x="6540" y="5766"/>
                    </a:cubicBezTo>
                    <a:cubicBezTo>
                      <a:pt x="6697" y="5008"/>
                      <a:pt x="6763" y="4351"/>
                      <a:pt x="6250" y="4234"/>
                    </a:cubicBezTo>
                    <a:cubicBezTo>
                      <a:pt x="6027" y="4193"/>
                      <a:pt x="5791" y="4259"/>
                      <a:pt x="5596" y="4417"/>
                    </a:cubicBezTo>
                    <a:cubicBezTo>
                      <a:pt x="5766" y="3973"/>
                      <a:pt x="5700" y="3526"/>
                      <a:pt x="5385" y="3316"/>
                    </a:cubicBezTo>
                    <a:cubicBezTo>
                      <a:pt x="5319" y="3265"/>
                      <a:pt x="5228" y="3237"/>
                      <a:pt x="5137" y="3225"/>
                    </a:cubicBezTo>
                    <a:cubicBezTo>
                      <a:pt x="5215" y="3108"/>
                      <a:pt x="5256" y="2976"/>
                      <a:pt x="5241" y="2831"/>
                    </a:cubicBezTo>
                    <a:cubicBezTo>
                      <a:pt x="5241" y="2753"/>
                      <a:pt x="5215" y="2687"/>
                      <a:pt x="5190" y="2621"/>
                    </a:cubicBezTo>
                    <a:cubicBezTo>
                      <a:pt x="5451" y="3080"/>
                      <a:pt x="5911" y="3328"/>
                      <a:pt x="6291" y="3199"/>
                    </a:cubicBezTo>
                    <a:cubicBezTo>
                      <a:pt x="6370" y="3159"/>
                      <a:pt x="6436" y="3121"/>
                      <a:pt x="6499" y="3055"/>
                    </a:cubicBezTo>
                    <a:cubicBezTo>
                      <a:pt x="6514" y="3080"/>
                      <a:pt x="6540" y="3092"/>
                      <a:pt x="6565" y="3121"/>
                    </a:cubicBezTo>
                    <a:cubicBezTo>
                      <a:pt x="6697" y="3212"/>
                      <a:pt x="6867" y="3265"/>
                      <a:pt x="7037" y="3265"/>
                    </a:cubicBezTo>
                    <a:cubicBezTo>
                      <a:pt x="7049" y="3382"/>
                      <a:pt x="7090" y="3514"/>
                      <a:pt x="7128" y="3643"/>
                    </a:cubicBezTo>
                    <a:cubicBezTo>
                      <a:pt x="7260" y="3986"/>
                      <a:pt x="7483" y="4234"/>
                      <a:pt x="7732" y="4379"/>
                    </a:cubicBezTo>
                    <a:cubicBezTo>
                      <a:pt x="7339" y="4351"/>
                      <a:pt x="6986" y="4508"/>
                      <a:pt x="6854" y="4810"/>
                    </a:cubicBezTo>
                    <a:cubicBezTo>
                      <a:pt x="6672" y="5244"/>
                      <a:pt x="7011" y="5794"/>
                      <a:pt x="7600" y="6043"/>
                    </a:cubicBezTo>
                    <a:cubicBezTo>
                      <a:pt x="8203" y="6291"/>
                      <a:pt x="8833" y="6146"/>
                      <a:pt x="9015" y="5728"/>
                    </a:cubicBezTo>
                    <a:cubicBezTo>
                      <a:pt x="9188" y="5294"/>
                      <a:pt x="8858" y="4744"/>
                      <a:pt x="8257" y="4495"/>
                    </a:cubicBezTo>
                    <a:cubicBezTo>
                      <a:pt x="8244" y="4483"/>
                      <a:pt x="8216" y="4483"/>
                      <a:pt x="8191" y="4470"/>
                    </a:cubicBezTo>
                    <a:cubicBezTo>
                      <a:pt x="8244" y="4470"/>
                      <a:pt x="8295" y="4457"/>
                      <a:pt x="8336" y="4429"/>
                    </a:cubicBezTo>
                    <a:cubicBezTo>
                      <a:pt x="8766" y="4272"/>
                      <a:pt x="8936" y="3643"/>
                      <a:pt x="8700" y="3042"/>
                    </a:cubicBezTo>
                    <a:cubicBezTo>
                      <a:pt x="8609" y="2794"/>
                      <a:pt x="8465" y="2583"/>
                      <a:pt x="8282" y="2438"/>
                    </a:cubicBezTo>
                    <a:cubicBezTo>
                      <a:pt x="8663" y="1850"/>
                      <a:pt x="8675" y="1180"/>
                      <a:pt x="8282" y="878"/>
                    </a:cubicBezTo>
                    <a:cubicBezTo>
                      <a:pt x="7864" y="551"/>
                      <a:pt x="7442" y="998"/>
                      <a:pt x="6971" y="1614"/>
                    </a:cubicBezTo>
                    <a:cubicBezTo>
                      <a:pt x="6879" y="1731"/>
                      <a:pt x="6788" y="1850"/>
                      <a:pt x="6709" y="1966"/>
                    </a:cubicBezTo>
                    <a:cubicBezTo>
                      <a:pt x="6697" y="1900"/>
                      <a:pt x="6684" y="1850"/>
                      <a:pt x="6656" y="1797"/>
                    </a:cubicBezTo>
                    <a:cubicBezTo>
                      <a:pt x="6436" y="1193"/>
                      <a:pt x="5898" y="840"/>
                      <a:pt x="5464" y="1010"/>
                    </a:cubicBezTo>
                    <a:cubicBezTo>
                      <a:pt x="5020" y="1168"/>
                      <a:pt x="4863" y="1797"/>
                      <a:pt x="5083" y="2401"/>
                    </a:cubicBezTo>
                    <a:cubicBezTo>
                      <a:pt x="5112" y="2451"/>
                      <a:pt x="5124" y="2492"/>
                      <a:pt x="5149" y="2542"/>
                    </a:cubicBezTo>
                    <a:cubicBezTo>
                      <a:pt x="4967" y="2228"/>
                      <a:pt x="4533" y="2033"/>
                      <a:pt x="4036" y="2058"/>
                    </a:cubicBezTo>
                    <a:cubicBezTo>
                      <a:pt x="3800" y="2070"/>
                      <a:pt x="3577" y="2136"/>
                      <a:pt x="3394" y="2228"/>
                    </a:cubicBezTo>
                    <a:cubicBezTo>
                      <a:pt x="3394" y="2086"/>
                      <a:pt x="3369" y="1941"/>
                      <a:pt x="3316" y="1809"/>
                    </a:cubicBezTo>
                    <a:cubicBezTo>
                      <a:pt x="3709" y="1677"/>
                      <a:pt x="3970" y="1391"/>
                      <a:pt x="3998" y="1048"/>
                    </a:cubicBezTo>
                    <a:cubicBezTo>
                      <a:pt x="4023" y="539"/>
                      <a:pt x="3486" y="79"/>
                      <a:pt x="2791" y="42"/>
                    </a:cubicBezTo>
                    <a:cubicBezTo>
                      <a:pt x="2095" y="1"/>
                      <a:pt x="1507" y="394"/>
                      <a:pt x="1482" y="907"/>
                    </a:cubicBezTo>
                    <a:cubicBezTo>
                      <a:pt x="1466" y="1180"/>
                      <a:pt x="1611" y="1429"/>
                      <a:pt x="1860" y="1614"/>
                    </a:cubicBezTo>
                    <a:cubicBezTo>
                      <a:pt x="1768" y="1822"/>
                      <a:pt x="1718" y="2058"/>
                      <a:pt x="1718" y="2322"/>
                    </a:cubicBezTo>
                    <a:cubicBezTo>
                      <a:pt x="1731" y="2401"/>
                      <a:pt x="1731" y="2479"/>
                      <a:pt x="1743" y="2558"/>
                    </a:cubicBezTo>
                    <a:cubicBezTo>
                      <a:pt x="1690" y="2372"/>
                      <a:pt x="1586" y="2256"/>
                      <a:pt x="1375" y="2202"/>
                    </a:cubicBezTo>
                    <a:cubicBezTo>
                      <a:pt x="866" y="2099"/>
                      <a:pt x="315" y="2636"/>
                      <a:pt x="158" y="3394"/>
                    </a:cubicBezTo>
                    <a:cubicBezTo>
                      <a:pt x="1" y="4156"/>
                      <a:pt x="287" y="4863"/>
                      <a:pt x="800" y="4967"/>
                    </a:cubicBezTo>
                    <a:cubicBezTo>
                      <a:pt x="903" y="4995"/>
                      <a:pt x="982" y="4980"/>
                      <a:pt x="1061" y="4967"/>
                    </a:cubicBezTo>
                    <a:cubicBezTo>
                      <a:pt x="1010" y="5203"/>
                      <a:pt x="1035" y="5492"/>
                      <a:pt x="1139" y="5766"/>
                    </a:cubicBezTo>
                    <a:cubicBezTo>
                      <a:pt x="1363" y="6370"/>
                      <a:pt x="1900" y="6725"/>
                      <a:pt x="2331" y="6568"/>
                    </a:cubicBezTo>
                    <a:cubicBezTo>
                      <a:pt x="2529" y="6489"/>
                      <a:pt x="2662" y="6332"/>
                      <a:pt x="2740" y="6121"/>
                    </a:cubicBezTo>
                    <a:cubicBezTo>
                      <a:pt x="3001" y="6659"/>
                      <a:pt x="3511" y="6974"/>
                      <a:pt x="3957" y="6816"/>
                    </a:cubicBezTo>
                    <a:cubicBezTo>
                      <a:pt x="4429" y="6647"/>
                      <a:pt x="4640" y="6002"/>
                      <a:pt x="4429" y="5360"/>
                    </a:cubicBezTo>
                    <a:cubicBezTo>
                      <a:pt x="4653" y="5360"/>
                      <a:pt x="4901" y="5269"/>
                      <a:pt x="5124" y="5087"/>
                    </a:cubicBezTo>
                    <a:cubicBezTo>
                      <a:pt x="5083" y="5190"/>
                      <a:pt x="5046" y="5310"/>
                      <a:pt x="5020" y="5426"/>
                    </a:cubicBezTo>
                    <a:cubicBezTo>
                      <a:pt x="4863" y="6187"/>
                      <a:pt x="5149" y="6895"/>
                      <a:pt x="5675" y="6999"/>
                    </a:cubicBezTo>
                    <a:cubicBezTo>
                      <a:pt x="5728" y="7011"/>
                      <a:pt x="5778" y="7011"/>
                      <a:pt x="5832" y="7011"/>
                    </a:cubicBezTo>
                    <a:cubicBezTo>
                      <a:pt x="5609" y="7288"/>
                      <a:pt x="5555" y="7760"/>
                      <a:pt x="5728" y="8219"/>
                    </a:cubicBezTo>
                    <a:cubicBezTo>
                      <a:pt x="5948" y="8820"/>
                      <a:pt x="6486" y="9175"/>
                      <a:pt x="6920" y="9005"/>
                    </a:cubicBezTo>
                    <a:close/>
                    <a:moveTo>
                      <a:pt x="2633" y="4995"/>
                    </a:moveTo>
                    <a:cubicBezTo>
                      <a:pt x="2372" y="4495"/>
                      <a:pt x="1900" y="4234"/>
                      <a:pt x="1507" y="4379"/>
                    </a:cubicBezTo>
                    <a:cubicBezTo>
                      <a:pt x="1573" y="4193"/>
                      <a:pt x="1624" y="3973"/>
                      <a:pt x="1677" y="3737"/>
                    </a:cubicBezTo>
                    <a:cubicBezTo>
                      <a:pt x="1756" y="3328"/>
                      <a:pt x="1822" y="2951"/>
                      <a:pt x="1768" y="2674"/>
                    </a:cubicBezTo>
                    <a:cubicBezTo>
                      <a:pt x="1900" y="3133"/>
                      <a:pt x="2228" y="3473"/>
                      <a:pt x="2608" y="3460"/>
                    </a:cubicBezTo>
                    <a:cubicBezTo>
                      <a:pt x="2753" y="3448"/>
                      <a:pt x="2897" y="3394"/>
                      <a:pt x="3014" y="3291"/>
                    </a:cubicBezTo>
                    <a:cubicBezTo>
                      <a:pt x="3212" y="3564"/>
                      <a:pt x="3618" y="3750"/>
                      <a:pt x="4090" y="3737"/>
                    </a:cubicBezTo>
                    <a:cubicBezTo>
                      <a:pt x="4077" y="3762"/>
                      <a:pt x="4049" y="3788"/>
                      <a:pt x="4036" y="3800"/>
                    </a:cubicBezTo>
                    <a:cubicBezTo>
                      <a:pt x="3879" y="4036"/>
                      <a:pt x="3800" y="4288"/>
                      <a:pt x="3775" y="4508"/>
                    </a:cubicBezTo>
                    <a:cubicBezTo>
                      <a:pt x="3564" y="4391"/>
                      <a:pt x="3341" y="4366"/>
                      <a:pt x="3118" y="4429"/>
                    </a:cubicBezTo>
                    <a:cubicBezTo>
                      <a:pt x="2882" y="4524"/>
                      <a:pt x="2712" y="4731"/>
                      <a:pt x="2633" y="499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3120004" y="1394137"/>
                <a:ext cx="138300" cy="165906"/>
              </a:xfrm>
              <a:custGeom>
                <a:rect b="b" l="l" r="r" t="t"/>
                <a:pathLst>
                  <a:path extrusionOk="0" h="2488" w="2074">
                    <a:moveTo>
                      <a:pt x="1680" y="2252"/>
                    </a:moveTo>
                    <a:cubicBezTo>
                      <a:pt x="2058" y="2016"/>
                      <a:pt x="2073" y="1362"/>
                      <a:pt x="1718" y="811"/>
                    </a:cubicBezTo>
                    <a:cubicBezTo>
                      <a:pt x="1366" y="248"/>
                      <a:pt x="774" y="0"/>
                      <a:pt x="394" y="236"/>
                    </a:cubicBezTo>
                    <a:cubicBezTo>
                      <a:pt x="29" y="472"/>
                      <a:pt x="1" y="1113"/>
                      <a:pt x="356" y="1676"/>
                    </a:cubicBezTo>
                    <a:cubicBezTo>
                      <a:pt x="708" y="2227"/>
                      <a:pt x="1300" y="2488"/>
                      <a:pt x="1680" y="2252"/>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8"/>
              <p:cNvSpPr/>
              <p:nvPr/>
            </p:nvSpPr>
            <p:spPr>
              <a:xfrm>
                <a:off x="3912802" y="1778567"/>
                <a:ext cx="133632" cy="174775"/>
              </a:xfrm>
              <a:custGeom>
                <a:rect b="b" l="l" r="r" t="t"/>
                <a:pathLst>
                  <a:path extrusionOk="0" h="2621" w="2004">
                    <a:moveTo>
                      <a:pt x="79" y="1205"/>
                    </a:moveTo>
                    <a:cubicBezTo>
                      <a:pt x="0" y="1900"/>
                      <a:pt x="353" y="2504"/>
                      <a:pt x="853" y="2570"/>
                    </a:cubicBezTo>
                    <a:cubicBezTo>
                      <a:pt x="1362" y="2620"/>
                      <a:pt x="1847" y="2111"/>
                      <a:pt x="1925" y="1428"/>
                    </a:cubicBezTo>
                    <a:cubicBezTo>
                      <a:pt x="2004" y="733"/>
                      <a:pt x="1664" y="117"/>
                      <a:pt x="1151" y="66"/>
                    </a:cubicBezTo>
                    <a:cubicBezTo>
                      <a:pt x="642" y="0"/>
                      <a:pt x="170" y="510"/>
                      <a:pt x="79" y="120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3288646" y="1628996"/>
                <a:ext cx="139100" cy="176642"/>
              </a:xfrm>
              <a:custGeom>
                <a:rect b="b" l="l" r="r" t="t"/>
                <a:pathLst>
                  <a:path extrusionOk="0" h="2649" w="2086">
                    <a:moveTo>
                      <a:pt x="1626" y="2438"/>
                    </a:moveTo>
                    <a:cubicBezTo>
                      <a:pt x="2020" y="2231"/>
                      <a:pt x="2086" y="1561"/>
                      <a:pt x="1759" y="944"/>
                    </a:cubicBezTo>
                    <a:cubicBezTo>
                      <a:pt x="1431" y="331"/>
                      <a:pt x="840" y="1"/>
                      <a:pt x="447" y="211"/>
                    </a:cubicBezTo>
                    <a:cubicBezTo>
                      <a:pt x="54" y="422"/>
                      <a:pt x="0" y="1089"/>
                      <a:pt x="331" y="1705"/>
                    </a:cubicBezTo>
                    <a:cubicBezTo>
                      <a:pt x="658" y="2322"/>
                      <a:pt x="1233" y="2649"/>
                      <a:pt x="1626" y="243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8"/>
              <p:cNvSpPr/>
              <p:nvPr/>
            </p:nvSpPr>
            <p:spPr>
              <a:xfrm>
                <a:off x="3111402" y="1595854"/>
                <a:ext cx="141634" cy="107692"/>
              </a:xfrm>
              <a:custGeom>
                <a:rect b="b" l="l" r="r" t="t"/>
                <a:pathLst>
                  <a:path extrusionOk="0" h="1615" w="2124">
                    <a:moveTo>
                      <a:pt x="969" y="1561"/>
                    </a:moveTo>
                    <a:cubicBezTo>
                      <a:pt x="1532" y="1614"/>
                      <a:pt x="2029" y="1337"/>
                      <a:pt x="2070" y="919"/>
                    </a:cubicBezTo>
                    <a:cubicBezTo>
                      <a:pt x="2124" y="513"/>
                      <a:pt x="1702" y="133"/>
                      <a:pt x="1139" y="67"/>
                    </a:cubicBezTo>
                    <a:cubicBezTo>
                      <a:pt x="576" y="1"/>
                      <a:pt x="92" y="290"/>
                      <a:pt x="38" y="696"/>
                    </a:cubicBezTo>
                    <a:cubicBezTo>
                      <a:pt x="1" y="1114"/>
                      <a:pt x="419" y="1495"/>
                      <a:pt x="969" y="15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3256372" y="1413208"/>
                <a:ext cx="170574" cy="192379"/>
              </a:xfrm>
              <a:custGeom>
                <a:rect b="b" l="l" r="r" t="t"/>
                <a:pathLst>
                  <a:path extrusionOk="0" h="2885" w="2558">
                    <a:moveTo>
                      <a:pt x="2136" y="327"/>
                    </a:moveTo>
                    <a:cubicBezTo>
                      <a:pt x="1717" y="0"/>
                      <a:pt x="1299" y="434"/>
                      <a:pt x="827" y="1051"/>
                    </a:cubicBezTo>
                    <a:cubicBezTo>
                      <a:pt x="343" y="1664"/>
                      <a:pt x="0" y="2230"/>
                      <a:pt x="421" y="2557"/>
                    </a:cubicBezTo>
                    <a:cubicBezTo>
                      <a:pt x="840" y="2884"/>
                      <a:pt x="1560" y="2648"/>
                      <a:pt x="2032" y="2032"/>
                    </a:cubicBezTo>
                    <a:cubicBezTo>
                      <a:pt x="2516" y="1416"/>
                      <a:pt x="2557" y="642"/>
                      <a:pt x="2136" y="32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8"/>
              <p:cNvSpPr/>
              <p:nvPr/>
            </p:nvSpPr>
            <p:spPr>
              <a:xfrm>
                <a:off x="3635840" y="1588802"/>
                <a:ext cx="140633" cy="143767"/>
              </a:xfrm>
              <a:custGeom>
                <a:rect b="b" l="l" r="r" t="t"/>
                <a:pathLst>
                  <a:path extrusionOk="0" h="2156" w="2109">
                    <a:moveTo>
                      <a:pt x="1337" y="0"/>
                    </a:moveTo>
                    <a:cubicBezTo>
                      <a:pt x="1004" y="0"/>
                      <a:pt x="626" y="223"/>
                      <a:pt x="366" y="604"/>
                    </a:cubicBezTo>
                    <a:cubicBezTo>
                      <a:pt x="1" y="1129"/>
                      <a:pt x="13" y="1783"/>
                      <a:pt x="394" y="2044"/>
                    </a:cubicBezTo>
                    <a:cubicBezTo>
                      <a:pt x="502" y="2120"/>
                      <a:pt x="629" y="2155"/>
                      <a:pt x="764" y="2155"/>
                    </a:cubicBezTo>
                    <a:cubicBezTo>
                      <a:pt x="1102" y="2155"/>
                      <a:pt x="1489" y="1932"/>
                      <a:pt x="1743" y="1547"/>
                    </a:cubicBezTo>
                    <a:cubicBezTo>
                      <a:pt x="2108" y="1022"/>
                      <a:pt x="2096" y="380"/>
                      <a:pt x="1715" y="119"/>
                    </a:cubicBezTo>
                    <a:cubicBezTo>
                      <a:pt x="1604" y="38"/>
                      <a:pt x="1475" y="0"/>
                      <a:pt x="133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3503740" y="1449900"/>
                <a:ext cx="115427" cy="155570"/>
              </a:xfrm>
              <a:custGeom>
                <a:rect b="b" l="l" r="r" t="t"/>
                <a:pathLst>
                  <a:path extrusionOk="0" h="2333" w="1731">
                    <a:moveTo>
                      <a:pt x="845" y="1"/>
                    </a:moveTo>
                    <a:cubicBezTo>
                      <a:pt x="839" y="1"/>
                      <a:pt x="833" y="1"/>
                      <a:pt x="827" y="1"/>
                    </a:cubicBezTo>
                    <a:cubicBezTo>
                      <a:pt x="368" y="13"/>
                      <a:pt x="0" y="551"/>
                      <a:pt x="29" y="1193"/>
                    </a:cubicBezTo>
                    <a:cubicBezTo>
                      <a:pt x="53" y="1830"/>
                      <a:pt x="426" y="2333"/>
                      <a:pt x="870" y="2333"/>
                    </a:cubicBezTo>
                    <a:cubicBezTo>
                      <a:pt x="882" y="2333"/>
                      <a:pt x="894" y="2332"/>
                      <a:pt x="906" y="2331"/>
                    </a:cubicBezTo>
                    <a:cubicBezTo>
                      <a:pt x="1378" y="2319"/>
                      <a:pt x="1730" y="1781"/>
                      <a:pt x="1705" y="1139"/>
                    </a:cubicBezTo>
                    <a:cubicBezTo>
                      <a:pt x="1680" y="493"/>
                      <a:pt x="1296" y="1"/>
                      <a:pt x="845"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8"/>
              <p:cNvSpPr/>
              <p:nvPr/>
            </p:nvSpPr>
            <p:spPr>
              <a:xfrm>
                <a:off x="3451260" y="1664087"/>
                <a:ext cx="135566" cy="151303"/>
              </a:xfrm>
              <a:custGeom>
                <a:rect b="b" l="l" r="r" t="t"/>
                <a:pathLst>
                  <a:path extrusionOk="0" h="2269" w="2033">
                    <a:moveTo>
                      <a:pt x="819" y="1"/>
                    </a:moveTo>
                    <a:cubicBezTo>
                      <a:pt x="746" y="1"/>
                      <a:pt x="674" y="13"/>
                      <a:pt x="605" y="38"/>
                    </a:cubicBezTo>
                    <a:cubicBezTo>
                      <a:pt x="174" y="208"/>
                      <a:pt x="1" y="824"/>
                      <a:pt x="237" y="1428"/>
                    </a:cubicBezTo>
                    <a:cubicBezTo>
                      <a:pt x="423" y="1929"/>
                      <a:pt x="828" y="2268"/>
                      <a:pt x="1210" y="2268"/>
                    </a:cubicBezTo>
                    <a:cubicBezTo>
                      <a:pt x="1285" y="2268"/>
                      <a:pt x="1360" y="2255"/>
                      <a:pt x="1432" y="2227"/>
                    </a:cubicBezTo>
                    <a:cubicBezTo>
                      <a:pt x="1863" y="2057"/>
                      <a:pt x="2033" y="1441"/>
                      <a:pt x="1797" y="837"/>
                    </a:cubicBezTo>
                    <a:cubicBezTo>
                      <a:pt x="1609" y="332"/>
                      <a:pt x="1202" y="1"/>
                      <a:pt x="819"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a:off x="3851695" y="1522251"/>
                <a:ext cx="135566" cy="151303"/>
              </a:xfrm>
              <a:custGeom>
                <a:rect b="b" l="l" r="r" t="t"/>
                <a:pathLst>
                  <a:path extrusionOk="0" h="2269" w="2033">
                    <a:moveTo>
                      <a:pt x="823" y="0"/>
                    </a:moveTo>
                    <a:cubicBezTo>
                      <a:pt x="748" y="0"/>
                      <a:pt x="673" y="14"/>
                      <a:pt x="601" y="42"/>
                    </a:cubicBezTo>
                    <a:cubicBezTo>
                      <a:pt x="157" y="199"/>
                      <a:pt x="0" y="828"/>
                      <a:pt x="224" y="1432"/>
                    </a:cubicBezTo>
                    <a:cubicBezTo>
                      <a:pt x="422" y="1937"/>
                      <a:pt x="831" y="2268"/>
                      <a:pt x="1214" y="2268"/>
                    </a:cubicBezTo>
                    <a:cubicBezTo>
                      <a:pt x="1287" y="2268"/>
                      <a:pt x="1359" y="2256"/>
                      <a:pt x="1428" y="2231"/>
                    </a:cubicBezTo>
                    <a:cubicBezTo>
                      <a:pt x="1859" y="2061"/>
                      <a:pt x="2032" y="1445"/>
                      <a:pt x="1796" y="841"/>
                    </a:cubicBezTo>
                    <a:cubicBezTo>
                      <a:pt x="1610" y="339"/>
                      <a:pt x="1205" y="0"/>
                      <a:pt x="82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8"/>
              <p:cNvSpPr/>
              <p:nvPr/>
            </p:nvSpPr>
            <p:spPr>
              <a:xfrm>
                <a:off x="3715327" y="1439164"/>
                <a:ext cx="134499" cy="151303"/>
              </a:xfrm>
              <a:custGeom>
                <a:rect b="b" l="l" r="r" t="t"/>
                <a:pathLst>
                  <a:path extrusionOk="0" h="2269" w="2017">
                    <a:moveTo>
                      <a:pt x="811" y="1"/>
                    </a:moveTo>
                    <a:cubicBezTo>
                      <a:pt x="736" y="1"/>
                      <a:pt x="661" y="14"/>
                      <a:pt x="589" y="42"/>
                    </a:cubicBezTo>
                    <a:cubicBezTo>
                      <a:pt x="158" y="212"/>
                      <a:pt x="1" y="829"/>
                      <a:pt x="224" y="1432"/>
                    </a:cubicBezTo>
                    <a:cubicBezTo>
                      <a:pt x="422" y="1939"/>
                      <a:pt x="830" y="2269"/>
                      <a:pt x="1213" y="2269"/>
                    </a:cubicBezTo>
                    <a:cubicBezTo>
                      <a:pt x="1287" y="2269"/>
                      <a:pt x="1359" y="2257"/>
                      <a:pt x="1429" y="2231"/>
                    </a:cubicBezTo>
                    <a:cubicBezTo>
                      <a:pt x="1860" y="2061"/>
                      <a:pt x="2017" y="1445"/>
                      <a:pt x="1797" y="841"/>
                    </a:cubicBezTo>
                    <a:cubicBezTo>
                      <a:pt x="1600" y="340"/>
                      <a:pt x="1193" y="1"/>
                      <a:pt x="81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a:off x="3757271" y="1827128"/>
                <a:ext cx="135566" cy="151369"/>
              </a:xfrm>
              <a:custGeom>
                <a:rect b="b" l="l" r="r" t="t"/>
                <a:pathLst>
                  <a:path extrusionOk="0" h="2270" w="2033">
                    <a:moveTo>
                      <a:pt x="828" y="1"/>
                    </a:moveTo>
                    <a:cubicBezTo>
                      <a:pt x="751" y="1"/>
                      <a:pt x="675" y="14"/>
                      <a:pt x="602" y="43"/>
                    </a:cubicBezTo>
                    <a:cubicBezTo>
                      <a:pt x="171" y="200"/>
                      <a:pt x="1" y="829"/>
                      <a:pt x="237" y="1433"/>
                    </a:cubicBezTo>
                    <a:cubicBezTo>
                      <a:pt x="424" y="1940"/>
                      <a:pt x="831" y="2269"/>
                      <a:pt x="1213" y="2269"/>
                    </a:cubicBezTo>
                    <a:cubicBezTo>
                      <a:pt x="1287" y="2269"/>
                      <a:pt x="1359" y="2257"/>
                      <a:pt x="1429" y="2232"/>
                    </a:cubicBezTo>
                    <a:cubicBezTo>
                      <a:pt x="1860" y="2062"/>
                      <a:pt x="2033" y="1446"/>
                      <a:pt x="1797" y="842"/>
                    </a:cubicBezTo>
                    <a:cubicBezTo>
                      <a:pt x="1611" y="332"/>
                      <a:pt x="1208" y="1"/>
                      <a:pt x="82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8"/>
              <p:cNvSpPr/>
              <p:nvPr/>
            </p:nvSpPr>
            <p:spPr>
              <a:xfrm>
                <a:off x="3079033" y="1423960"/>
                <a:ext cx="138233" cy="146435"/>
              </a:xfrm>
              <a:custGeom>
                <a:rect b="b" l="l" r="r" t="t"/>
                <a:pathLst>
                  <a:path extrusionOk="0" h="2196" w="2073">
                    <a:moveTo>
                      <a:pt x="712" y="1"/>
                    </a:moveTo>
                    <a:cubicBezTo>
                      <a:pt x="597" y="1"/>
                      <a:pt x="489" y="29"/>
                      <a:pt x="393" y="88"/>
                    </a:cubicBezTo>
                    <a:cubicBezTo>
                      <a:pt x="16" y="336"/>
                      <a:pt x="0" y="978"/>
                      <a:pt x="356" y="1528"/>
                    </a:cubicBezTo>
                    <a:cubicBezTo>
                      <a:pt x="619" y="1949"/>
                      <a:pt x="1015" y="2195"/>
                      <a:pt x="1357" y="2195"/>
                    </a:cubicBezTo>
                    <a:cubicBezTo>
                      <a:pt x="1473" y="2195"/>
                      <a:pt x="1583" y="2167"/>
                      <a:pt x="1680" y="2107"/>
                    </a:cubicBezTo>
                    <a:cubicBezTo>
                      <a:pt x="2045" y="1871"/>
                      <a:pt x="2073" y="1226"/>
                      <a:pt x="1718" y="663"/>
                    </a:cubicBezTo>
                    <a:cubicBezTo>
                      <a:pt x="1453" y="251"/>
                      <a:pt x="1055" y="1"/>
                      <a:pt x="71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3109641" y="1441098"/>
                <a:ext cx="73484" cy="108492"/>
              </a:xfrm>
              <a:custGeom>
                <a:rect b="b" l="l" r="r" t="t"/>
                <a:pathLst>
                  <a:path extrusionOk="0" h="1627" w="1102">
                    <a:moveTo>
                      <a:pt x="41" y="1"/>
                    </a:moveTo>
                    <a:cubicBezTo>
                      <a:pt x="54" y="1"/>
                      <a:pt x="54" y="54"/>
                      <a:pt x="66" y="120"/>
                    </a:cubicBezTo>
                    <a:cubicBezTo>
                      <a:pt x="79" y="199"/>
                      <a:pt x="107" y="303"/>
                      <a:pt x="158" y="406"/>
                    </a:cubicBezTo>
                    <a:cubicBezTo>
                      <a:pt x="211" y="513"/>
                      <a:pt x="290" y="605"/>
                      <a:pt x="394" y="683"/>
                    </a:cubicBezTo>
                    <a:cubicBezTo>
                      <a:pt x="485" y="762"/>
                      <a:pt x="604" y="800"/>
                      <a:pt x="708" y="866"/>
                    </a:cubicBezTo>
                    <a:cubicBezTo>
                      <a:pt x="815" y="919"/>
                      <a:pt x="919" y="998"/>
                      <a:pt x="997" y="1102"/>
                    </a:cubicBezTo>
                    <a:cubicBezTo>
                      <a:pt x="1035" y="1155"/>
                      <a:pt x="1064" y="1205"/>
                      <a:pt x="1076" y="1259"/>
                    </a:cubicBezTo>
                    <a:cubicBezTo>
                      <a:pt x="1089" y="1325"/>
                      <a:pt x="1101" y="1378"/>
                      <a:pt x="1089" y="1416"/>
                    </a:cubicBezTo>
                    <a:cubicBezTo>
                      <a:pt x="1076" y="1507"/>
                      <a:pt x="1023" y="1573"/>
                      <a:pt x="985" y="1598"/>
                    </a:cubicBezTo>
                    <a:cubicBezTo>
                      <a:pt x="944" y="1627"/>
                      <a:pt x="919" y="1614"/>
                      <a:pt x="906" y="1598"/>
                    </a:cubicBezTo>
                    <a:cubicBezTo>
                      <a:pt x="894" y="1573"/>
                      <a:pt x="957" y="1520"/>
                      <a:pt x="944" y="1403"/>
                    </a:cubicBezTo>
                    <a:cubicBezTo>
                      <a:pt x="944" y="1337"/>
                      <a:pt x="919" y="1284"/>
                      <a:pt x="865" y="1221"/>
                    </a:cubicBezTo>
                    <a:cubicBezTo>
                      <a:pt x="815" y="1155"/>
                      <a:pt x="736" y="1089"/>
                      <a:pt x="629" y="1035"/>
                    </a:cubicBezTo>
                    <a:cubicBezTo>
                      <a:pt x="538" y="985"/>
                      <a:pt x="406" y="919"/>
                      <a:pt x="290" y="812"/>
                    </a:cubicBezTo>
                    <a:cubicBezTo>
                      <a:pt x="170" y="708"/>
                      <a:pt x="92" y="576"/>
                      <a:pt x="54" y="447"/>
                    </a:cubicBezTo>
                    <a:cubicBezTo>
                      <a:pt x="0" y="315"/>
                      <a:pt x="0" y="199"/>
                      <a:pt x="0" y="120"/>
                    </a:cubicBezTo>
                    <a:cubicBezTo>
                      <a:pt x="13" y="42"/>
                      <a:pt x="29" y="1"/>
                      <a:pt x="41"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8"/>
              <p:cNvSpPr/>
              <p:nvPr/>
            </p:nvSpPr>
            <p:spPr>
              <a:xfrm>
                <a:off x="3894439" y="1802656"/>
                <a:ext cx="133698" cy="167640"/>
              </a:xfrm>
              <a:custGeom>
                <a:rect b="b" l="l" r="r" t="t"/>
                <a:pathLst>
                  <a:path extrusionOk="0" h="2514" w="2005">
                    <a:moveTo>
                      <a:pt x="1082" y="0"/>
                    </a:moveTo>
                    <a:cubicBezTo>
                      <a:pt x="597" y="0"/>
                      <a:pt x="154" y="496"/>
                      <a:pt x="79" y="1146"/>
                    </a:cubicBezTo>
                    <a:cubicBezTo>
                      <a:pt x="1" y="1838"/>
                      <a:pt x="341" y="2454"/>
                      <a:pt x="853" y="2508"/>
                    </a:cubicBezTo>
                    <a:cubicBezTo>
                      <a:pt x="883" y="2512"/>
                      <a:pt x="912" y="2513"/>
                      <a:pt x="942" y="2513"/>
                    </a:cubicBezTo>
                    <a:cubicBezTo>
                      <a:pt x="1418" y="2513"/>
                      <a:pt x="1852" y="2021"/>
                      <a:pt x="1926" y="1366"/>
                    </a:cubicBezTo>
                    <a:cubicBezTo>
                      <a:pt x="2004" y="674"/>
                      <a:pt x="1665" y="70"/>
                      <a:pt x="1155" y="4"/>
                    </a:cubicBezTo>
                    <a:cubicBezTo>
                      <a:pt x="1131" y="2"/>
                      <a:pt x="1106" y="0"/>
                      <a:pt x="1082"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a:off x="3943318" y="1816126"/>
                <a:ext cx="31541" cy="130098"/>
              </a:xfrm>
              <a:custGeom>
                <a:rect b="b" l="l" r="r" t="t"/>
                <a:pathLst>
                  <a:path extrusionOk="0" h="1951" w="473">
                    <a:moveTo>
                      <a:pt x="394" y="0"/>
                    </a:moveTo>
                    <a:cubicBezTo>
                      <a:pt x="394" y="13"/>
                      <a:pt x="369" y="51"/>
                      <a:pt x="328" y="129"/>
                    </a:cubicBezTo>
                    <a:cubicBezTo>
                      <a:pt x="290" y="195"/>
                      <a:pt x="237" y="299"/>
                      <a:pt x="211" y="419"/>
                    </a:cubicBezTo>
                    <a:cubicBezTo>
                      <a:pt x="186" y="535"/>
                      <a:pt x="186" y="680"/>
                      <a:pt x="211" y="799"/>
                    </a:cubicBezTo>
                    <a:cubicBezTo>
                      <a:pt x="249" y="916"/>
                      <a:pt x="328" y="1048"/>
                      <a:pt x="381" y="1164"/>
                    </a:cubicBezTo>
                    <a:cubicBezTo>
                      <a:pt x="435" y="1284"/>
                      <a:pt x="472" y="1416"/>
                      <a:pt x="460" y="1545"/>
                    </a:cubicBezTo>
                    <a:cubicBezTo>
                      <a:pt x="460" y="1623"/>
                      <a:pt x="447" y="1677"/>
                      <a:pt x="422" y="1743"/>
                    </a:cubicBezTo>
                    <a:cubicBezTo>
                      <a:pt x="394" y="1793"/>
                      <a:pt x="356" y="1834"/>
                      <a:pt x="315" y="1872"/>
                    </a:cubicBezTo>
                    <a:cubicBezTo>
                      <a:pt x="237" y="1938"/>
                      <a:pt x="158" y="1950"/>
                      <a:pt x="92" y="1950"/>
                    </a:cubicBezTo>
                    <a:cubicBezTo>
                      <a:pt x="42" y="1938"/>
                      <a:pt x="13" y="1913"/>
                      <a:pt x="29" y="1900"/>
                    </a:cubicBezTo>
                    <a:cubicBezTo>
                      <a:pt x="29" y="1872"/>
                      <a:pt x="120" y="1872"/>
                      <a:pt x="199" y="1768"/>
                    </a:cubicBezTo>
                    <a:cubicBezTo>
                      <a:pt x="237" y="1714"/>
                      <a:pt x="265" y="1652"/>
                      <a:pt x="265" y="1557"/>
                    </a:cubicBezTo>
                    <a:cubicBezTo>
                      <a:pt x="265" y="1466"/>
                      <a:pt x="237" y="1362"/>
                      <a:pt x="186" y="1258"/>
                    </a:cubicBezTo>
                    <a:cubicBezTo>
                      <a:pt x="133" y="1139"/>
                      <a:pt x="67" y="1007"/>
                      <a:pt x="29" y="837"/>
                    </a:cubicBezTo>
                    <a:cubicBezTo>
                      <a:pt x="1" y="680"/>
                      <a:pt x="29" y="510"/>
                      <a:pt x="79" y="378"/>
                    </a:cubicBezTo>
                    <a:cubicBezTo>
                      <a:pt x="133" y="249"/>
                      <a:pt x="211" y="142"/>
                      <a:pt x="277" y="79"/>
                    </a:cubicBezTo>
                    <a:cubicBezTo>
                      <a:pt x="344" y="25"/>
                      <a:pt x="381" y="0"/>
                      <a:pt x="394"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8"/>
              <p:cNvSpPr/>
              <p:nvPr/>
            </p:nvSpPr>
            <p:spPr>
              <a:xfrm>
                <a:off x="3246809" y="1658819"/>
                <a:ext cx="139100" cy="157104"/>
              </a:xfrm>
              <a:custGeom>
                <a:rect b="b" l="l" r="r" t="t"/>
                <a:pathLst>
                  <a:path extrusionOk="0" h="2356" w="2086">
                    <a:moveTo>
                      <a:pt x="721" y="1"/>
                    </a:moveTo>
                    <a:cubicBezTo>
                      <a:pt x="628" y="1"/>
                      <a:pt x="540" y="21"/>
                      <a:pt x="460" y="63"/>
                    </a:cubicBezTo>
                    <a:cubicBezTo>
                      <a:pt x="66" y="274"/>
                      <a:pt x="0" y="944"/>
                      <a:pt x="331" y="1557"/>
                    </a:cubicBezTo>
                    <a:cubicBezTo>
                      <a:pt x="591" y="2048"/>
                      <a:pt x="1017" y="2356"/>
                      <a:pt x="1378" y="2356"/>
                    </a:cubicBezTo>
                    <a:cubicBezTo>
                      <a:pt x="1471" y="2356"/>
                      <a:pt x="1559" y="2336"/>
                      <a:pt x="1639" y="2293"/>
                    </a:cubicBezTo>
                    <a:cubicBezTo>
                      <a:pt x="2032" y="2083"/>
                      <a:pt x="2086" y="1416"/>
                      <a:pt x="1771" y="799"/>
                    </a:cubicBezTo>
                    <a:cubicBezTo>
                      <a:pt x="1511" y="308"/>
                      <a:pt x="1083" y="1"/>
                      <a:pt x="72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3268814" y="1674557"/>
                <a:ext cx="82086" cy="125897"/>
              </a:xfrm>
              <a:custGeom>
                <a:rect b="b" l="l" r="r" t="t"/>
                <a:pathLst>
                  <a:path extrusionOk="0" h="1888" w="1231">
                    <a:moveTo>
                      <a:pt x="1230" y="1872"/>
                    </a:moveTo>
                    <a:cubicBezTo>
                      <a:pt x="1230" y="1887"/>
                      <a:pt x="1164" y="1887"/>
                      <a:pt x="1073" y="1859"/>
                    </a:cubicBezTo>
                    <a:cubicBezTo>
                      <a:pt x="982" y="1834"/>
                      <a:pt x="850" y="1780"/>
                      <a:pt x="733" y="1664"/>
                    </a:cubicBezTo>
                    <a:cubicBezTo>
                      <a:pt x="680" y="1598"/>
                      <a:pt x="630" y="1532"/>
                      <a:pt x="589" y="1453"/>
                    </a:cubicBezTo>
                    <a:cubicBezTo>
                      <a:pt x="564" y="1416"/>
                      <a:pt x="551" y="1362"/>
                      <a:pt x="535" y="1309"/>
                    </a:cubicBezTo>
                    <a:cubicBezTo>
                      <a:pt x="535" y="1243"/>
                      <a:pt x="551" y="1192"/>
                      <a:pt x="564" y="1151"/>
                    </a:cubicBezTo>
                    <a:cubicBezTo>
                      <a:pt x="576" y="1114"/>
                      <a:pt x="589" y="1073"/>
                      <a:pt x="589" y="1035"/>
                    </a:cubicBezTo>
                    <a:cubicBezTo>
                      <a:pt x="601" y="1007"/>
                      <a:pt x="601" y="969"/>
                      <a:pt x="601" y="928"/>
                    </a:cubicBezTo>
                    <a:cubicBezTo>
                      <a:pt x="601" y="865"/>
                      <a:pt x="601" y="799"/>
                      <a:pt x="589" y="733"/>
                    </a:cubicBezTo>
                    <a:cubicBezTo>
                      <a:pt x="551" y="485"/>
                      <a:pt x="394" y="299"/>
                      <a:pt x="249" y="195"/>
                    </a:cubicBezTo>
                    <a:cubicBezTo>
                      <a:pt x="117" y="92"/>
                      <a:pt x="1" y="51"/>
                      <a:pt x="13" y="25"/>
                    </a:cubicBezTo>
                    <a:cubicBezTo>
                      <a:pt x="13" y="0"/>
                      <a:pt x="38" y="0"/>
                      <a:pt x="104" y="0"/>
                    </a:cubicBezTo>
                    <a:cubicBezTo>
                      <a:pt x="158" y="0"/>
                      <a:pt x="237" y="13"/>
                      <a:pt x="328" y="63"/>
                    </a:cubicBezTo>
                    <a:cubicBezTo>
                      <a:pt x="419" y="104"/>
                      <a:pt x="523" y="170"/>
                      <a:pt x="614" y="287"/>
                    </a:cubicBezTo>
                    <a:cubicBezTo>
                      <a:pt x="693" y="393"/>
                      <a:pt x="771" y="535"/>
                      <a:pt x="800" y="692"/>
                    </a:cubicBezTo>
                    <a:cubicBezTo>
                      <a:pt x="812" y="771"/>
                      <a:pt x="825" y="865"/>
                      <a:pt x="812" y="944"/>
                    </a:cubicBezTo>
                    <a:cubicBezTo>
                      <a:pt x="812" y="994"/>
                      <a:pt x="800" y="1035"/>
                      <a:pt x="787" y="1085"/>
                    </a:cubicBezTo>
                    <a:cubicBezTo>
                      <a:pt x="771" y="1126"/>
                      <a:pt x="759" y="1180"/>
                      <a:pt x="746" y="1205"/>
                    </a:cubicBezTo>
                    <a:cubicBezTo>
                      <a:pt x="733" y="1243"/>
                      <a:pt x="721" y="1271"/>
                      <a:pt x="721" y="1296"/>
                    </a:cubicBezTo>
                    <a:cubicBezTo>
                      <a:pt x="721" y="1321"/>
                      <a:pt x="721" y="1350"/>
                      <a:pt x="733" y="1387"/>
                    </a:cubicBezTo>
                    <a:cubicBezTo>
                      <a:pt x="759" y="1453"/>
                      <a:pt x="800" y="1519"/>
                      <a:pt x="837" y="1573"/>
                    </a:cubicBezTo>
                    <a:cubicBezTo>
                      <a:pt x="916" y="1677"/>
                      <a:pt x="1023" y="1755"/>
                      <a:pt x="1101" y="1793"/>
                    </a:cubicBezTo>
                    <a:cubicBezTo>
                      <a:pt x="1180" y="1847"/>
                      <a:pt x="1230" y="1859"/>
                      <a:pt x="1230" y="1872"/>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8"/>
              <p:cNvSpPr/>
              <p:nvPr/>
            </p:nvSpPr>
            <p:spPr>
              <a:xfrm>
                <a:off x="3070431" y="1619809"/>
                <a:ext cx="140767" cy="100757"/>
              </a:xfrm>
              <a:custGeom>
                <a:rect b="b" l="l" r="r" t="t"/>
                <a:pathLst>
                  <a:path extrusionOk="0" h="1511" w="2111">
                    <a:moveTo>
                      <a:pt x="1006" y="1"/>
                    </a:moveTo>
                    <a:cubicBezTo>
                      <a:pt x="502" y="1"/>
                      <a:pt x="87" y="263"/>
                      <a:pt x="38" y="648"/>
                    </a:cubicBezTo>
                    <a:cubicBezTo>
                      <a:pt x="0" y="1057"/>
                      <a:pt x="419" y="1435"/>
                      <a:pt x="969" y="1501"/>
                    </a:cubicBezTo>
                    <a:cubicBezTo>
                      <a:pt x="1023" y="1507"/>
                      <a:pt x="1076" y="1510"/>
                      <a:pt x="1129" y="1510"/>
                    </a:cubicBezTo>
                    <a:cubicBezTo>
                      <a:pt x="1621" y="1510"/>
                      <a:pt x="2021" y="1238"/>
                      <a:pt x="2070" y="872"/>
                    </a:cubicBezTo>
                    <a:cubicBezTo>
                      <a:pt x="2111" y="453"/>
                      <a:pt x="1702" y="73"/>
                      <a:pt x="1139" y="7"/>
                    </a:cubicBezTo>
                    <a:cubicBezTo>
                      <a:pt x="1094" y="3"/>
                      <a:pt x="1050" y="1"/>
                      <a:pt x="100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3083434" y="1650817"/>
                <a:ext cx="113694" cy="39543"/>
              </a:xfrm>
              <a:custGeom>
                <a:rect b="b" l="l" r="r" t="t"/>
                <a:pathLst>
                  <a:path extrusionOk="0" h="593" w="1705">
                    <a:moveTo>
                      <a:pt x="0" y="133"/>
                    </a:moveTo>
                    <a:cubicBezTo>
                      <a:pt x="13" y="133"/>
                      <a:pt x="54" y="158"/>
                      <a:pt x="107" y="212"/>
                    </a:cubicBezTo>
                    <a:cubicBezTo>
                      <a:pt x="158" y="249"/>
                      <a:pt x="236" y="315"/>
                      <a:pt x="343" y="356"/>
                    </a:cubicBezTo>
                    <a:cubicBezTo>
                      <a:pt x="434" y="394"/>
                      <a:pt x="551" y="407"/>
                      <a:pt x="642" y="369"/>
                    </a:cubicBezTo>
                    <a:cubicBezTo>
                      <a:pt x="695" y="341"/>
                      <a:pt x="721" y="315"/>
                      <a:pt x="761" y="278"/>
                    </a:cubicBezTo>
                    <a:cubicBezTo>
                      <a:pt x="799" y="224"/>
                      <a:pt x="853" y="171"/>
                      <a:pt x="906" y="146"/>
                    </a:cubicBezTo>
                    <a:cubicBezTo>
                      <a:pt x="1022" y="67"/>
                      <a:pt x="1142" y="26"/>
                      <a:pt x="1246" y="13"/>
                    </a:cubicBezTo>
                    <a:cubicBezTo>
                      <a:pt x="1312" y="1"/>
                      <a:pt x="1350" y="1"/>
                      <a:pt x="1403" y="13"/>
                    </a:cubicBezTo>
                    <a:cubicBezTo>
                      <a:pt x="1469" y="13"/>
                      <a:pt x="1507" y="26"/>
                      <a:pt x="1548" y="54"/>
                    </a:cubicBezTo>
                    <a:cubicBezTo>
                      <a:pt x="1626" y="92"/>
                      <a:pt x="1680" y="158"/>
                      <a:pt x="1692" y="212"/>
                    </a:cubicBezTo>
                    <a:cubicBezTo>
                      <a:pt x="1705" y="262"/>
                      <a:pt x="1692" y="290"/>
                      <a:pt x="1680" y="290"/>
                    </a:cubicBezTo>
                    <a:cubicBezTo>
                      <a:pt x="1652" y="290"/>
                      <a:pt x="1639" y="278"/>
                      <a:pt x="1614" y="249"/>
                    </a:cubicBezTo>
                    <a:cubicBezTo>
                      <a:pt x="1585" y="237"/>
                      <a:pt x="1560" y="212"/>
                      <a:pt x="1494" y="199"/>
                    </a:cubicBezTo>
                    <a:cubicBezTo>
                      <a:pt x="1444" y="183"/>
                      <a:pt x="1378" y="183"/>
                      <a:pt x="1287" y="212"/>
                    </a:cubicBezTo>
                    <a:cubicBezTo>
                      <a:pt x="1208" y="224"/>
                      <a:pt x="1114" y="262"/>
                      <a:pt x="1035" y="315"/>
                    </a:cubicBezTo>
                    <a:cubicBezTo>
                      <a:pt x="997" y="341"/>
                      <a:pt x="956" y="369"/>
                      <a:pt x="906" y="419"/>
                    </a:cubicBezTo>
                    <a:cubicBezTo>
                      <a:pt x="878" y="448"/>
                      <a:pt x="853" y="460"/>
                      <a:pt x="827" y="485"/>
                    </a:cubicBezTo>
                    <a:cubicBezTo>
                      <a:pt x="787" y="514"/>
                      <a:pt x="749" y="526"/>
                      <a:pt x="708" y="539"/>
                    </a:cubicBezTo>
                    <a:cubicBezTo>
                      <a:pt x="551" y="592"/>
                      <a:pt x="393" y="551"/>
                      <a:pt x="277" y="473"/>
                    </a:cubicBezTo>
                    <a:cubicBezTo>
                      <a:pt x="158" y="407"/>
                      <a:pt x="91" y="315"/>
                      <a:pt x="54" y="249"/>
                    </a:cubicBezTo>
                    <a:cubicBezTo>
                      <a:pt x="13" y="183"/>
                      <a:pt x="0" y="146"/>
                      <a:pt x="0" y="13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8"/>
              <p:cNvSpPr/>
              <p:nvPr/>
            </p:nvSpPr>
            <p:spPr>
              <a:xfrm>
                <a:off x="3800949" y="1426694"/>
                <a:ext cx="170574" cy="165839"/>
              </a:xfrm>
              <a:custGeom>
                <a:rect b="b" l="l" r="r" t="t"/>
                <a:pathLst>
                  <a:path extrusionOk="0" h="2487" w="2558">
                    <a:moveTo>
                      <a:pt x="1838" y="0"/>
                    </a:moveTo>
                    <a:cubicBezTo>
                      <a:pt x="1516" y="0"/>
                      <a:pt x="1187" y="363"/>
                      <a:pt x="827" y="833"/>
                    </a:cubicBezTo>
                    <a:cubicBezTo>
                      <a:pt x="340" y="1450"/>
                      <a:pt x="0" y="2013"/>
                      <a:pt x="418" y="2340"/>
                    </a:cubicBezTo>
                    <a:cubicBezTo>
                      <a:pt x="547" y="2439"/>
                      <a:pt x="703" y="2487"/>
                      <a:pt x="871" y="2487"/>
                    </a:cubicBezTo>
                    <a:cubicBezTo>
                      <a:pt x="1255" y="2487"/>
                      <a:pt x="1704" y="2239"/>
                      <a:pt x="2032" y="1802"/>
                    </a:cubicBezTo>
                    <a:cubicBezTo>
                      <a:pt x="2516" y="1185"/>
                      <a:pt x="2557" y="427"/>
                      <a:pt x="2136" y="113"/>
                    </a:cubicBezTo>
                    <a:cubicBezTo>
                      <a:pt x="2037" y="35"/>
                      <a:pt x="1937" y="0"/>
                      <a:pt x="183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
              <p:cNvSpPr/>
              <p:nvPr/>
            </p:nvSpPr>
            <p:spPr>
              <a:xfrm>
                <a:off x="3825488" y="1441098"/>
                <a:ext cx="99690" cy="120695"/>
              </a:xfrm>
              <a:custGeom>
                <a:rect b="b" l="l" r="r" t="t"/>
                <a:pathLst>
                  <a:path extrusionOk="0" h="1810" w="1495">
                    <a:moveTo>
                      <a:pt x="0" y="1797"/>
                    </a:moveTo>
                    <a:cubicBezTo>
                      <a:pt x="0" y="1784"/>
                      <a:pt x="50" y="1771"/>
                      <a:pt x="116" y="1718"/>
                    </a:cubicBezTo>
                    <a:cubicBezTo>
                      <a:pt x="195" y="1665"/>
                      <a:pt x="274" y="1586"/>
                      <a:pt x="365" y="1482"/>
                    </a:cubicBezTo>
                    <a:cubicBezTo>
                      <a:pt x="550" y="1271"/>
                      <a:pt x="745" y="1010"/>
                      <a:pt x="890" y="800"/>
                    </a:cubicBezTo>
                    <a:cubicBezTo>
                      <a:pt x="1192" y="369"/>
                      <a:pt x="1403" y="1"/>
                      <a:pt x="1466" y="26"/>
                    </a:cubicBezTo>
                    <a:cubicBezTo>
                      <a:pt x="1494" y="42"/>
                      <a:pt x="1466" y="145"/>
                      <a:pt x="1403" y="303"/>
                    </a:cubicBezTo>
                    <a:cubicBezTo>
                      <a:pt x="1337" y="472"/>
                      <a:pt x="1230" y="683"/>
                      <a:pt x="1073" y="919"/>
                    </a:cubicBezTo>
                    <a:cubicBezTo>
                      <a:pt x="915" y="1142"/>
                      <a:pt x="679" y="1403"/>
                      <a:pt x="459" y="1573"/>
                    </a:cubicBezTo>
                    <a:cubicBezTo>
                      <a:pt x="352" y="1677"/>
                      <a:pt x="236" y="1743"/>
                      <a:pt x="157" y="1784"/>
                    </a:cubicBezTo>
                    <a:cubicBezTo>
                      <a:pt x="66" y="1809"/>
                      <a:pt x="0" y="1809"/>
                      <a:pt x="0" y="1797"/>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8"/>
              <p:cNvSpPr/>
              <p:nvPr/>
            </p:nvSpPr>
            <p:spPr>
              <a:xfrm>
                <a:off x="3835958" y="1666288"/>
                <a:ext cx="167840" cy="120095"/>
              </a:xfrm>
              <a:custGeom>
                <a:rect b="b" l="l" r="r" t="t"/>
                <a:pathLst>
                  <a:path extrusionOk="0" h="1801" w="2517">
                    <a:moveTo>
                      <a:pt x="1001" y="1"/>
                    </a:moveTo>
                    <a:cubicBezTo>
                      <a:pt x="625" y="1"/>
                      <a:pt x="305" y="162"/>
                      <a:pt x="183" y="451"/>
                    </a:cubicBezTo>
                    <a:cubicBezTo>
                      <a:pt x="0" y="870"/>
                      <a:pt x="340" y="1420"/>
                      <a:pt x="931" y="1669"/>
                    </a:cubicBezTo>
                    <a:cubicBezTo>
                      <a:pt x="1136" y="1758"/>
                      <a:pt x="1343" y="1801"/>
                      <a:pt x="1535" y="1801"/>
                    </a:cubicBezTo>
                    <a:cubicBezTo>
                      <a:pt x="1907" y="1801"/>
                      <a:pt x="2219" y="1641"/>
                      <a:pt x="2331" y="1354"/>
                    </a:cubicBezTo>
                    <a:cubicBezTo>
                      <a:pt x="2517" y="923"/>
                      <a:pt x="2174" y="373"/>
                      <a:pt x="1586" y="124"/>
                    </a:cubicBezTo>
                    <a:cubicBezTo>
                      <a:pt x="1389" y="41"/>
                      <a:pt x="1188" y="1"/>
                      <a:pt x="1001"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3214534" y="1447633"/>
                <a:ext cx="171374" cy="165906"/>
              </a:xfrm>
              <a:custGeom>
                <a:rect b="b" l="l" r="r" t="t"/>
                <a:pathLst>
                  <a:path extrusionOk="0" h="2488" w="2570">
                    <a:moveTo>
                      <a:pt x="1851" y="1"/>
                    </a:moveTo>
                    <a:cubicBezTo>
                      <a:pt x="1528" y="1"/>
                      <a:pt x="1197" y="363"/>
                      <a:pt x="827" y="834"/>
                    </a:cubicBezTo>
                    <a:cubicBezTo>
                      <a:pt x="355" y="1463"/>
                      <a:pt x="0" y="2026"/>
                      <a:pt x="421" y="2340"/>
                    </a:cubicBezTo>
                    <a:cubicBezTo>
                      <a:pt x="553" y="2440"/>
                      <a:pt x="712" y="2488"/>
                      <a:pt x="882" y="2488"/>
                    </a:cubicBezTo>
                    <a:cubicBezTo>
                      <a:pt x="1269" y="2488"/>
                      <a:pt x="1717" y="2243"/>
                      <a:pt x="2044" y="1815"/>
                    </a:cubicBezTo>
                    <a:cubicBezTo>
                      <a:pt x="2529" y="1202"/>
                      <a:pt x="2570" y="441"/>
                      <a:pt x="2151" y="113"/>
                    </a:cubicBezTo>
                    <a:cubicBezTo>
                      <a:pt x="2051" y="36"/>
                      <a:pt x="1952" y="1"/>
                      <a:pt x="185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3239874" y="1462103"/>
                <a:ext cx="99690" cy="121496"/>
              </a:xfrm>
              <a:custGeom>
                <a:rect b="b" l="l" r="r" t="t"/>
                <a:pathLst>
                  <a:path extrusionOk="0" h="1822" w="1495">
                    <a:moveTo>
                      <a:pt x="1" y="1809"/>
                    </a:moveTo>
                    <a:cubicBezTo>
                      <a:pt x="1" y="1796"/>
                      <a:pt x="54" y="1771"/>
                      <a:pt x="120" y="1730"/>
                    </a:cubicBezTo>
                    <a:cubicBezTo>
                      <a:pt x="183" y="1677"/>
                      <a:pt x="277" y="1598"/>
                      <a:pt x="369" y="1494"/>
                    </a:cubicBezTo>
                    <a:cubicBezTo>
                      <a:pt x="538" y="1283"/>
                      <a:pt x="749" y="1022"/>
                      <a:pt x="891" y="799"/>
                    </a:cubicBezTo>
                    <a:cubicBezTo>
                      <a:pt x="1193" y="368"/>
                      <a:pt x="1403" y="0"/>
                      <a:pt x="1457" y="25"/>
                    </a:cubicBezTo>
                    <a:cubicBezTo>
                      <a:pt x="1495" y="41"/>
                      <a:pt x="1469" y="157"/>
                      <a:pt x="1403" y="315"/>
                    </a:cubicBezTo>
                    <a:cubicBezTo>
                      <a:pt x="1337" y="472"/>
                      <a:pt x="1221" y="695"/>
                      <a:pt x="1064" y="919"/>
                    </a:cubicBezTo>
                    <a:cubicBezTo>
                      <a:pt x="919" y="1142"/>
                      <a:pt x="683" y="1403"/>
                      <a:pt x="460" y="1585"/>
                    </a:cubicBezTo>
                    <a:cubicBezTo>
                      <a:pt x="356" y="1677"/>
                      <a:pt x="236" y="1755"/>
                      <a:pt x="145" y="1784"/>
                    </a:cubicBezTo>
                    <a:cubicBezTo>
                      <a:pt x="67" y="1821"/>
                      <a:pt x="1" y="1809"/>
                      <a:pt x="1" y="180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3552819" y="1668355"/>
                <a:ext cx="147702" cy="163439"/>
              </a:xfrm>
              <a:custGeom>
                <a:rect b="b" l="l" r="r" t="t"/>
                <a:pathLst>
                  <a:path extrusionOk="0" h="2451" w="2215">
                    <a:moveTo>
                      <a:pt x="929" y="0"/>
                    </a:moveTo>
                    <a:cubicBezTo>
                      <a:pt x="850" y="0"/>
                      <a:pt x="772" y="13"/>
                      <a:pt x="695" y="40"/>
                    </a:cubicBezTo>
                    <a:cubicBezTo>
                      <a:pt x="208" y="210"/>
                      <a:pt x="0" y="880"/>
                      <a:pt x="236" y="1534"/>
                    </a:cubicBezTo>
                    <a:cubicBezTo>
                      <a:pt x="424" y="2085"/>
                      <a:pt x="863" y="2451"/>
                      <a:pt x="1286" y="2451"/>
                    </a:cubicBezTo>
                    <a:cubicBezTo>
                      <a:pt x="1365" y="2451"/>
                      <a:pt x="1443" y="2438"/>
                      <a:pt x="1519" y="2411"/>
                    </a:cubicBezTo>
                    <a:cubicBezTo>
                      <a:pt x="2004" y="2254"/>
                      <a:pt x="2215" y="1572"/>
                      <a:pt x="1991" y="917"/>
                    </a:cubicBezTo>
                    <a:cubicBezTo>
                      <a:pt x="1792" y="366"/>
                      <a:pt x="1353" y="0"/>
                      <a:pt x="92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3598097" y="1690294"/>
                <a:ext cx="61348" cy="126697"/>
              </a:xfrm>
              <a:custGeom>
                <a:rect b="b" l="l" r="r" t="t"/>
                <a:pathLst>
                  <a:path extrusionOk="0" h="1900" w="920">
                    <a:moveTo>
                      <a:pt x="787" y="1900"/>
                    </a:moveTo>
                    <a:cubicBezTo>
                      <a:pt x="774" y="1887"/>
                      <a:pt x="787" y="1846"/>
                      <a:pt x="787" y="1755"/>
                    </a:cubicBezTo>
                    <a:cubicBezTo>
                      <a:pt x="803" y="1677"/>
                      <a:pt x="803" y="1573"/>
                      <a:pt x="762" y="1441"/>
                    </a:cubicBezTo>
                    <a:cubicBezTo>
                      <a:pt x="737" y="1321"/>
                      <a:pt x="683" y="1205"/>
                      <a:pt x="592" y="1114"/>
                    </a:cubicBezTo>
                    <a:cubicBezTo>
                      <a:pt x="513" y="1007"/>
                      <a:pt x="394" y="928"/>
                      <a:pt x="290" y="849"/>
                    </a:cubicBezTo>
                    <a:cubicBezTo>
                      <a:pt x="186" y="758"/>
                      <a:pt x="95" y="654"/>
                      <a:pt x="42" y="535"/>
                    </a:cubicBezTo>
                    <a:cubicBezTo>
                      <a:pt x="16" y="472"/>
                      <a:pt x="1" y="419"/>
                      <a:pt x="1" y="352"/>
                    </a:cubicBezTo>
                    <a:cubicBezTo>
                      <a:pt x="1" y="286"/>
                      <a:pt x="16" y="236"/>
                      <a:pt x="29" y="183"/>
                    </a:cubicBezTo>
                    <a:cubicBezTo>
                      <a:pt x="67" y="91"/>
                      <a:pt x="145" y="38"/>
                      <a:pt x="199" y="25"/>
                    </a:cubicBezTo>
                    <a:cubicBezTo>
                      <a:pt x="252" y="0"/>
                      <a:pt x="277" y="13"/>
                      <a:pt x="290" y="25"/>
                    </a:cubicBezTo>
                    <a:cubicBezTo>
                      <a:pt x="290" y="63"/>
                      <a:pt x="211" y="104"/>
                      <a:pt x="186" y="236"/>
                    </a:cubicBezTo>
                    <a:cubicBezTo>
                      <a:pt x="174" y="299"/>
                      <a:pt x="174" y="365"/>
                      <a:pt x="224" y="444"/>
                    </a:cubicBezTo>
                    <a:cubicBezTo>
                      <a:pt x="265" y="522"/>
                      <a:pt x="331" y="601"/>
                      <a:pt x="422" y="680"/>
                    </a:cubicBezTo>
                    <a:cubicBezTo>
                      <a:pt x="513" y="758"/>
                      <a:pt x="645" y="849"/>
                      <a:pt x="737" y="982"/>
                    </a:cubicBezTo>
                    <a:cubicBezTo>
                      <a:pt x="840" y="1114"/>
                      <a:pt x="894" y="1283"/>
                      <a:pt x="906" y="1428"/>
                    </a:cubicBezTo>
                    <a:cubicBezTo>
                      <a:pt x="919" y="1573"/>
                      <a:pt x="894" y="1689"/>
                      <a:pt x="853" y="1780"/>
                    </a:cubicBezTo>
                    <a:cubicBezTo>
                      <a:pt x="828" y="1859"/>
                      <a:pt x="787" y="1900"/>
                      <a:pt x="787" y="190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3488003" y="1378015"/>
                <a:ext cx="171441" cy="123763"/>
              </a:xfrm>
              <a:custGeom>
                <a:rect b="b" l="l" r="r" t="t"/>
                <a:pathLst>
                  <a:path extrusionOk="0" h="1856" w="2571">
                    <a:moveTo>
                      <a:pt x="1242" y="1"/>
                    </a:moveTo>
                    <a:cubicBezTo>
                      <a:pt x="592" y="1"/>
                      <a:pt x="53" y="366"/>
                      <a:pt x="29" y="855"/>
                    </a:cubicBezTo>
                    <a:cubicBezTo>
                      <a:pt x="0" y="1365"/>
                      <a:pt x="538" y="1812"/>
                      <a:pt x="1233" y="1853"/>
                    </a:cubicBezTo>
                    <a:cubicBezTo>
                      <a:pt x="1265" y="1854"/>
                      <a:pt x="1297" y="1855"/>
                      <a:pt x="1328" y="1855"/>
                    </a:cubicBezTo>
                    <a:cubicBezTo>
                      <a:pt x="1980" y="1855"/>
                      <a:pt x="2506" y="1486"/>
                      <a:pt x="2545" y="1000"/>
                    </a:cubicBezTo>
                    <a:cubicBezTo>
                      <a:pt x="2570" y="487"/>
                      <a:pt x="2032" y="44"/>
                      <a:pt x="1337" y="3"/>
                    </a:cubicBezTo>
                    <a:cubicBezTo>
                      <a:pt x="1305" y="1"/>
                      <a:pt x="1273" y="1"/>
                      <a:pt x="124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8"/>
              <p:cNvSpPr/>
              <p:nvPr/>
            </p:nvSpPr>
            <p:spPr>
              <a:xfrm>
                <a:off x="3513343" y="1420159"/>
                <a:ext cx="131164" cy="35075"/>
              </a:xfrm>
              <a:custGeom>
                <a:rect b="b" l="l" r="r" t="t"/>
                <a:pathLst>
                  <a:path extrusionOk="0" h="526" w="1967">
                    <a:moveTo>
                      <a:pt x="1954" y="356"/>
                    </a:moveTo>
                    <a:cubicBezTo>
                      <a:pt x="1954" y="368"/>
                      <a:pt x="1901" y="327"/>
                      <a:pt x="1838" y="290"/>
                    </a:cubicBezTo>
                    <a:cubicBezTo>
                      <a:pt x="1759" y="261"/>
                      <a:pt x="1665" y="211"/>
                      <a:pt x="1536" y="198"/>
                    </a:cubicBezTo>
                    <a:cubicBezTo>
                      <a:pt x="1416" y="170"/>
                      <a:pt x="1272" y="183"/>
                      <a:pt x="1155" y="223"/>
                    </a:cubicBezTo>
                    <a:cubicBezTo>
                      <a:pt x="1036" y="261"/>
                      <a:pt x="919" y="340"/>
                      <a:pt x="800" y="406"/>
                    </a:cubicBezTo>
                    <a:cubicBezTo>
                      <a:pt x="683" y="472"/>
                      <a:pt x="551" y="525"/>
                      <a:pt x="422" y="525"/>
                    </a:cubicBezTo>
                    <a:cubicBezTo>
                      <a:pt x="356" y="525"/>
                      <a:pt x="290" y="513"/>
                      <a:pt x="237" y="485"/>
                    </a:cubicBezTo>
                    <a:cubicBezTo>
                      <a:pt x="171" y="459"/>
                      <a:pt x="133" y="434"/>
                      <a:pt x="92" y="393"/>
                    </a:cubicBezTo>
                    <a:cubicBezTo>
                      <a:pt x="14" y="315"/>
                      <a:pt x="1" y="236"/>
                      <a:pt x="1" y="183"/>
                    </a:cubicBezTo>
                    <a:cubicBezTo>
                      <a:pt x="1" y="120"/>
                      <a:pt x="29" y="91"/>
                      <a:pt x="42" y="104"/>
                    </a:cubicBezTo>
                    <a:cubicBezTo>
                      <a:pt x="80" y="104"/>
                      <a:pt x="80" y="198"/>
                      <a:pt x="199" y="277"/>
                    </a:cubicBezTo>
                    <a:cubicBezTo>
                      <a:pt x="249" y="315"/>
                      <a:pt x="316" y="327"/>
                      <a:pt x="407" y="315"/>
                    </a:cubicBezTo>
                    <a:cubicBezTo>
                      <a:pt x="501" y="315"/>
                      <a:pt x="592" y="277"/>
                      <a:pt x="709" y="223"/>
                    </a:cubicBezTo>
                    <a:cubicBezTo>
                      <a:pt x="816" y="170"/>
                      <a:pt x="945" y="91"/>
                      <a:pt x="1102" y="54"/>
                    </a:cubicBezTo>
                    <a:cubicBezTo>
                      <a:pt x="1259" y="0"/>
                      <a:pt x="1429" y="13"/>
                      <a:pt x="1561" y="66"/>
                    </a:cubicBezTo>
                    <a:cubicBezTo>
                      <a:pt x="1706" y="104"/>
                      <a:pt x="1809" y="183"/>
                      <a:pt x="1876" y="236"/>
                    </a:cubicBezTo>
                    <a:cubicBezTo>
                      <a:pt x="1942" y="302"/>
                      <a:pt x="1967" y="340"/>
                      <a:pt x="1954" y="35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7" name="Google Shape;257;p8"/>
              <p:cNvSpPr/>
              <p:nvPr/>
            </p:nvSpPr>
            <p:spPr>
              <a:xfrm>
                <a:off x="3715327" y="1656885"/>
                <a:ext cx="126763" cy="185511"/>
              </a:xfrm>
              <a:custGeom>
                <a:rect b="b" l="l" r="r" t="t"/>
                <a:pathLst>
                  <a:path extrusionOk="0" h="2782" w="1901">
                    <a:moveTo>
                      <a:pt x="1255" y="1"/>
                    </a:moveTo>
                    <a:cubicBezTo>
                      <a:pt x="775" y="1"/>
                      <a:pt x="302" y="499"/>
                      <a:pt x="158" y="1193"/>
                    </a:cubicBezTo>
                    <a:cubicBezTo>
                      <a:pt x="1" y="1954"/>
                      <a:pt x="287" y="2662"/>
                      <a:pt x="812" y="2766"/>
                    </a:cubicBezTo>
                    <a:cubicBezTo>
                      <a:pt x="858" y="2776"/>
                      <a:pt x="901" y="2782"/>
                      <a:pt x="942" y="2782"/>
                    </a:cubicBezTo>
                    <a:cubicBezTo>
                      <a:pt x="1359" y="2782"/>
                      <a:pt x="1534" y="2242"/>
                      <a:pt x="1677" y="1549"/>
                    </a:cubicBezTo>
                    <a:cubicBezTo>
                      <a:pt x="1834" y="787"/>
                      <a:pt x="1901" y="121"/>
                      <a:pt x="1388" y="14"/>
                    </a:cubicBezTo>
                    <a:cubicBezTo>
                      <a:pt x="1344" y="5"/>
                      <a:pt x="1299" y="1"/>
                      <a:pt x="1255"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3778276" y="1675357"/>
                <a:ext cx="42010" cy="149435"/>
              </a:xfrm>
              <a:custGeom>
                <a:rect b="b" l="l" r="r" t="t"/>
                <a:pathLst>
                  <a:path extrusionOk="0" h="2241" w="630">
                    <a:moveTo>
                      <a:pt x="617" y="13"/>
                    </a:moveTo>
                    <a:cubicBezTo>
                      <a:pt x="629" y="13"/>
                      <a:pt x="589" y="51"/>
                      <a:pt x="551" y="130"/>
                    </a:cubicBezTo>
                    <a:cubicBezTo>
                      <a:pt x="510" y="208"/>
                      <a:pt x="472" y="315"/>
                      <a:pt x="431" y="444"/>
                    </a:cubicBezTo>
                    <a:cubicBezTo>
                      <a:pt x="365" y="709"/>
                      <a:pt x="302" y="1048"/>
                      <a:pt x="261" y="1297"/>
                    </a:cubicBezTo>
                    <a:cubicBezTo>
                      <a:pt x="183" y="1822"/>
                      <a:pt x="158" y="2240"/>
                      <a:pt x="92" y="2240"/>
                    </a:cubicBezTo>
                    <a:cubicBezTo>
                      <a:pt x="51" y="2240"/>
                      <a:pt x="26" y="2136"/>
                      <a:pt x="13" y="1967"/>
                    </a:cubicBezTo>
                    <a:cubicBezTo>
                      <a:pt x="0" y="1781"/>
                      <a:pt x="13" y="1545"/>
                      <a:pt x="51" y="1272"/>
                    </a:cubicBezTo>
                    <a:cubicBezTo>
                      <a:pt x="92" y="995"/>
                      <a:pt x="195" y="668"/>
                      <a:pt x="315" y="407"/>
                    </a:cubicBezTo>
                    <a:cubicBezTo>
                      <a:pt x="365" y="275"/>
                      <a:pt x="431" y="158"/>
                      <a:pt x="497" y="92"/>
                    </a:cubicBezTo>
                    <a:cubicBezTo>
                      <a:pt x="563" y="26"/>
                      <a:pt x="617" y="1"/>
                      <a:pt x="617"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8"/>
              <p:cNvSpPr/>
              <p:nvPr/>
            </p:nvSpPr>
            <p:spPr>
              <a:xfrm>
                <a:off x="3583427" y="1512649"/>
                <a:ext cx="159038" cy="112160"/>
              </a:xfrm>
              <a:custGeom>
                <a:rect b="b" l="l" r="r" t="t"/>
                <a:pathLst>
                  <a:path extrusionOk="0" h="1682" w="2385">
                    <a:moveTo>
                      <a:pt x="1244" y="0"/>
                    </a:moveTo>
                    <a:cubicBezTo>
                      <a:pt x="1210" y="0"/>
                      <a:pt x="1175" y="1"/>
                      <a:pt x="1139" y="3"/>
                    </a:cubicBezTo>
                    <a:cubicBezTo>
                      <a:pt x="497" y="29"/>
                      <a:pt x="0" y="434"/>
                      <a:pt x="26" y="893"/>
                    </a:cubicBezTo>
                    <a:cubicBezTo>
                      <a:pt x="50" y="1349"/>
                      <a:pt x="552" y="1681"/>
                      <a:pt x="1164" y="1681"/>
                    </a:cubicBezTo>
                    <a:cubicBezTo>
                      <a:pt x="1186" y="1681"/>
                      <a:pt x="1208" y="1681"/>
                      <a:pt x="1230" y="1680"/>
                    </a:cubicBezTo>
                    <a:cubicBezTo>
                      <a:pt x="1888" y="1642"/>
                      <a:pt x="2385" y="1233"/>
                      <a:pt x="2359" y="777"/>
                    </a:cubicBezTo>
                    <a:cubicBezTo>
                      <a:pt x="2333" y="331"/>
                      <a:pt x="1850" y="0"/>
                      <a:pt x="124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3390245" y="1521585"/>
                <a:ext cx="127630" cy="186111"/>
              </a:xfrm>
              <a:custGeom>
                <a:rect b="b" l="l" r="r" t="t"/>
                <a:pathLst>
                  <a:path extrusionOk="0" h="2791" w="1914">
                    <a:moveTo>
                      <a:pt x="1251" y="0"/>
                    </a:moveTo>
                    <a:cubicBezTo>
                      <a:pt x="775" y="0"/>
                      <a:pt x="313" y="499"/>
                      <a:pt x="158" y="1193"/>
                    </a:cubicBezTo>
                    <a:cubicBezTo>
                      <a:pt x="1" y="1951"/>
                      <a:pt x="303" y="2659"/>
                      <a:pt x="812" y="2779"/>
                    </a:cubicBezTo>
                    <a:cubicBezTo>
                      <a:pt x="854" y="2787"/>
                      <a:pt x="893" y="2791"/>
                      <a:pt x="930" y="2791"/>
                    </a:cubicBezTo>
                    <a:cubicBezTo>
                      <a:pt x="1366" y="2791"/>
                      <a:pt x="1532" y="2247"/>
                      <a:pt x="1677" y="1546"/>
                    </a:cubicBezTo>
                    <a:cubicBezTo>
                      <a:pt x="1847" y="785"/>
                      <a:pt x="1913" y="118"/>
                      <a:pt x="1388" y="14"/>
                    </a:cubicBezTo>
                    <a:cubicBezTo>
                      <a:pt x="1342" y="5"/>
                      <a:pt x="1297" y="0"/>
                      <a:pt x="125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1" name="Google Shape;261;p8"/>
              <p:cNvSpPr/>
              <p:nvPr/>
            </p:nvSpPr>
            <p:spPr>
              <a:xfrm>
                <a:off x="3453194" y="1539923"/>
                <a:ext cx="42010" cy="149369"/>
              </a:xfrm>
              <a:custGeom>
                <a:rect b="b" l="l" r="r" t="t"/>
                <a:pathLst>
                  <a:path extrusionOk="0" h="2240" w="630">
                    <a:moveTo>
                      <a:pt x="629" y="13"/>
                    </a:moveTo>
                    <a:cubicBezTo>
                      <a:pt x="629" y="13"/>
                      <a:pt x="601" y="54"/>
                      <a:pt x="563" y="132"/>
                    </a:cubicBezTo>
                    <a:cubicBezTo>
                      <a:pt x="510" y="211"/>
                      <a:pt x="472" y="315"/>
                      <a:pt x="444" y="447"/>
                    </a:cubicBezTo>
                    <a:cubicBezTo>
                      <a:pt x="365" y="708"/>
                      <a:pt x="302" y="1047"/>
                      <a:pt x="261" y="1296"/>
                    </a:cubicBezTo>
                    <a:cubicBezTo>
                      <a:pt x="183" y="1821"/>
                      <a:pt x="158" y="2239"/>
                      <a:pt x="92" y="2239"/>
                    </a:cubicBezTo>
                    <a:cubicBezTo>
                      <a:pt x="51" y="2239"/>
                      <a:pt x="25" y="2136"/>
                      <a:pt x="13" y="1966"/>
                    </a:cubicBezTo>
                    <a:cubicBezTo>
                      <a:pt x="0" y="1783"/>
                      <a:pt x="13" y="1548"/>
                      <a:pt x="51" y="1271"/>
                    </a:cubicBezTo>
                    <a:cubicBezTo>
                      <a:pt x="92" y="997"/>
                      <a:pt x="195" y="667"/>
                      <a:pt x="315" y="406"/>
                    </a:cubicBezTo>
                    <a:cubicBezTo>
                      <a:pt x="365" y="274"/>
                      <a:pt x="431" y="157"/>
                      <a:pt x="497" y="91"/>
                    </a:cubicBezTo>
                    <a:cubicBezTo>
                      <a:pt x="563" y="25"/>
                      <a:pt x="617" y="0"/>
                      <a:pt x="629"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62" name="Shape 262"/>
        <p:cNvGrpSpPr/>
        <p:nvPr/>
      </p:nvGrpSpPr>
      <p:grpSpPr>
        <a:xfrm>
          <a:off x="0" y="0"/>
          <a:ext cx="0" cy="0"/>
          <a:chOff x="0" y="0"/>
          <a:chExt cx="0" cy="0"/>
        </a:xfrm>
      </p:grpSpPr>
      <p:sp>
        <p:nvSpPr>
          <p:cNvPr id="263" name="Google Shape;263;p9"/>
          <p:cNvSpPr txBox="1"/>
          <p:nvPr>
            <p:ph type="title"/>
          </p:nvPr>
        </p:nvSpPr>
        <p:spPr>
          <a:xfrm>
            <a:off x="720106" y="2395700"/>
            <a:ext cx="4075800" cy="11397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2800"/>
              <a:buNone/>
              <a:defRPr>
                <a:latin typeface="Roboto"/>
                <a:ea typeface="Roboto"/>
                <a:cs typeface="Roboto"/>
                <a:sym typeface="Roboto"/>
              </a:defRPr>
            </a:lvl2pPr>
            <a:lvl3pPr lvl="2" rtl="0">
              <a:spcBef>
                <a:spcPts val="0"/>
              </a:spcBef>
              <a:spcAft>
                <a:spcPts val="0"/>
              </a:spcAft>
              <a:buSzPts val="2800"/>
              <a:buNone/>
              <a:defRPr>
                <a:latin typeface="Roboto"/>
                <a:ea typeface="Roboto"/>
                <a:cs typeface="Roboto"/>
                <a:sym typeface="Roboto"/>
              </a:defRPr>
            </a:lvl3pPr>
            <a:lvl4pPr lvl="3" rtl="0">
              <a:spcBef>
                <a:spcPts val="0"/>
              </a:spcBef>
              <a:spcAft>
                <a:spcPts val="0"/>
              </a:spcAft>
              <a:buSzPts val="2800"/>
              <a:buNone/>
              <a:defRPr>
                <a:latin typeface="Roboto"/>
                <a:ea typeface="Roboto"/>
                <a:cs typeface="Roboto"/>
                <a:sym typeface="Roboto"/>
              </a:defRPr>
            </a:lvl4pPr>
            <a:lvl5pPr lvl="4" rtl="0">
              <a:spcBef>
                <a:spcPts val="0"/>
              </a:spcBef>
              <a:spcAft>
                <a:spcPts val="0"/>
              </a:spcAft>
              <a:buSzPts val="2800"/>
              <a:buNone/>
              <a:defRPr>
                <a:latin typeface="Roboto"/>
                <a:ea typeface="Roboto"/>
                <a:cs typeface="Roboto"/>
                <a:sym typeface="Roboto"/>
              </a:defRPr>
            </a:lvl5pPr>
            <a:lvl6pPr lvl="5" rtl="0">
              <a:spcBef>
                <a:spcPts val="0"/>
              </a:spcBef>
              <a:spcAft>
                <a:spcPts val="0"/>
              </a:spcAft>
              <a:buSzPts val="2800"/>
              <a:buNone/>
              <a:defRPr>
                <a:latin typeface="Roboto"/>
                <a:ea typeface="Roboto"/>
                <a:cs typeface="Roboto"/>
                <a:sym typeface="Roboto"/>
              </a:defRPr>
            </a:lvl6pPr>
            <a:lvl7pPr lvl="6" rtl="0">
              <a:spcBef>
                <a:spcPts val="0"/>
              </a:spcBef>
              <a:spcAft>
                <a:spcPts val="0"/>
              </a:spcAft>
              <a:buSzPts val="2800"/>
              <a:buNone/>
              <a:defRPr>
                <a:latin typeface="Roboto"/>
                <a:ea typeface="Roboto"/>
                <a:cs typeface="Roboto"/>
                <a:sym typeface="Roboto"/>
              </a:defRPr>
            </a:lvl7pPr>
            <a:lvl8pPr lvl="7" rtl="0">
              <a:spcBef>
                <a:spcPts val="0"/>
              </a:spcBef>
              <a:spcAft>
                <a:spcPts val="0"/>
              </a:spcAft>
              <a:buSzPts val="2800"/>
              <a:buNone/>
              <a:defRPr>
                <a:latin typeface="Roboto"/>
                <a:ea typeface="Roboto"/>
                <a:cs typeface="Roboto"/>
                <a:sym typeface="Roboto"/>
              </a:defRPr>
            </a:lvl8pPr>
            <a:lvl9pPr lvl="8" rtl="0">
              <a:spcBef>
                <a:spcPts val="0"/>
              </a:spcBef>
              <a:spcAft>
                <a:spcPts val="0"/>
              </a:spcAft>
              <a:buSzPts val="2800"/>
              <a:buNone/>
              <a:defRPr>
                <a:latin typeface="Roboto"/>
                <a:ea typeface="Roboto"/>
                <a:cs typeface="Roboto"/>
                <a:sym typeface="Roboto"/>
              </a:defRPr>
            </a:lvl9pPr>
          </a:lstStyle>
          <a:p/>
        </p:txBody>
      </p:sp>
      <p:sp>
        <p:nvSpPr>
          <p:cNvPr id="264" name="Google Shape;264;p9"/>
          <p:cNvSpPr txBox="1"/>
          <p:nvPr>
            <p:ph idx="1" type="subTitle"/>
          </p:nvPr>
        </p:nvSpPr>
        <p:spPr>
          <a:xfrm>
            <a:off x="720000" y="3505063"/>
            <a:ext cx="4075800" cy="746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Clr>
                <a:srgbClr val="5B595B"/>
              </a:buClr>
              <a:buSzPts val="1400"/>
              <a:buFont typeface="Lato"/>
              <a:buChar char="●"/>
              <a:defRPr/>
            </a:lvl1pPr>
            <a:lvl2pPr lvl="1" rtl="0" algn="ctr">
              <a:lnSpc>
                <a:spcPct val="100000"/>
              </a:lnSpc>
              <a:spcBef>
                <a:spcPts val="0"/>
              </a:spcBef>
              <a:spcAft>
                <a:spcPts val="0"/>
              </a:spcAft>
              <a:buClr>
                <a:srgbClr val="5B595B"/>
              </a:buClr>
              <a:buSzPts val="1400"/>
              <a:buFont typeface="Lato"/>
              <a:buChar char="○"/>
              <a:defRPr sz="2100"/>
            </a:lvl2pPr>
            <a:lvl3pPr lvl="2" rtl="0" algn="ctr">
              <a:lnSpc>
                <a:spcPct val="100000"/>
              </a:lnSpc>
              <a:spcBef>
                <a:spcPts val="0"/>
              </a:spcBef>
              <a:spcAft>
                <a:spcPts val="0"/>
              </a:spcAft>
              <a:buClr>
                <a:srgbClr val="5B595B"/>
              </a:buClr>
              <a:buSzPts val="1400"/>
              <a:buFont typeface="Lato"/>
              <a:buChar char="■"/>
              <a:defRPr sz="2100"/>
            </a:lvl3pPr>
            <a:lvl4pPr lvl="3" rtl="0" algn="ctr">
              <a:lnSpc>
                <a:spcPct val="100000"/>
              </a:lnSpc>
              <a:spcBef>
                <a:spcPts val="0"/>
              </a:spcBef>
              <a:spcAft>
                <a:spcPts val="0"/>
              </a:spcAft>
              <a:buClr>
                <a:srgbClr val="5B595B"/>
              </a:buClr>
              <a:buSzPts val="1400"/>
              <a:buFont typeface="Lato"/>
              <a:buChar char="●"/>
              <a:defRPr sz="2100"/>
            </a:lvl4pPr>
            <a:lvl5pPr lvl="4" rtl="0" algn="ctr">
              <a:lnSpc>
                <a:spcPct val="100000"/>
              </a:lnSpc>
              <a:spcBef>
                <a:spcPts val="0"/>
              </a:spcBef>
              <a:spcAft>
                <a:spcPts val="0"/>
              </a:spcAft>
              <a:buClr>
                <a:srgbClr val="5B595B"/>
              </a:buClr>
              <a:buSzPts val="1400"/>
              <a:buFont typeface="Lato"/>
              <a:buChar char="○"/>
              <a:defRPr sz="2100"/>
            </a:lvl5pPr>
            <a:lvl6pPr lvl="5" rtl="0" algn="ctr">
              <a:lnSpc>
                <a:spcPct val="100000"/>
              </a:lnSpc>
              <a:spcBef>
                <a:spcPts val="0"/>
              </a:spcBef>
              <a:spcAft>
                <a:spcPts val="0"/>
              </a:spcAft>
              <a:buClr>
                <a:srgbClr val="5B595B"/>
              </a:buClr>
              <a:buSzPts val="1400"/>
              <a:buFont typeface="Lato"/>
              <a:buChar char="■"/>
              <a:defRPr sz="2100"/>
            </a:lvl6pPr>
            <a:lvl7pPr lvl="6" rtl="0" algn="ctr">
              <a:lnSpc>
                <a:spcPct val="100000"/>
              </a:lnSpc>
              <a:spcBef>
                <a:spcPts val="0"/>
              </a:spcBef>
              <a:spcAft>
                <a:spcPts val="0"/>
              </a:spcAft>
              <a:buClr>
                <a:srgbClr val="5B595B"/>
              </a:buClr>
              <a:buSzPts val="1400"/>
              <a:buFont typeface="Lato"/>
              <a:buChar char="●"/>
              <a:defRPr sz="2100"/>
            </a:lvl7pPr>
            <a:lvl8pPr lvl="7" rtl="0" algn="ctr">
              <a:lnSpc>
                <a:spcPct val="100000"/>
              </a:lnSpc>
              <a:spcBef>
                <a:spcPts val="0"/>
              </a:spcBef>
              <a:spcAft>
                <a:spcPts val="0"/>
              </a:spcAft>
              <a:buClr>
                <a:srgbClr val="5B595B"/>
              </a:buClr>
              <a:buSzPts val="1400"/>
              <a:buFont typeface="Lato"/>
              <a:buChar char="○"/>
              <a:defRPr sz="2100"/>
            </a:lvl8pPr>
            <a:lvl9pPr lvl="8" rtl="0" algn="ctr">
              <a:lnSpc>
                <a:spcPct val="100000"/>
              </a:lnSpc>
              <a:spcBef>
                <a:spcPts val="0"/>
              </a:spcBef>
              <a:spcAft>
                <a:spcPts val="0"/>
              </a:spcAft>
              <a:buClr>
                <a:srgbClr val="5B595B"/>
              </a:buClr>
              <a:buSzPts val="1400"/>
              <a:buFont typeface="Lato"/>
              <a:buChar char="■"/>
              <a:defRPr sz="2100"/>
            </a:lvl9pPr>
          </a:lstStyle>
          <a:p/>
        </p:txBody>
      </p:sp>
      <p:sp>
        <p:nvSpPr>
          <p:cNvPr id="265" name="Google Shape;265;p9"/>
          <p:cNvSpPr/>
          <p:nvPr>
            <p:ph idx="2" type="pic"/>
          </p:nvPr>
        </p:nvSpPr>
        <p:spPr>
          <a:xfrm>
            <a:off x="5422600" y="937050"/>
            <a:ext cx="2618400" cy="3269400"/>
          </a:xfrm>
          <a:prstGeom prst="roundRect">
            <a:avLst>
              <a:gd fmla="val 6598" name="adj"/>
            </a:avLst>
          </a:prstGeom>
          <a:noFill/>
          <a:ln>
            <a:noFill/>
          </a:ln>
        </p:spPr>
      </p:sp>
      <p:grpSp>
        <p:nvGrpSpPr>
          <p:cNvPr id="266" name="Google Shape;266;p9"/>
          <p:cNvGrpSpPr/>
          <p:nvPr/>
        </p:nvGrpSpPr>
        <p:grpSpPr>
          <a:xfrm>
            <a:off x="-309332" y="-269356"/>
            <a:ext cx="2044846" cy="1882876"/>
            <a:chOff x="4354222" y="153972"/>
            <a:chExt cx="1400867" cy="1289906"/>
          </a:xfrm>
        </p:grpSpPr>
        <p:sp>
          <p:nvSpPr>
            <p:cNvPr id="267" name="Google Shape;267;p9"/>
            <p:cNvSpPr/>
            <p:nvPr/>
          </p:nvSpPr>
          <p:spPr>
            <a:xfrm>
              <a:off x="4452780" y="153972"/>
              <a:ext cx="1302309" cy="1289906"/>
            </a:xfrm>
            <a:custGeom>
              <a:rect b="b" l="l" r="r" t="t"/>
              <a:pathLst>
                <a:path extrusionOk="0" h="19344" w="19530">
                  <a:moveTo>
                    <a:pt x="8140" y="18450"/>
                  </a:moveTo>
                  <a:cubicBezTo>
                    <a:pt x="13028" y="19344"/>
                    <a:pt x="17733" y="16132"/>
                    <a:pt x="18623" y="11282"/>
                  </a:cubicBezTo>
                  <a:cubicBezTo>
                    <a:pt x="19529" y="6432"/>
                    <a:pt x="16293" y="1781"/>
                    <a:pt x="11389" y="891"/>
                  </a:cubicBezTo>
                  <a:cubicBezTo>
                    <a:pt x="6502" y="1"/>
                    <a:pt x="1796" y="3209"/>
                    <a:pt x="906" y="8059"/>
                  </a:cubicBezTo>
                  <a:cubicBezTo>
                    <a:pt x="0" y="12908"/>
                    <a:pt x="3240" y="17560"/>
                    <a:pt x="8140" y="1845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p:nvPr/>
          </p:nvSpPr>
          <p:spPr>
            <a:xfrm>
              <a:off x="4354222" y="237393"/>
              <a:ext cx="1302042" cy="1190149"/>
            </a:xfrm>
            <a:custGeom>
              <a:rect b="b" l="l" r="r" t="t"/>
              <a:pathLst>
                <a:path extrusionOk="0" h="17848" w="19526">
                  <a:moveTo>
                    <a:pt x="9746" y="1"/>
                  </a:moveTo>
                  <a:cubicBezTo>
                    <a:pt x="5487" y="1"/>
                    <a:pt x="1691" y="3004"/>
                    <a:pt x="890" y="7304"/>
                  </a:cubicBezTo>
                  <a:cubicBezTo>
                    <a:pt x="0" y="12154"/>
                    <a:pt x="3237" y="16806"/>
                    <a:pt x="8124" y="17699"/>
                  </a:cubicBezTo>
                  <a:cubicBezTo>
                    <a:pt x="8675" y="17799"/>
                    <a:pt x="9222" y="17848"/>
                    <a:pt x="9763" y="17848"/>
                  </a:cubicBezTo>
                  <a:cubicBezTo>
                    <a:pt x="14033" y="17848"/>
                    <a:pt x="17830" y="14834"/>
                    <a:pt x="18620" y="10528"/>
                  </a:cubicBezTo>
                  <a:cubicBezTo>
                    <a:pt x="19526" y="5694"/>
                    <a:pt x="16289" y="1042"/>
                    <a:pt x="11386" y="149"/>
                  </a:cubicBezTo>
                  <a:cubicBezTo>
                    <a:pt x="10835" y="49"/>
                    <a:pt x="10287" y="1"/>
                    <a:pt x="9746"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9"/>
            <p:cNvSpPr/>
            <p:nvPr/>
          </p:nvSpPr>
          <p:spPr>
            <a:xfrm>
              <a:off x="5126684" y="923500"/>
              <a:ext cx="348616" cy="289069"/>
            </a:xfrm>
            <a:custGeom>
              <a:rect b="b" l="l" r="r" t="t"/>
              <a:pathLst>
                <a:path extrusionOk="0" h="4335" w="5228">
                  <a:moveTo>
                    <a:pt x="1212" y="0"/>
                  </a:moveTo>
                  <a:cubicBezTo>
                    <a:pt x="937" y="0"/>
                    <a:pt x="667" y="118"/>
                    <a:pt x="484" y="346"/>
                  </a:cubicBezTo>
                  <a:lnTo>
                    <a:pt x="315" y="570"/>
                  </a:lnTo>
                  <a:cubicBezTo>
                    <a:pt x="0" y="963"/>
                    <a:pt x="79" y="1538"/>
                    <a:pt x="472" y="1853"/>
                  </a:cubicBezTo>
                  <a:lnTo>
                    <a:pt x="3460" y="4146"/>
                  </a:lnTo>
                  <a:cubicBezTo>
                    <a:pt x="3625" y="4273"/>
                    <a:pt x="3825" y="4334"/>
                    <a:pt x="4023" y="4334"/>
                  </a:cubicBezTo>
                  <a:cubicBezTo>
                    <a:pt x="4297" y="4334"/>
                    <a:pt x="4568" y="4216"/>
                    <a:pt x="4743" y="3988"/>
                  </a:cubicBezTo>
                  <a:lnTo>
                    <a:pt x="4913" y="3765"/>
                  </a:lnTo>
                  <a:cubicBezTo>
                    <a:pt x="5227" y="3372"/>
                    <a:pt x="5165" y="2796"/>
                    <a:pt x="4756" y="2494"/>
                  </a:cubicBezTo>
                  <a:lnTo>
                    <a:pt x="1783" y="189"/>
                  </a:lnTo>
                  <a:cubicBezTo>
                    <a:pt x="1612" y="62"/>
                    <a:pt x="1410" y="0"/>
                    <a:pt x="1212"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9"/>
            <p:cNvSpPr/>
            <p:nvPr/>
          </p:nvSpPr>
          <p:spPr>
            <a:xfrm>
              <a:off x="4576078" y="440045"/>
              <a:ext cx="858337" cy="784720"/>
            </a:xfrm>
            <a:custGeom>
              <a:rect b="b" l="l" r="r" t="t"/>
              <a:pathLst>
                <a:path extrusionOk="0" h="11768" w="12872">
                  <a:moveTo>
                    <a:pt x="6430" y="0"/>
                  </a:moveTo>
                  <a:cubicBezTo>
                    <a:pt x="3619" y="0"/>
                    <a:pt x="1114" y="1990"/>
                    <a:pt x="589" y="4816"/>
                  </a:cubicBezTo>
                  <a:cubicBezTo>
                    <a:pt x="1" y="8015"/>
                    <a:pt x="2136" y="11081"/>
                    <a:pt x="5360" y="11672"/>
                  </a:cubicBezTo>
                  <a:cubicBezTo>
                    <a:pt x="5717" y="11736"/>
                    <a:pt x="6073" y="11767"/>
                    <a:pt x="6424" y="11767"/>
                  </a:cubicBezTo>
                  <a:cubicBezTo>
                    <a:pt x="9239" y="11767"/>
                    <a:pt x="11743" y="9783"/>
                    <a:pt x="12280" y="6939"/>
                  </a:cubicBezTo>
                  <a:cubicBezTo>
                    <a:pt x="12871" y="3756"/>
                    <a:pt x="10732" y="689"/>
                    <a:pt x="7508" y="98"/>
                  </a:cubicBezTo>
                  <a:cubicBezTo>
                    <a:pt x="7146" y="32"/>
                    <a:pt x="6786" y="0"/>
                    <a:pt x="6430"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9"/>
            <p:cNvSpPr/>
            <p:nvPr/>
          </p:nvSpPr>
          <p:spPr>
            <a:xfrm>
              <a:off x="4619756" y="480988"/>
              <a:ext cx="769983" cy="703034"/>
            </a:xfrm>
            <a:custGeom>
              <a:rect b="b" l="l" r="r" t="t"/>
              <a:pathLst>
                <a:path extrusionOk="0" h="10543" w="11547">
                  <a:moveTo>
                    <a:pt x="5770" y="0"/>
                  </a:moveTo>
                  <a:cubicBezTo>
                    <a:pt x="3256" y="0"/>
                    <a:pt x="1015" y="1773"/>
                    <a:pt x="538" y="4321"/>
                  </a:cubicBezTo>
                  <a:cubicBezTo>
                    <a:pt x="0" y="7177"/>
                    <a:pt x="1928" y="9929"/>
                    <a:pt x="4809" y="10455"/>
                  </a:cubicBezTo>
                  <a:cubicBezTo>
                    <a:pt x="5135" y="10514"/>
                    <a:pt x="5460" y="10542"/>
                    <a:pt x="5780" y="10542"/>
                  </a:cubicBezTo>
                  <a:cubicBezTo>
                    <a:pt x="8303" y="10542"/>
                    <a:pt x="10545" y="8769"/>
                    <a:pt x="11008" y="6221"/>
                  </a:cubicBezTo>
                  <a:cubicBezTo>
                    <a:pt x="11546" y="3365"/>
                    <a:pt x="9634" y="613"/>
                    <a:pt x="6737" y="88"/>
                  </a:cubicBezTo>
                  <a:cubicBezTo>
                    <a:pt x="6412" y="29"/>
                    <a:pt x="6089" y="0"/>
                    <a:pt x="5770"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9"/>
            <p:cNvSpPr/>
            <p:nvPr/>
          </p:nvSpPr>
          <p:spPr>
            <a:xfrm>
              <a:off x="4764859" y="541737"/>
              <a:ext cx="561933" cy="513989"/>
            </a:xfrm>
            <a:custGeom>
              <a:rect b="b" l="l" r="r" t="t"/>
              <a:pathLst>
                <a:path extrusionOk="0" h="7708" w="8427">
                  <a:moveTo>
                    <a:pt x="4197" y="1"/>
                  </a:moveTo>
                  <a:cubicBezTo>
                    <a:pt x="2364" y="1"/>
                    <a:pt x="731" y="1304"/>
                    <a:pt x="394" y="3162"/>
                  </a:cubicBezTo>
                  <a:cubicBezTo>
                    <a:pt x="1" y="5244"/>
                    <a:pt x="1403" y="7251"/>
                    <a:pt x="3514" y="7644"/>
                  </a:cubicBezTo>
                  <a:cubicBezTo>
                    <a:pt x="3750" y="7686"/>
                    <a:pt x="3985" y="7707"/>
                    <a:pt x="4216" y="7707"/>
                  </a:cubicBezTo>
                  <a:cubicBezTo>
                    <a:pt x="6055" y="7707"/>
                    <a:pt x="7697" y="6412"/>
                    <a:pt x="8046" y="4549"/>
                  </a:cubicBezTo>
                  <a:cubicBezTo>
                    <a:pt x="8427" y="2454"/>
                    <a:pt x="7036" y="448"/>
                    <a:pt x="4913" y="67"/>
                  </a:cubicBezTo>
                  <a:cubicBezTo>
                    <a:pt x="4673" y="22"/>
                    <a:pt x="4433" y="1"/>
                    <a:pt x="419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9"/>
            <p:cNvSpPr/>
            <p:nvPr/>
          </p:nvSpPr>
          <p:spPr>
            <a:xfrm>
              <a:off x="4874153" y="1032528"/>
              <a:ext cx="50612" cy="46478"/>
            </a:xfrm>
            <a:custGeom>
              <a:rect b="b" l="l" r="r" t="t"/>
              <a:pathLst>
                <a:path extrusionOk="0" h="697" w="759">
                  <a:moveTo>
                    <a:pt x="376" y="1"/>
                  </a:moveTo>
                  <a:cubicBezTo>
                    <a:pt x="208" y="1"/>
                    <a:pt x="61" y="120"/>
                    <a:pt x="25" y="284"/>
                  </a:cubicBezTo>
                  <a:cubicBezTo>
                    <a:pt x="0" y="479"/>
                    <a:pt x="117" y="664"/>
                    <a:pt x="315" y="690"/>
                  </a:cubicBezTo>
                  <a:cubicBezTo>
                    <a:pt x="338" y="694"/>
                    <a:pt x="361" y="696"/>
                    <a:pt x="383" y="696"/>
                  </a:cubicBezTo>
                  <a:cubicBezTo>
                    <a:pt x="551" y="696"/>
                    <a:pt x="698" y="577"/>
                    <a:pt x="720" y="413"/>
                  </a:cubicBezTo>
                  <a:cubicBezTo>
                    <a:pt x="758" y="218"/>
                    <a:pt x="629" y="35"/>
                    <a:pt x="444" y="7"/>
                  </a:cubicBezTo>
                  <a:cubicBezTo>
                    <a:pt x="421" y="3"/>
                    <a:pt x="398" y="1"/>
                    <a:pt x="376"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a:off x="4994717" y="1078939"/>
              <a:ext cx="27140" cy="24272"/>
            </a:xfrm>
            <a:custGeom>
              <a:rect b="b" l="l" r="r" t="t"/>
              <a:pathLst>
                <a:path extrusionOk="0" h="364" w="407">
                  <a:moveTo>
                    <a:pt x="192" y="1"/>
                  </a:moveTo>
                  <a:cubicBezTo>
                    <a:pt x="105" y="1"/>
                    <a:pt x="37" y="62"/>
                    <a:pt x="26" y="151"/>
                  </a:cubicBezTo>
                  <a:cubicBezTo>
                    <a:pt x="1" y="242"/>
                    <a:pt x="67" y="346"/>
                    <a:pt x="171" y="362"/>
                  </a:cubicBezTo>
                  <a:cubicBezTo>
                    <a:pt x="179" y="363"/>
                    <a:pt x="188" y="363"/>
                    <a:pt x="196" y="363"/>
                  </a:cubicBezTo>
                  <a:cubicBezTo>
                    <a:pt x="289" y="363"/>
                    <a:pt x="367" y="301"/>
                    <a:pt x="381" y="217"/>
                  </a:cubicBezTo>
                  <a:cubicBezTo>
                    <a:pt x="406" y="110"/>
                    <a:pt x="340" y="19"/>
                    <a:pt x="237" y="6"/>
                  </a:cubicBezTo>
                  <a:cubicBezTo>
                    <a:pt x="221" y="3"/>
                    <a:pt x="206" y="1"/>
                    <a:pt x="19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9"/>
            <p:cNvSpPr/>
            <p:nvPr/>
          </p:nvSpPr>
          <p:spPr>
            <a:xfrm>
              <a:off x="4846013" y="568944"/>
              <a:ext cx="26273" cy="24673"/>
            </a:xfrm>
            <a:custGeom>
              <a:rect b="b" l="l" r="r" t="t"/>
              <a:pathLst>
                <a:path extrusionOk="0" h="370" w="394">
                  <a:moveTo>
                    <a:pt x="211" y="0"/>
                  </a:moveTo>
                  <a:cubicBezTo>
                    <a:pt x="118" y="0"/>
                    <a:pt x="39" y="61"/>
                    <a:pt x="16" y="159"/>
                  </a:cubicBezTo>
                  <a:cubicBezTo>
                    <a:pt x="1" y="250"/>
                    <a:pt x="67" y="342"/>
                    <a:pt x="158" y="367"/>
                  </a:cubicBezTo>
                  <a:cubicBezTo>
                    <a:pt x="169" y="368"/>
                    <a:pt x="179" y="369"/>
                    <a:pt x="189" y="369"/>
                  </a:cubicBezTo>
                  <a:cubicBezTo>
                    <a:pt x="282" y="369"/>
                    <a:pt x="359" y="307"/>
                    <a:pt x="381" y="225"/>
                  </a:cubicBezTo>
                  <a:cubicBezTo>
                    <a:pt x="394" y="118"/>
                    <a:pt x="331" y="27"/>
                    <a:pt x="237" y="2"/>
                  </a:cubicBezTo>
                  <a:cubicBezTo>
                    <a:pt x="228" y="1"/>
                    <a:pt x="219" y="0"/>
                    <a:pt x="21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9"/>
            <p:cNvSpPr/>
            <p:nvPr/>
          </p:nvSpPr>
          <p:spPr>
            <a:xfrm>
              <a:off x="4806003" y="975847"/>
              <a:ext cx="40076" cy="36542"/>
            </a:xfrm>
            <a:custGeom>
              <a:rect b="b" l="l" r="r" t="t"/>
              <a:pathLst>
                <a:path extrusionOk="0" h="548" w="601">
                  <a:moveTo>
                    <a:pt x="304" y="1"/>
                  </a:moveTo>
                  <a:cubicBezTo>
                    <a:pt x="178" y="1"/>
                    <a:pt x="63" y="88"/>
                    <a:pt x="38" y="228"/>
                  </a:cubicBezTo>
                  <a:cubicBezTo>
                    <a:pt x="0" y="373"/>
                    <a:pt x="104" y="517"/>
                    <a:pt x="261" y="543"/>
                  </a:cubicBezTo>
                  <a:cubicBezTo>
                    <a:pt x="277" y="546"/>
                    <a:pt x="293" y="547"/>
                    <a:pt x="308" y="547"/>
                  </a:cubicBezTo>
                  <a:cubicBezTo>
                    <a:pt x="436" y="547"/>
                    <a:pt x="553" y="448"/>
                    <a:pt x="576" y="319"/>
                  </a:cubicBezTo>
                  <a:cubicBezTo>
                    <a:pt x="601" y="178"/>
                    <a:pt x="510" y="33"/>
                    <a:pt x="352" y="5"/>
                  </a:cubicBezTo>
                  <a:cubicBezTo>
                    <a:pt x="336" y="2"/>
                    <a:pt x="320" y="1"/>
                    <a:pt x="304"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9"/>
            <p:cNvSpPr/>
            <p:nvPr/>
          </p:nvSpPr>
          <p:spPr>
            <a:xfrm>
              <a:off x="5225442" y="973379"/>
              <a:ext cx="40143" cy="37276"/>
            </a:xfrm>
            <a:custGeom>
              <a:rect b="b" l="l" r="r" t="t"/>
              <a:pathLst>
                <a:path extrusionOk="0" h="559" w="602">
                  <a:moveTo>
                    <a:pt x="306" y="0"/>
                  </a:moveTo>
                  <a:cubicBezTo>
                    <a:pt x="167" y="0"/>
                    <a:pt x="48" y="97"/>
                    <a:pt x="26" y="227"/>
                  </a:cubicBezTo>
                  <a:cubicBezTo>
                    <a:pt x="0" y="385"/>
                    <a:pt x="104" y="514"/>
                    <a:pt x="249" y="554"/>
                  </a:cubicBezTo>
                  <a:cubicBezTo>
                    <a:pt x="265" y="557"/>
                    <a:pt x="281" y="558"/>
                    <a:pt x="296" y="558"/>
                  </a:cubicBezTo>
                  <a:cubicBezTo>
                    <a:pt x="434" y="558"/>
                    <a:pt x="553" y="461"/>
                    <a:pt x="576" y="331"/>
                  </a:cubicBezTo>
                  <a:cubicBezTo>
                    <a:pt x="601" y="174"/>
                    <a:pt x="497" y="42"/>
                    <a:pt x="353" y="4"/>
                  </a:cubicBezTo>
                  <a:cubicBezTo>
                    <a:pt x="337" y="1"/>
                    <a:pt x="321" y="0"/>
                    <a:pt x="306"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9"/>
            <p:cNvSpPr/>
            <p:nvPr/>
          </p:nvSpPr>
          <p:spPr>
            <a:xfrm>
              <a:off x="4770127" y="653499"/>
              <a:ext cx="40343" cy="36475"/>
            </a:xfrm>
            <a:custGeom>
              <a:rect b="b" l="l" r="r" t="t"/>
              <a:pathLst>
                <a:path extrusionOk="0" h="547" w="605">
                  <a:moveTo>
                    <a:pt x="305" y="1"/>
                  </a:moveTo>
                  <a:cubicBezTo>
                    <a:pt x="168" y="1"/>
                    <a:pt x="51" y="98"/>
                    <a:pt x="25" y="228"/>
                  </a:cubicBezTo>
                  <a:cubicBezTo>
                    <a:pt x="0" y="373"/>
                    <a:pt x="104" y="514"/>
                    <a:pt x="249" y="542"/>
                  </a:cubicBezTo>
                  <a:cubicBezTo>
                    <a:pt x="266" y="545"/>
                    <a:pt x="284" y="547"/>
                    <a:pt x="301" y="547"/>
                  </a:cubicBezTo>
                  <a:cubicBezTo>
                    <a:pt x="437" y="547"/>
                    <a:pt x="553" y="460"/>
                    <a:pt x="576" y="332"/>
                  </a:cubicBezTo>
                  <a:cubicBezTo>
                    <a:pt x="604" y="174"/>
                    <a:pt x="497" y="30"/>
                    <a:pt x="352" y="5"/>
                  </a:cubicBezTo>
                  <a:cubicBezTo>
                    <a:pt x="337" y="2"/>
                    <a:pt x="321" y="1"/>
                    <a:pt x="30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9"/>
            <p:cNvSpPr/>
            <p:nvPr/>
          </p:nvSpPr>
          <p:spPr>
            <a:xfrm>
              <a:off x="4724582" y="867419"/>
              <a:ext cx="53346" cy="49012"/>
            </a:xfrm>
            <a:custGeom>
              <a:rect b="b" l="l" r="r" t="t"/>
              <a:pathLst>
                <a:path extrusionOk="0" h="735" w="800">
                  <a:moveTo>
                    <a:pt x="401" y="0"/>
                  </a:moveTo>
                  <a:cubicBezTo>
                    <a:pt x="231" y="0"/>
                    <a:pt x="75" y="123"/>
                    <a:pt x="42" y="294"/>
                  </a:cubicBezTo>
                  <a:cubicBezTo>
                    <a:pt x="1" y="492"/>
                    <a:pt x="133" y="687"/>
                    <a:pt x="343" y="728"/>
                  </a:cubicBezTo>
                  <a:cubicBezTo>
                    <a:pt x="365" y="732"/>
                    <a:pt x="386" y="734"/>
                    <a:pt x="407" y="734"/>
                  </a:cubicBezTo>
                  <a:cubicBezTo>
                    <a:pt x="580" y="734"/>
                    <a:pt x="739" y="603"/>
                    <a:pt x="762" y="426"/>
                  </a:cubicBezTo>
                  <a:cubicBezTo>
                    <a:pt x="800" y="231"/>
                    <a:pt x="671" y="46"/>
                    <a:pt x="472" y="8"/>
                  </a:cubicBezTo>
                  <a:cubicBezTo>
                    <a:pt x="448" y="3"/>
                    <a:pt x="424" y="0"/>
                    <a:pt x="40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p:nvPr/>
          </p:nvSpPr>
          <p:spPr>
            <a:xfrm>
              <a:off x="4742187" y="766994"/>
              <a:ext cx="27140" cy="24406"/>
            </a:xfrm>
            <a:custGeom>
              <a:rect b="b" l="l" r="r" t="t"/>
              <a:pathLst>
                <a:path extrusionOk="0" h="366" w="407">
                  <a:moveTo>
                    <a:pt x="192" y="1"/>
                  </a:moveTo>
                  <a:cubicBezTo>
                    <a:pt x="112" y="1"/>
                    <a:pt x="37" y="61"/>
                    <a:pt x="26" y="149"/>
                  </a:cubicBezTo>
                  <a:cubicBezTo>
                    <a:pt x="1" y="243"/>
                    <a:pt x="64" y="347"/>
                    <a:pt x="171" y="360"/>
                  </a:cubicBezTo>
                  <a:cubicBezTo>
                    <a:pt x="186" y="363"/>
                    <a:pt x="201" y="365"/>
                    <a:pt x="216" y="365"/>
                  </a:cubicBezTo>
                  <a:cubicBezTo>
                    <a:pt x="300" y="365"/>
                    <a:pt x="370" y="306"/>
                    <a:pt x="394" y="215"/>
                  </a:cubicBezTo>
                  <a:cubicBezTo>
                    <a:pt x="407" y="111"/>
                    <a:pt x="341" y="20"/>
                    <a:pt x="237" y="7"/>
                  </a:cubicBezTo>
                  <a:cubicBezTo>
                    <a:pt x="222" y="3"/>
                    <a:pt x="207" y="1"/>
                    <a:pt x="19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9"/>
            <p:cNvSpPr/>
            <p:nvPr/>
          </p:nvSpPr>
          <p:spPr>
            <a:xfrm>
              <a:off x="5118682" y="1057000"/>
              <a:ext cx="46411" cy="42743"/>
            </a:xfrm>
            <a:custGeom>
              <a:rect b="b" l="l" r="r" t="t"/>
              <a:pathLst>
                <a:path extrusionOk="0" h="641" w="696">
                  <a:moveTo>
                    <a:pt x="341" y="0"/>
                  </a:moveTo>
                  <a:cubicBezTo>
                    <a:pt x="193" y="0"/>
                    <a:pt x="62" y="109"/>
                    <a:pt x="29" y="257"/>
                  </a:cubicBezTo>
                  <a:cubicBezTo>
                    <a:pt x="1" y="439"/>
                    <a:pt x="120" y="596"/>
                    <a:pt x="290" y="637"/>
                  </a:cubicBezTo>
                  <a:cubicBezTo>
                    <a:pt x="305" y="639"/>
                    <a:pt x="321" y="641"/>
                    <a:pt x="336" y="641"/>
                  </a:cubicBezTo>
                  <a:cubicBezTo>
                    <a:pt x="490" y="641"/>
                    <a:pt x="633" y="530"/>
                    <a:pt x="670" y="376"/>
                  </a:cubicBezTo>
                  <a:cubicBezTo>
                    <a:pt x="696" y="203"/>
                    <a:pt x="579" y="33"/>
                    <a:pt x="409" y="8"/>
                  </a:cubicBezTo>
                  <a:cubicBezTo>
                    <a:pt x="386" y="3"/>
                    <a:pt x="363" y="0"/>
                    <a:pt x="34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9"/>
            <p:cNvSpPr/>
            <p:nvPr/>
          </p:nvSpPr>
          <p:spPr>
            <a:xfrm>
              <a:off x="4947572" y="1028260"/>
              <a:ext cx="33141" cy="30474"/>
            </a:xfrm>
            <a:custGeom>
              <a:rect b="b" l="l" r="r" t="t"/>
              <a:pathLst>
                <a:path extrusionOk="0" h="457" w="497">
                  <a:moveTo>
                    <a:pt x="243" y="1"/>
                  </a:moveTo>
                  <a:cubicBezTo>
                    <a:pt x="132" y="1"/>
                    <a:pt x="36" y="85"/>
                    <a:pt x="25" y="191"/>
                  </a:cubicBezTo>
                  <a:cubicBezTo>
                    <a:pt x="0" y="320"/>
                    <a:pt x="79" y="439"/>
                    <a:pt x="208" y="452"/>
                  </a:cubicBezTo>
                  <a:cubicBezTo>
                    <a:pt x="223" y="455"/>
                    <a:pt x="238" y="456"/>
                    <a:pt x="252" y="456"/>
                  </a:cubicBezTo>
                  <a:cubicBezTo>
                    <a:pt x="355" y="456"/>
                    <a:pt x="447" y="382"/>
                    <a:pt x="472" y="269"/>
                  </a:cubicBezTo>
                  <a:cubicBezTo>
                    <a:pt x="497" y="150"/>
                    <a:pt x="418" y="33"/>
                    <a:pt x="286" y="5"/>
                  </a:cubicBezTo>
                  <a:cubicBezTo>
                    <a:pt x="272" y="2"/>
                    <a:pt x="257" y="1"/>
                    <a:pt x="243"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9"/>
            <p:cNvSpPr/>
            <p:nvPr/>
          </p:nvSpPr>
          <p:spPr>
            <a:xfrm>
              <a:off x="4807670" y="901628"/>
              <a:ext cx="40343" cy="36475"/>
            </a:xfrm>
            <a:custGeom>
              <a:rect b="b" l="l" r="r" t="t"/>
              <a:pathLst>
                <a:path extrusionOk="0" h="547" w="605">
                  <a:moveTo>
                    <a:pt x="308" y="1"/>
                  </a:moveTo>
                  <a:cubicBezTo>
                    <a:pt x="170" y="1"/>
                    <a:pt x="51" y="98"/>
                    <a:pt x="25" y="228"/>
                  </a:cubicBezTo>
                  <a:cubicBezTo>
                    <a:pt x="0" y="372"/>
                    <a:pt x="104" y="517"/>
                    <a:pt x="249" y="542"/>
                  </a:cubicBezTo>
                  <a:cubicBezTo>
                    <a:pt x="265" y="545"/>
                    <a:pt x="281" y="546"/>
                    <a:pt x="297" y="546"/>
                  </a:cubicBezTo>
                  <a:cubicBezTo>
                    <a:pt x="424" y="546"/>
                    <a:pt x="542" y="459"/>
                    <a:pt x="576" y="319"/>
                  </a:cubicBezTo>
                  <a:cubicBezTo>
                    <a:pt x="604" y="174"/>
                    <a:pt x="497" y="33"/>
                    <a:pt x="356" y="4"/>
                  </a:cubicBezTo>
                  <a:cubicBezTo>
                    <a:pt x="340" y="2"/>
                    <a:pt x="324" y="1"/>
                    <a:pt x="308"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9"/>
            <p:cNvSpPr/>
            <p:nvPr/>
          </p:nvSpPr>
          <p:spPr>
            <a:xfrm>
              <a:off x="5283924" y="802803"/>
              <a:ext cx="40343" cy="36542"/>
            </a:xfrm>
            <a:custGeom>
              <a:rect b="b" l="l" r="r" t="t"/>
              <a:pathLst>
                <a:path extrusionOk="0" h="548" w="605">
                  <a:moveTo>
                    <a:pt x="306" y="1"/>
                  </a:moveTo>
                  <a:cubicBezTo>
                    <a:pt x="181" y="1"/>
                    <a:pt x="64" y="88"/>
                    <a:pt x="39" y="228"/>
                  </a:cubicBezTo>
                  <a:cubicBezTo>
                    <a:pt x="1" y="373"/>
                    <a:pt x="105" y="518"/>
                    <a:pt x="249" y="543"/>
                  </a:cubicBezTo>
                  <a:cubicBezTo>
                    <a:pt x="268" y="546"/>
                    <a:pt x="287" y="548"/>
                    <a:pt x="305" y="548"/>
                  </a:cubicBezTo>
                  <a:cubicBezTo>
                    <a:pt x="439" y="548"/>
                    <a:pt x="554" y="458"/>
                    <a:pt x="577" y="319"/>
                  </a:cubicBezTo>
                  <a:cubicBezTo>
                    <a:pt x="605" y="178"/>
                    <a:pt x="510" y="33"/>
                    <a:pt x="353" y="5"/>
                  </a:cubicBezTo>
                  <a:cubicBezTo>
                    <a:pt x="338" y="2"/>
                    <a:pt x="322" y="1"/>
                    <a:pt x="30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9"/>
            <p:cNvSpPr/>
            <p:nvPr/>
          </p:nvSpPr>
          <p:spPr>
            <a:xfrm>
              <a:off x="4824207" y="704111"/>
              <a:ext cx="31541" cy="28473"/>
            </a:xfrm>
            <a:custGeom>
              <a:rect b="b" l="l" r="r" t="t"/>
              <a:pathLst>
                <a:path extrusionOk="0" h="427" w="473">
                  <a:moveTo>
                    <a:pt x="229" y="1"/>
                  </a:moveTo>
                  <a:cubicBezTo>
                    <a:pt x="131" y="1"/>
                    <a:pt x="51" y="74"/>
                    <a:pt x="29" y="177"/>
                  </a:cubicBezTo>
                  <a:cubicBezTo>
                    <a:pt x="1" y="293"/>
                    <a:pt x="79" y="400"/>
                    <a:pt x="199" y="425"/>
                  </a:cubicBezTo>
                  <a:cubicBezTo>
                    <a:pt x="207" y="426"/>
                    <a:pt x="215" y="426"/>
                    <a:pt x="224" y="426"/>
                  </a:cubicBezTo>
                  <a:cubicBezTo>
                    <a:pt x="332" y="426"/>
                    <a:pt x="436" y="352"/>
                    <a:pt x="447" y="255"/>
                  </a:cubicBezTo>
                  <a:cubicBezTo>
                    <a:pt x="472" y="136"/>
                    <a:pt x="394" y="19"/>
                    <a:pt x="277" y="7"/>
                  </a:cubicBezTo>
                  <a:cubicBezTo>
                    <a:pt x="261" y="3"/>
                    <a:pt x="245" y="1"/>
                    <a:pt x="229"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p:nvPr/>
          </p:nvSpPr>
          <p:spPr>
            <a:xfrm>
              <a:off x="5215773" y="907029"/>
              <a:ext cx="31541" cy="28607"/>
            </a:xfrm>
            <a:custGeom>
              <a:rect b="b" l="l" r="r" t="t"/>
              <a:pathLst>
                <a:path extrusionOk="0" h="429" w="473">
                  <a:moveTo>
                    <a:pt x="246" y="0"/>
                  </a:moveTo>
                  <a:cubicBezTo>
                    <a:pt x="139" y="0"/>
                    <a:pt x="37" y="65"/>
                    <a:pt x="26" y="172"/>
                  </a:cubicBezTo>
                  <a:cubicBezTo>
                    <a:pt x="1" y="291"/>
                    <a:pt x="79" y="408"/>
                    <a:pt x="196" y="423"/>
                  </a:cubicBezTo>
                  <a:cubicBezTo>
                    <a:pt x="211" y="427"/>
                    <a:pt x="226" y="428"/>
                    <a:pt x="240" y="428"/>
                  </a:cubicBezTo>
                  <a:cubicBezTo>
                    <a:pt x="340" y="428"/>
                    <a:pt x="423" y="355"/>
                    <a:pt x="447" y="250"/>
                  </a:cubicBezTo>
                  <a:cubicBezTo>
                    <a:pt x="473" y="134"/>
                    <a:pt x="394" y="30"/>
                    <a:pt x="274" y="2"/>
                  </a:cubicBezTo>
                  <a:cubicBezTo>
                    <a:pt x="265" y="1"/>
                    <a:pt x="255" y="0"/>
                    <a:pt x="24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9"/>
            <p:cNvSpPr/>
            <p:nvPr/>
          </p:nvSpPr>
          <p:spPr>
            <a:xfrm>
              <a:off x="5169428" y="989250"/>
              <a:ext cx="31541" cy="28407"/>
            </a:xfrm>
            <a:custGeom>
              <a:rect b="b" l="l" r="r" t="t"/>
              <a:pathLst>
                <a:path extrusionOk="0" h="426" w="473">
                  <a:moveTo>
                    <a:pt x="252" y="1"/>
                  </a:moveTo>
                  <a:cubicBezTo>
                    <a:pt x="142" y="1"/>
                    <a:pt x="40" y="75"/>
                    <a:pt x="26" y="172"/>
                  </a:cubicBezTo>
                  <a:cubicBezTo>
                    <a:pt x="1" y="291"/>
                    <a:pt x="79" y="408"/>
                    <a:pt x="199" y="420"/>
                  </a:cubicBezTo>
                  <a:cubicBezTo>
                    <a:pt x="215" y="424"/>
                    <a:pt x="231" y="426"/>
                    <a:pt x="246" y="426"/>
                  </a:cubicBezTo>
                  <a:cubicBezTo>
                    <a:pt x="342" y="426"/>
                    <a:pt x="423" y="353"/>
                    <a:pt x="447" y="250"/>
                  </a:cubicBezTo>
                  <a:cubicBezTo>
                    <a:pt x="472" y="134"/>
                    <a:pt x="394" y="27"/>
                    <a:pt x="277" y="2"/>
                  </a:cubicBezTo>
                  <a:cubicBezTo>
                    <a:pt x="269" y="1"/>
                    <a:pt x="261" y="1"/>
                    <a:pt x="252"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9"/>
            <p:cNvSpPr/>
            <p:nvPr/>
          </p:nvSpPr>
          <p:spPr>
            <a:xfrm>
              <a:off x="4770927" y="788999"/>
              <a:ext cx="53346" cy="48812"/>
            </a:xfrm>
            <a:custGeom>
              <a:rect b="b" l="l" r="r" t="t"/>
              <a:pathLst>
                <a:path extrusionOk="0" h="732" w="800">
                  <a:moveTo>
                    <a:pt x="406" y="1"/>
                  </a:moveTo>
                  <a:cubicBezTo>
                    <a:pt x="228" y="1"/>
                    <a:pt x="65" y="126"/>
                    <a:pt x="42" y="306"/>
                  </a:cubicBezTo>
                  <a:cubicBezTo>
                    <a:pt x="1" y="501"/>
                    <a:pt x="133" y="684"/>
                    <a:pt x="328" y="725"/>
                  </a:cubicBezTo>
                  <a:cubicBezTo>
                    <a:pt x="351" y="729"/>
                    <a:pt x="374" y="731"/>
                    <a:pt x="397" y="731"/>
                  </a:cubicBezTo>
                  <a:cubicBezTo>
                    <a:pt x="570" y="731"/>
                    <a:pt x="726" y="610"/>
                    <a:pt x="762" y="435"/>
                  </a:cubicBezTo>
                  <a:cubicBezTo>
                    <a:pt x="800" y="240"/>
                    <a:pt x="671" y="42"/>
                    <a:pt x="460" y="4"/>
                  </a:cubicBezTo>
                  <a:cubicBezTo>
                    <a:pt x="442" y="2"/>
                    <a:pt x="424" y="1"/>
                    <a:pt x="40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9"/>
            <p:cNvSpPr/>
            <p:nvPr/>
          </p:nvSpPr>
          <p:spPr>
            <a:xfrm>
              <a:off x="4887157" y="946839"/>
              <a:ext cx="46411" cy="42810"/>
            </a:xfrm>
            <a:custGeom>
              <a:rect b="b" l="l" r="r" t="t"/>
              <a:pathLst>
                <a:path extrusionOk="0" h="642" w="696">
                  <a:moveTo>
                    <a:pt x="338" y="1"/>
                  </a:moveTo>
                  <a:cubicBezTo>
                    <a:pt x="193" y="1"/>
                    <a:pt x="61" y="110"/>
                    <a:pt x="29" y="257"/>
                  </a:cubicBezTo>
                  <a:cubicBezTo>
                    <a:pt x="0" y="427"/>
                    <a:pt x="120" y="597"/>
                    <a:pt x="290" y="638"/>
                  </a:cubicBezTo>
                  <a:cubicBezTo>
                    <a:pt x="305" y="640"/>
                    <a:pt x="321" y="641"/>
                    <a:pt x="336" y="641"/>
                  </a:cubicBezTo>
                  <a:cubicBezTo>
                    <a:pt x="489" y="641"/>
                    <a:pt x="633" y="531"/>
                    <a:pt x="670" y="377"/>
                  </a:cubicBezTo>
                  <a:cubicBezTo>
                    <a:pt x="695" y="204"/>
                    <a:pt x="579" y="34"/>
                    <a:pt x="406" y="9"/>
                  </a:cubicBezTo>
                  <a:cubicBezTo>
                    <a:pt x="383" y="3"/>
                    <a:pt x="361" y="1"/>
                    <a:pt x="338"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9"/>
            <p:cNvSpPr/>
            <p:nvPr/>
          </p:nvSpPr>
          <p:spPr>
            <a:xfrm>
              <a:off x="5041929" y="1032728"/>
              <a:ext cx="39276" cy="36475"/>
            </a:xfrm>
            <a:custGeom>
              <a:rect b="b" l="l" r="r" t="t"/>
              <a:pathLst>
                <a:path extrusionOk="0" h="547" w="589">
                  <a:moveTo>
                    <a:pt x="296" y="0"/>
                  </a:moveTo>
                  <a:cubicBezTo>
                    <a:pt x="167" y="0"/>
                    <a:pt x="48" y="97"/>
                    <a:pt x="26" y="227"/>
                  </a:cubicBezTo>
                  <a:cubicBezTo>
                    <a:pt x="0" y="372"/>
                    <a:pt x="92" y="517"/>
                    <a:pt x="249" y="542"/>
                  </a:cubicBezTo>
                  <a:cubicBezTo>
                    <a:pt x="265" y="545"/>
                    <a:pt x="281" y="546"/>
                    <a:pt x="297" y="546"/>
                  </a:cubicBezTo>
                  <a:cubicBezTo>
                    <a:pt x="424" y="546"/>
                    <a:pt x="541" y="460"/>
                    <a:pt x="563" y="331"/>
                  </a:cubicBezTo>
                  <a:cubicBezTo>
                    <a:pt x="589" y="174"/>
                    <a:pt x="497" y="32"/>
                    <a:pt x="340" y="4"/>
                  </a:cubicBezTo>
                  <a:cubicBezTo>
                    <a:pt x="325" y="2"/>
                    <a:pt x="311" y="0"/>
                    <a:pt x="29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1" name="Google Shape;291;p9"/>
          <p:cNvGrpSpPr/>
          <p:nvPr/>
        </p:nvGrpSpPr>
        <p:grpSpPr>
          <a:xfrm>
            <a:off x="7900007" y="-431834"/>
            <a:ext cx="1847234" cy="2045363"/>
            <a:chOff x="1180196" y="1611644"/>
            <a:chExt cx="1265489" cy="1401221"/>
          </a:xfrm>
        </p:grpSpPr>
        <p:sp>
          <p:nvSpPr>
            <p:cNvPr id="292" name="Google Shape;292;p9"/>
            <p:cNvSpPr/>
            <p:nvPr/>
          </p:nvSpPr>
          <p:spPr>
            <a:xfrm>
              <a:off x="1368110" y="1764685"/>
              <a:ext cx="719237" cy="825996"/>
            </a:xfrm>
            <a:custGeom>
              <a:rect b="b" l="l" r="r" t="t"/>
              <a:pathLst>
                <a:path extrusionOk="0" h="12387" w="10786">
                  <a:moveTo>
                    <a:pt x="394" y="7275"/>
                  </a:moveTo>
                  <a:cubicBezTo>
                    <a:pt x="236" y="7392"/>
                    <a:pt x="133" y="7549"/>
                    <a:pt x="79" y="7719"/>
                  </a:cubicBezTo>
                  <a:cubicBezTo>
                    <a:pt x="1" y="7942"/>
                    <a:pt x="38" y="8178"/>
                    <a:pt x="183" y="8364"/>
                  </a:cubicBezTo>
                  <a:lnTo>
                    <a:pt x="497" y="8757"/>
                  </a:lnTo>
                  <a:lnTo>
                    <a:pt x="604" y="8873"/>
                  </a:lnTo>
                  <a:cubicBezTo>
                    <a:pt x="762" y="9071"/>
                    <a:pt x="1035" y="9134"/>
                    <a:pt x="1312" y="9084"/>
                  </a:cubicBezTo>
                  <a:cubicBezTo>
                    <a:pt x="1454" y="9043"/>
                    <a:pt x="1586" y="8977"/>
                    <a:pt x="1718" y="8886"/>
                  </a:cubicBezTo>
                  <a:lnTo>
                    <a:pt x="4549" y="6580"/>
                  </a:lnTo>
                  <a:lnTo>
                    <a:pt x="2347" y="10892"/>
                  </a:lnTo>
                  <a:cubicBezTo>
                    <a:pt x="2256" y="11062"/>
                    <a:pt x="2215" y="11245"/>
                    <a:pt x="2240" y="11414"/>
                  </a:cubicBezTo>
                  <a:cubicBezTo>
                    <a:pt x="2268" y="11650"/>
                    <a:pt x="2385" y="11861"/>
                    <a:pt x="2583" y="11965"/>
                  </a:cubicBezTo>
                  <a:lnTo>
                    <a:pt x="3042" y="12201"/>
                  </a:lnTo>
                  <a:lnTo>
                    <a:pt x="3183" y="12267"/>
                  </a:lnTo>
                  <a:cubicBezTo>
                    <a:pt x="3407" y="12386"/>
                    <a:pt x="3684" y="12345"/>
                    <a:pt x="3907" y="12176"/>
                  </a:cubicBezTo>
                  <a:cubicBezTo>
                    <a:pt x="4036" y="12097"/>
                    <a:pt x="4127" y="11981"/>
                    <a:pt x="4206" y="11836"/>
                  </a:cubicBezTo>
                  <a:lnTo>
                    <a:pt x="8584" y="3316"/>
                  </a:lnTo>
                  <a:lnTo>
                    <a:pt x="10326" y="1900"/>
                  </a:lnTo>
                  <a:cubicBezTo>
                    <a:pt x="10694" y="1601"/>
                    <a:pt x="10785" y="1114"/>
                    <a:pt x="10537" y="815"/>
                  </a:cubicBezTo>
                  <a:lnTo>
                    <a:pt x="10446" y="696"/>
                  </a:lnTo>
                  <a:lnTo>
                    <a:pt x="10119" y="302"/>
                  </a:lnTo>
                  <a:cubicBezTo>
                    <a:pt x="9867" y="0"/>
                    <a:pt x="9370" y="0"/>
                    <a:pt x="9002" y="290"/>
                  </a:cubicBezTo>
                  <a:lnTo>
                    <a:pt x="8518" y="683"/>
                  </a:lnTo>
                  <a:lnTo>
                    <a:pt x="8414" y="630"/>
                  </a:lnTo>
                  <a:cubicBezTo>
                    <a:pt x="8059" y="447"/>
                    <a:pt x="7603" y="642"/>
                    <a:pt x="7392" y="1064"/>
                  </a:cubicBezTo>
                  <a:lnTo>
                    <a:pt x="6920" y="1979"/>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9"/>
            <p:cNvSpPr/>
            <p:nvPr/>
          </p:nvSpPr>
          <p:spPr>
            <a:xfrm>
              <a:off x="1924578" y="1611644"/>
              <a:ext cx="145168" cy="114627"/>
            </a:xfrm>
            <a:custGeom>
              <a:rect b="b" l="l" r="r" t="t"/>
              <a:pathLst>
                <a:path extrusionOk="0" h="1719" w="2177">
                  <a:moveTo>
                    <a:pt x="1324" y="1533"/>
                  </a:moveTo>
                  <a:cubicBezTo>
                    <a:pt x="1850" y="1350"/>
                    <a:pt x="2177" y="903"/>
                    <a:pt x="2045" y="526"/>
                  </a:cubicBezTo>
                  <a:cubicBezTo>
                    <a:pt x="1916" y="158"/>
                    <a:pt x="1378" y="1"/>
                    <a:pt x="853" y="183"/>
                  </a:cubicBezTo>
                  <a:cubicBezTo>
                    <a:pt x="327" y="353"/>
                    <a:pt x="0" y="812"/>
                    <a:pt x="145" y="1180"/>
                  </a:cubicBezTo>
                  <a:cubicBezTo>
                    <a:pt x="277" y="1561"/>
                    <a:pt x="799" y="1718"/>
                    <a:pt x="1324" y="153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9"/>
            <p:cNvSpPr/>
            <p:nvPr/>
          </p:nvSpPr>
          <p:spPr>
            <a:xfrm>
              <a:off x="1228279" y="2027410"/>
              <a:ext cx="144168" cy="117295"/>
            </a:xfrm>
            <a:custGeom>
              <a:rect b="b" l="l" r="r" t="t"/>
              <a:pathLst>
                <a:path extrusionOk="0" h="1759" w="2162">
                  <a:moveTo>
                    <a:pt x="1441" y="1469"/>
                  </a:moveTo>
                  <a:cubicBezTo>
                    <a:pt x="1926" y="1180"/>
                    <a:pt x="2162" y="683"/>
                    <a:pt x="1967" y="356"/>
                  </a:cubicBezTo>
                  <a:cubicBezTo>
                    <a:pt x="1768" y="29"/>
                    <a:pt x="1218" y="1"/>
                    <a:pt x="721" y="290"/>
                  </a:cubicBezTo>
                  <a:cubicBezTo>
                    <a:pt x="237" y="567"/>
                    <a:pt x="1" y="1064"/>
                    <a:pt x="196" y="1391"/>
                  </a:cubicBezTo>
                  <a:cubicBezTo>
                    <a:pt x="394" y="1718"/>
                    <a:pt x="957" y="1759"/>
                    <a:pt x="1441" y="1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9"/>
            <p:cNvSpPr/>
            <p:nvPr/>
          </p:nvSpPr>
          <p:spPr>
            <a:xfrm>
              <a:off x="1603107" y="1794218"/>
              <a:ext cx="152103" cy="117895"/>
            </a:xfrm>
            <a:custGeom>
              <a:rect b="b" l="l" r="r" t="t"/>
              <a:pathLst>
                <a:path extrusionOk="0" h="1768" w="2281">
                  <a:moveTo>
                    <a:pt x="1457" y="1507"/>
                  </a:moveTo>
                  <a:cubicBezTo>
                    <a:pt x="1994" y="1246"/>
                    <a:pt x="2281" y="746"/>
                    <a:pt x="2111" y="406"/>
                  </a:cubicBezTo>
                  <a:cubicBezTo>
                    <a:pt x="1941" y="66"/>
                    <a:pt x="1365" y="0"/>
                    <a:pt x="828" y="261"/>
                  </a:cubicBezTo>
                  <a:cubicBezTo>
                    <a:pt x="290" y="525"/>
                    <a:pt x="0" y="1022"/>
                    <a:pt x="173" y="1362"/>
                  </a:cubicBezTo>
                  <a:cubicBezTo>
                    <a:pt x="343" y="1705"/>
                    <a:pt x="919" y="1768"/>
                    <a:pt x="1457" y="150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9"/>
            <p:cNvSpPr/>
            <p:nvPr/>
          </p:nvSpPr>
          <p:spPr>
            <a:xfrm>
              <a:off x="1403857" y="1957592"/>
              <a:ext cx="94422" cy="121496"/>
            </a:xfrm>
            <a:custGeom>
              <a:rect b="b" l="l" r="r" t="t"/>
              <a:pathLst>
                <a:path extrusionOk="0" h="1822" w="1416">
                  <a:moveTo>
                    <a:pt x="592" y="1771"/>
                  </a:moveTo>
                  <a:cubicBezTo>
                    <a:pt x="931" y="1821"/>
                    <a:pt x="1274" y="1469"/>
                    <a:pt x="1337" y="997"/>
                  </a:cubicBezTo>
                  <a:cubicBezTo>
                    <a:pt x="1416" y="525"/>
                    <a:pt x="1180" y="91"/>
                    <a:pt x="828" y="41"/>
                  </a:cubicBezTo>
                  <a:cubicBezTo>
                    <a:pt x="472" y="0"/>
                    <a:pt x="132" y="340"/>
                    <a:pt x="66" y="812"/>
                  </a:cubicBezTo>
                  <a:cubicBezTo>
                    <a:pt x="0" y="1299"/>
                    <a:pt x="236" y="1718"/>
                    <a:pt x="592" y="177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9"/>
            <p:cNvSpPr/>
            <p:nvPr/>
          </p:nvSpPr>
          <p:spPr>
            <a:xfrm>
              <a:off x="2326723" y="1640792"/>
              <a:ext cx="118962" cy="143301"/>
            </a:xfrm>
            <a:custGeom>
              <a:rect b="b" l="l" r="r" t="t"/>
              <a:pathLst>
                <a:path extrusionOk="0" h="2149" w="1784">
                  <a:moveTo>
                    <a:pt x="236" y="787"/>
                  </a:moveTo>
                  <a:cubicBezTo>
                    <a:pt x="0" y="1284"/>
                    <a:pt x="104" y="1822"/>
                    <a:pt x="472" y="1991"/>
                  </a:cubicBezTo>
                  <a:cubicBezTo>
                    <a:pt x="840" y="2149"/>
                    <a:pt x="1324" y="1875"/>
                    <a:pt x="1548" y="1378"/>
                  </a:cubicBezTo>
                  <a:cubicBezTo>
                    <a:pt x="1784" y="878"/>
                    <a:pt x="1664" y="340"/>
                    <a:pt x="1312" y="170"/>
                  </a:cubicBezTo>
                  <a:cubicBezTo>
                    <a:pt x="944" y="1"/>
                    <a:pt x="459" y="277"/>
                    <a:pt x="236" y="78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9"/>
            <p:cNvSpPr/>
            <p:nvPr/>
          </p:nvSpPr>
          <p:spPr>
            <a:xfrm>
              <a:off x="1425862" y="1826492"/>
              <a:ext cx="164306" cy="148569"/>
            </a:xfrm>
            <a:custGeom>
              <a:rect b="b" l="l" r="r" t="t"/>
              <a:pathLst>
                <a:path extrusionOk="0" h="2228" w="2464">
                  <a:moveTo>
                    <a:pt x="878" y="1494"/>
                  </a:moveTo>
                  <a:cubicBezTo>
                    <a:pt x="1400" y="1913"/>
                    <a:pt x="1888" y="2227"/>
                    <a:pt x="2174" y="1875"/>
                  </a:cubicBezTo>
                  <a:cubicBezTo>
                    <a:pt x="2463" y="1520"/>
                    <a:pt x="2265" y="906"/>
                    <a:pt x="1743" y="485"/>
                  </a:cubicBezTo>
                  <a:cubicBezTo>
                    <a:pt x="1230" y="54"/>
                    <a:pt x="576" y="0"/>
                    <a:pt x="287" y="356"/>
                  </a:cubicBezTo>
                  <a:cubicBezTo>
                    <a:pt x="1" y="696"/>
                    <a:pt x="353" y="1076"/>
                    <a:pt x="878" y="149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9"/>
            <p:cNvSpPr/>
            <p:nvPr/>
          </p:nvSpPr>
          <p:spPr>
            <a:xfrm>
              <a:off x="1599715" y="2593958"/>
              <a:ext cx="156504" cy="124229"/>
            </a:xfrm>
            <a:custGeom>
              <a:rect b="b" l="l" r="r" t="t"/>
              <a:pathLst>
                <a:path extrusionOk="0" h="1863" w="2347">
                  <a:moveTo>
                    <a:pt x="931" y="170"/>
                  </a:moveTo>
                  <a:cubicBezTo>
                    <a:pt x="356" y="353"/>
                    <a:pt x="0" y="840"/>
                    <a:pt x="132" y="1259"/>
                  </a:cubicBezTo>
                  <a:cubicBezTo>
                    <a:pt x="277" y="1677"/>
                    <a:pt x="840" y="1863"/>
                    <a:pt x="1415" y="1690"/>
                  </a:cubicBezTo>
                  <a:cubicBezTo>
                    <a:pt x="1991" y="1507"/>
                    <a:pt x="2346" y="1023"/>
                    <a:pt x="2202" y="605"/>
                  </a:cubicBezTo>
                  <a:cubicBezTo>
                    <a:pt x="2070" y="183"/>
                    <a:pt x="1494" y="1"/>
                    <a:pt x="931" y="17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9"/>
            <p:cNvSpPr/>
            <p:nvPr/>
          </p:nvSpPr>
          <p:spPr>
            <a:xfrm>
              <a:off x="1456412" y="2705786"/>
              <a:ext cx="113560" cy="147702"/>
            </a:xfrm>
            <a:custGeom>
              <a:rect b="b" l="l" r="r" t="t"/>
              <a:pathLst>
                <a:path extrusionOk="0" h="2215" w="1703">
                  <a:moveTo>
                    <a:pt x="1652" y="1180"/>
                  </a:moveTo>
                  <a:cubicBezTo>
                    <a:pt x="1703" y="591"/>
                    <a:pt x="1375" y="79"/>
                    <a:pt x="945" y="41"/>
                  </a:cubicBezTo>
                  <a:cubicBezTo>
                    <a:pt x="498" y="0"/>
                    <a:pt x="105" y="447"/>
                    <a:pt x="51" y="1035"/>
                  </a:cubicBezTo>
                  <a:cubicBezTo>
                    <a:pt x="1" y="1626"/>
                    <a:pt x="315" y="2136"/>
                    <a:pt x="759" y="2177"/>
                  </a:cubicBezTo>
                  <a:cubicBezTo>
                    <a:pt x="1206" y="2214"/>
                    <a:pt x="1599" y="1771"/>
                    <a:pt x="1652" y="118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1" name="Google Shape;301;p9"/>
            <p:cNvSpPr/>
            <p:nvPr/>
          </p:nvSpPr>
          <p:spPr>
            <a:xfrm>
              <a:off x="2095558" y="1708737"/>
              <a:ext cx="173108" cy="115427"/>
            </a:xfrm>
            <a:custGeom>
              <a:rect b="b" l="l" r="r" t="t"/>
              <a:pathLst>
                <a:path extrusionOk="0" h="1731" w="2596">
                  <a:moveTo>
                    <a:pt x="1523" y="1548"/>
                  </a:moveTo>
                  <a:cubicBezTo>
                    <a:pt x="2177" y="1375"/>
                    <a:pt x="2595" y="878"/>
                    <a:pt x="2466" y="431"/>
                  </a:cubicBezTo>
                  <a:cubicBezTo>
                    <a:pt x="2334" y="0"/>
                    <a:pt x="1825" y="79"/>
                    <a:pt x="1180" y="261"/>
                  </a:cubicBezTo>
                  <a:cubicBezTo>
                    <a:pt x="538" y="447"/>
                    <a:pt x="0" y="655"/>
                    <a:pt x="132" y="1089"/>
                  </a:cubicBezTo>
                  <a:cubicBezTo>
                    <a:pt x="252" y="1520"/>
                    <a:pt x="881" y="1730"/>
                    <a:pt x="1523" y="154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2" name="Google Shape;302;p9"/>
            <p:cNvSpPr/>
            <p:nvPr/>
          </p:nvSpPr>
          <p:spPr>
            <a:xfrm>
              <a:off x="1680002" y="2836019"/>
              <a:ext cx="141634" cy="166973"/>
            </a:xfrm>
            <a:custGeom>
              <a:rect b="b" l="l" r="r" t="t"/>
              <a:pathLst>
                <a:path extrusionOk="0" h="2504" w="2124">
                  <a:moveTo>
                    <a:pt x="369" y="261"/>
                  </a:moveTo>
                  <a:cubicBezTo>
                    <a:pt x="1" y="513"/>
                    <a:pt x="1" y="1167"/>
                    <a:pt x="381" y="1718"/>
                  </a:cubicBezTo>
                  <a:cubicBezTo>
                    <a:pt x="762" y="2268"/>
                    <a:pt x="1378" y="2504"/>
                    <a:pt x="1759" y="2243"/>
                  </a:cubicBezTo>
                  <a:cubicBezTo>
                    <a:pt x="2124" y="1991"/>
                    <a:pt x="1888" y="1535"/>
                    <a:pt x="1510" y="985"/>
                  </a:cubicBezTo>
                  <a:cubicBezTo>
                    <a:pt x="1117" y="434"/>
                    <a:pt x="749" y="0"/>
                    <a:pt x="369" y="2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3" name="Google Shape;303;p9"/>
            <p:cNvSpPr/>
            <p:nvPr/>
          </p:nvSpPr>
          <p:spPr>
            <a:xfrm>
              <a:off x="1416989" y="1835703"/>
              <a:ext cx="444039" cy="732107"/>
            </a:xfrm>
            <a:custGeom>
              <a:rect b="b" l="l" r="r" t="t"/>
              <a:pathLst>
                <a:path extrusionOk="0" h="10979" w="6659">
                  <a:moveTo>
                    <a:pt x="5918" y="0"/>
                  </a:moveTo>
                  <a:cubicBezTo>
                    <a:pt x="5631" y="0"/>
                    <a:pt x="5335" y="183"/>
                    <a:pt x="5177" y="496"/>
                  </a:cubicBezTo>
                  <a:lnTo>
                    <a:pt x="120" y="10324"/>
                  </a:lnTo>
                  <a:cubicBezTo>
                    <a:pt x="41" y="10494"/>
                    <a:pt x="0" y="10680"/>
                    <a:pt x="29" y="10850"/>
                  </a:cubicBezTo>
                  <a:cubicBezTo>
                    <a:pt x="143" y="10792"/>
                    <a:pt x="283" y="10762"/>
                    <a:pt x="435" y="10762"/>
                  </a:cubicBezTo>
                  <a:cubicBezTo>
                    <a:pt x="632" y="10762"/>
                    <a:pt x="849" y="10811"/>
                    <a:pt x="1063" y="10916"/>
                  </a:cubicBezTo>
                  <a:cubicBezTo>
                    <a:pt x="1089" y="10941"/>
                    <a:pt x="1129" y="10953"/>
                    <a:pt x="1167" y="10979"/>
                  </a:cubicBezTo>
                  <a:lnTo>
                    <a:pt x="6659" y="301"/>
                  </a:lnTo>
                  <a:lnTo>
                    <a:pt x="6200" y="65"/>
                  </a:lnTo>
                  <a:cubicBezTo>
                    <a:pt x="6111" y="21"/>
                    <a:pt x="6015" y="0"/>
                    <a:pt x="591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9"/>
            <p:cNvSpPr/>
            <p:nvPr/>
          </p:nvSpPr>
          <p:spPr>
            <a:xfrm>
              <a:off x="1494809" y="1855708"/>
              <a:ext cx="405430" cy="755113"/>
            </a:xfrm>
            <a:custGeom>
              <a:rect b="b" l="l" r="r" t="t"/>
              <a:pathLst>
                <a:path extrusionOk="0" h="11324" w="6080">
                  <a:moveTo>
                    <a:pt x="5492" y="1"/>
                  </a:moveTo>
                  <a:lnTo>
                    <a:pt x="0" y="10679"/>
                  </a:lnTo>
                  <a:cubicBezTo>
                    <a:pt x="277" y="10851"/>
                    <a:pt x="459" y="11087"/>
                    <a:pt x="525" y="11323"/>
                  </a:cubicBezTo>
                  <a:cubicBezTo>
                    <a:pt x="642" y="11229"/>
                    <a:pt x="749" y="11113"/>
                    <a:pt x="827" y="10968"/>
                  </a:cubicBezTo>
                  <a:lnTo>
                    <a:pt x="5872" y="1139"/>
                  </a:lnTo>
                  <a:cubicBezTo>
                    <a:pt x="6080" y="733"/>
                    <a:pt x="5976" y="249"/>
                    <a:pt x="5624" y="63"/>
                  </a:cubicBezTo>
                  <a:lnTo>
                    <a:pt x="5492"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9"/>
            <p:cNvSpPr/>
            <p:nvPr/>
          </p:nvSpPr>
          <p:spPr>
            <a:xfrm>
              <a:off x="1418856" y="2553284"/>
              <a:ext cx="111026" cy="67283"/>
            </a:xfrm>
            <a:custGeom>
              <a:rect b="b" l="l" r="r" t="t"/>
              <a:pathLst>
                <a:path extrusionOk="0" h="1009" w="1665">
                  <a:moveTo>
                    <a:pt x="407" y="1"/>
                  </a:moveTo>
                  <a:cubicBezTo>
                    <a:pt x="255" y="1"/>
                    <a:pt x="115" y="31"/>
                    <a:pt x="1" y="89"/>
                  </a:cubicBezTo>
                  <a:cubicBezTo>
                    <a:pt x="13" y="337"/>
                    <a:pt x="142" y="532"/>
                    <a:pt x="340" y="639"/>
                  </a:cubicBezTo>
                  <a:lnTo>
                    <a:pt x="800" y="875"/>
                  </a:lnTo>
                  <a:lnTo>
                    <a:pt x="944" y="941"/>
                  </a:lnTo>
                  <a:cubicBezTo>
                    <a:pt x="1031" y="987"/>
                    <a:pt x="1127" y="1009"/>
                    <a:pt x="1225" y="1009"/>
                  </a:cubicBezTo>
                  <a:cubicBezTo>
                    <a:pt x="1375" y="1009"/>
                    <a:pt x="1529" y="957"/>
                    <a:pt x="1664" y="862"/>
                  </a:cubicBezTo>
                  <a:cubicBezTo>
                    <a:pt x="1598" y="626"/>
                    <a:pt x="1416" y="390"/>
                    <a:pt x="1139" y="218"/>
                  </a:cubicBezTo>
                  <a:cubicBezTo>
                    <a:pt x="1101" y="192"/>
                    <a:pt x="1061" y="180"/>
                    <a:pt x="1035" y="155"/>
                  </a:cubicBezTo>
                  <a:cubicBezTo>
                    <a:pt x="821" y="50"/>
                    <a:pt x="604" y="1"/>
                    <a:pt x="407"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9"/>
            <p:cNvSpPr/>
            <p:nvPr/>
          </p:nvSpPr>
          <p:spPr>
            <a:xfrm>
              <a:off x="1274553" y="1803295"/>
              <a:ext cx="690497" cy="546997"/>
            </a:xfrm>
            <a:custGeom>
              <a:rect b="b" l="l" r="r" t="t"/>
              <a:pathLst>
                <a:path extrusionOk="0" h="8203" w="10355">
                  <a:moveTo>
                    <a:pt x="9516" y="1"/>
                  </a:moveTo>
                  <a:cubicBezTo>
                    <a:pt x="9315" y="1"/>
                    <a:pt x="9101" y="73"/>
                    <a:pt x="8927" y="220"/>
                  </a:cubicBezTo>
                  <a:lnTo>
                    <a:pt x="303" y="7193"/>
                  </a:lnTo>
                  <a:cubicBezTo>
                    <a:pt x="158" y="7325"/>
                    <a:pt x="54" y="7483"/>
                    <a:pt x="1" y="7640"/>
                  </a:cubicBezTo>
                  <a:cubicBezTo>
                    <a:pt x="22" y="7638"/>
                    <a:pt x="44" y="7637"/>
                    <a:pt x="66" y="7637"/>
                  </a:cubicBezTo>
                  <a:cubicBezTo>
                    <a:pt x="352" y="7637"/>
                    <a:pt x="674" y="7808"/>
                    <a:pt x="919" y="8112"/>
                  </a:cubicBezTo>
                  <a:cubicBezTo>
                    <a:pt x="957" y="8137"/>
                    <a:pt x="969" y="8178"/>
                    <a:pt x="998" y="8203"/>
                  </a:cubicBezTo>
                  <a:lnTo>
                    <a:pt x="10355" y="629"/>
                  </a:lnTo>
                  <a:lnTo>
                    <a:pt x="10040" y="220"/>
                  </a:lnTo>
                  <a:cubicBezTo>
                    <a:pt x="9915" y="76"/>
                    <a:pt x="9722" y="1"/>
                    <a:pt x="951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9"/>
            <p:cNvSpPr/>
            <p:nvPr/>
          </p:nvSpPr>
          <p:spPr>
            <a:xfrm>
              <a:off x="1341036" y="1845239"/>
              <a:ext cx="647554" cy="558333"/>
            </a:xfrm>
            <a:custGeom>
              <a:rect b="b" l="l" r="r" t="t"/>
              <a:pathLst>
                <a:path extrusionOk="0" h="8373" w="9711">
                  <a:moveTo>
                    <a:pt x="9358" y="0"/>
                  </a:moveTo>
                  <a:lnTo>
                    <a:pt x="1" y="7574"/>
                  </a:lnTo>
                  <a:cubicBezTo>
                    <a:pt x="183" y="7835"/>
                    <a:pt x="262" y="8137"/>
                    <a:pt x="224" y="8373"/>
                  </a:cubicBezTo>
                  <a:cubicBezTo>
                    <a:pt x="366" y="8348"/>
                    <a:pt x="510" y="8282"/>
                    <a:pt x="642" y="8178"/>
                  </a:cubicBezTo>
                  <a:lnTo>
                    <a:pt x="9251" y="1192"/>
                  </a:lnTo>
                  <a:cubicBezTo>
                    <a:pt x="9619" y="903"/>
                    <a:pt x="9710" y="419"/>
                    <a:pt x="9462" y="117"/>
                  </a:cubicBezTo>
                  <a:lnTo>
                    <a:pt x="9358"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9"/>
            <p:cNvSpPr/>
            <p:nvPr/>
          </p:nvSpPr>
          <p:spPr>
            <a:xfrm>
              <a:off x="1269352" y="2312490"/>
              <a:ext cx="89155" cy="92622"/>
            </a:xfrm>
            <a:custGeom>
              <a:rect b="b" l="l" r="r" t="t"/>
              <a:pathLst>
                <a:path extrusionOk="0" h="1389" w="1337">
                  <a:moveTo>
                    <a:pt x="144" y="1"/>
                  </a:moveTo>
                  <a:cubicBezTo>
                    <a:pt x="122" y="1"/>
                    <a:pt x="100" y="2"/>
                    <a:pt x="79" y="4"/>
                  </a:cubicBezTo>
                  <a:cubicBezTo>
                    <a:pt x="0" y="227"/>
                    <a:pt x="25" y="476"/>
                    <a:pt x="170" y="646"/>
                  </a:cubicBezTo>
                  <a:lnTo>
                    <a:pt x="497" y="1039"/>
                  </a:lnTo>
                  <a:lnTo>
                    <a:pt x="604" y="1155"/>
                  </a:lnTo>
                  <a:cubicBezTo>
                    <a:pt x="725" y="1307"/>
                    <a:pt x="914" y="1389"/>
                    <a:pt x="1114" y="1389"/>
                  </a:cubicBezTo>
                  <a:cubicBezTo>
                    <a:pt x="1175" y="1389"/>
                    <a:pt x="1238" y="1381"/>
                    <a:pt x="1299" y="1366"/>
                  </a:cubicBezTo>
                  <a:cubicBezTo>
                    <a:pt x="1337" y="1130"/>
                    <a:pt x="1258" y="828"/>
                    <a:pt x="1076" y="567"/>
                  </a:cubicBezTo>
                  <a:cubicBezTo>
                    <a:pt x="1047" y="542"/>
                    <a:pt x="1035" y="501"/>
                    <a:pt x="997" y="476"/>
                  </a:cubicBezTo>
                  <a:cubicBezTo>
                    <a:pt x="752" y="172"/>
                    <a:pt x="430" y="1"/>
                    <a:pt x="144"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9" name="Google Shape;309;p9"/>
            <p:cNvSpPr/>
            <p:nvPr/>
          </p:nvSpPr>
          <p:spPr>
            <a:xfrm>
              <a:off x="1900178" y="1640787"/>
              <a:ext cx="145234" cy="100290"/>
            </a:xfrm>
            <a:custGeom>
              <a:rect b="b" l="l" r="r" t="t"/>
              <a:pathLst>
                <a:path extrusionOk="0" h="1504" w="2178">
                  <a:moveTo>
                    <a:pt x="1293" y="0"/>
                  </a:moveTo>
                  <a:cubicBezTo>
                    <a:pt x="1152" y="0"/>
                    <a:pt x="1003" y="25"/>
                    <a:pt x="853" y="78"/>
                  </a:cubicBezTo>
                  <a:cubicBezTo>
                    <a:pt x="331" y="261"/>
                    <a:pt x="1" y="707"/>
                    <a:pt x="133" y="1085"/>
                  </a:cubicBezTo>
                  <a:cubicBezTo>
                    <a:pt x="228" y="1348"/>
                    <a:pt x="530" y="1504"/>
                    <a:pt x="886" y="1504"/>
                  </a:cubicBezTo>
                  <a:cubicBezTo>
                    <a:pt x="1027" y="1504"/>
                    <a:pt x="1177" y="1479"/>
                    <a:pt x="1325" y="1428"/>
                  </a:cubicBezTo>
                  <a:cubicBezTo>
                    <a:pt x="1850" y="1258"/>
                    <a:pt x="2177" y="799"/>
                    <a:pt x="2045" y="431"/>
                  </a:cubicBezTo>
                  <a:cubicBezTo>
                    <a:pt x="1944" y="158"/>
                    <a:pt x="1647" y="0"/>
                    <a:pt x="12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9"/>
            <p:cNvSpPr/>
            <p:nvPr/>
          </p:nvSpPr>
          <p:spPr>
            <a:xfrm>
              <a:off x="1180196" y="2067295"/>
              <a:ext cx="144368" cy="105092"/>
            </a:xfrm>
            <a:custGeom>
              <a:rect b="b" l="l" r="r" t="t"/>
              <a:pathLst>
                <a:path extrusionOk="0" h="1576" w="2165">
                  <a:moveTo>
                    <a:pt x="1387" y="0"/>
                  </a:moveTo>
                  <a:cubicBezTo>
                    <a:pt x="1176" y="0"/>
                    <a:pt x="940" y="63"/>
                    <a:pt x="721" y="193"/>
                  </a:cubicBezTo>
                  <a:cubicBezTo>
                    <a:pt x="236" y="482"/>
                    <a:pt x="0" y="979"/>
                    <a:pt x="199" y="1309"/>
                  </a:cubicBezTo>
                  <a:cubicBezTo>
                    <a:pt x="304" y="1487"/>
                    <a:pt x="519" y="1576"/>
                    <a:pt x="770" y="1576"/>
                  </a:cubicBezTo>
                  <a:cubicBezTo>
                    <a:pt x="982" y="1576"/>
                    <a:pt x="1220" y="1513"/>
                    <a:pt x="1441" y="1388"/>
                  </a:cubicBezTo>
                  <a:cubicBezTo>
                    <a:pt x="1928" y="1099"/>
                    <a:pt x="2164" y="602"/>
                    <a:pt x="1966" y="272"/>
                  </a:cubicBezTo>
                  <a:cubicBezTo>
                    <a:pt x="1859" y="92"/>
                    <a:pt x="1642" y="0"/>
                    <a:pt x="138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9"/>
            <p:cNvSpPr/>
            <p:nvPr/>
          </p:nvSpPr>
          <p:spPr>
            <a:xfrm>
              <a:off x="1202868" y="2090634"/>
              <a:ext cx="94422" cy="61281"/>
            </a:xfrm>
            <a:custGeom>
              <a:rect b="b" l="l" r="r" t="t"/>
              <a:pathLst>
                <a:path extrusionOk="0" h="919" w="1416">
                  <a:moveTo>
                    <a:pt x="0" y="881"/>
                  </a:moveTo>
                  <a:cubicBezTo>
                    <a:pt x="0" y="865"/>
                    <a:pt x="41" y="865"/>
                    <a:pt x="107" y="852"/>
                  </a:cubicBezTo>
                  <a:cubicBezTo>
                    <a:pt x="173" y="852"/>
                    <a:pt x="264" y="827"/>
                    <a:pt x="355" y="786"/>
                  </a:cubicBezTo>
                  <a:cubicBezTo>
                    <a:pt x="447" y="736"/>
                    <a:pt x="538" y="670"/>
                    <a:pt x="604" y="591"/>
                  </a:cubicBezTo>
                  <a:cubicBezTo>
                    <a:pt x="670" y="513"/>
                    <a:pt x="708" y="409"/>
                    <a:pt x="761" y="330"/>
                  </a:cubicBezTo>
                  <a:cubicBezTo>
                    <a:pt x="815" y="236"/>
                    <a:pt x="881" y="145"/>
                    <a:pt x="972" y="79"/>
                  </a:cubicBezTo>
                  <a:cubicBezTo>
                    <a:pt x="1022" y="54"/>
                    <a:pt x="1063" y="28"/>
                    <a:pt x="1117" y="16"/>
                  </a:cubicBezTo>
                  <a:cubicBezTo>
                    <a:pt x="1167" y="0"/>
                    <a:pt x="1208" y="0"/>
                    <a:pt x="1246" y="16"/>
                  </a:cubicBezTo>
                  <a:cubicBezTo>
                    <a:pt x="1324" y="28"/>
                    <a:pt x="1378" y="66"/>
                    <a:pt x="1403" y="107"/>
                  </a:cubicBezTo>
                  <a:cubicBezTo>
                    <a:pt x="1415" y="145"/>
                    <a:pt x="1415" y="173"/>
                    <a:pt x="1403" y="173"/>
                  </a:cubicBezTo>
                  <a:cubicBezTo>
                    <a:pt x="1378" y="186"/>
                    <a:pt x="1337" y="132"/>
                    <a:pt x="1233" y="132"/>
                  </a:cubicBezTo>
                  <a:cubicBezTo>
                    <a:pt x="1180" y="132"/>
                    <a:pt x="1129" y="157"/>
                    <a:pt x="1063" y="198"/>
                  </a:cubicBezTo>
                  <a:cubicBezTo>
                    <a:pt x="1010" y="252"/>
                    <a:pt x="959" y="315"/>
                    <a:pt x="906" y="393"/>
                  </a:cubicBezTo>
                  <a:cubicBezTo>
                    <a:pt x="865" y="472"/>
                    <a:pt x="802" y="579"/>
                    <a:pt x="708" y="683"/>
                  </a:cubicBezTo>
                  <a:cubicBezTo>
                    <a:pt x="617" y="774"/>
                    <a:pt x="500" y="840"/>
                    <a:pt x="393" y="881"/>
                  </a:cubicBezTo>
                  <a:cubicBezTo>
                    <a:pt x="277" y="919"/>
                    <a:pt x="173" y="919"/>
                    <a:pt x="107" y="906"/>
                  </a:cubicBezTo>
                  <a:cubicBezTo>
                    <a:pt x="41" y="906"/>
                    <a:pt x="0" y="881"/>
                    <a:pt x="0" y="88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9"/>
            <p:cNvSpPr/>
            <p:nvPr/>
          </p:nvSpPr>
          <p:spPr>
            <a:xfrm>
              <a:off x="1554157" y="1834369"/>
              <a:ext cx="153170" cy="104558"/>
            </a:xfrm>
            <a:custGeom>
              <a:rect b="b" l="l" r="r" t="t"/>
              <a:pathLst>
                <a:path extrusionOk="0" h="1568" w="2297">
                  <a:moveTo>
                    <a:pt x="1497" y="1"/>
                  </a:moveTo>
                  <a:cubicBezTo>
                    <a:pt x="1293" y="1"/>
                    <a:pt x="1063" y="54"/>
                    <a:pt x="840" y="163"/>
                  </a:cubicBezTo>
                  <a:cubicBezTo>
                    <a:pt x="302" y="437"/>
                    <a:pt x="0" y="921"/>
                    <a:pt x="186" y="1264"/>
                  </a:cubicBezTo>
                  <a:cubicBezTo>
                    <a:pt x="285" y="1463"/>
                    <a:pt x="524" y="1568"/>
                    <a:pt x="810" y="1568"/>
                  </a:cubicBezTo>
                  <a:cubicBezTo>
                    <a:pt x="1012" y="1568"/>
                    <a:pt x="1239" y="1515"/>
                    <a:pt x="1457" y="1406"/>
                  </a:cubicBezTo>
                  <a:cubicBezTo>
                    <a:pt x="1994" y="1145"/>
                    <a:pt x="2296" y="648"/>
                    <a:pt x="2123" y="305"/>
                  </a:cubicBezTo>
                  <a:cubicBezTo>
                    <a:pt x="2024" y="106"/>
                    <a:pt x="1786" y="1"/>
                    <a:pt x="149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9"/>
            <p:cNvSpPr/>
            <p:nvPr/>
          </p:nvSpPr>
          <p:spPr>
            <a:xfrm>
              <a:off x="1575096" y="1859042"/>
              <a:ext cx="111226" cy="67416"/>
            </a:xfrm>
            <a:custGeom>
              <a:rect b="b" l="l" r="r" t="t"/>
              <a:pathLst>
                <a:path extrusionOk="0" h="1011" w="1668">
                  <a:moveTo>
                    <a:pt x="1652" y="1"/>
                  </a:moveTo>
                  <a:cubicBezTo>
                    <a:pt x="1652" y="1"/>
                    <a:pt x="1668" y="54"/>
                    <a:pt x="1640" y="133"/>
                  </a:cubicBezTo>
                  <a:cubicBezTo>
                    <a:pt x="1614" y="212"/>
                    <a:pt x="1548" y="328"/>
                    <a:pt x="1457" y="422"/>
                  </a:cubicBezTo>
                  <a:cubicBezTo>
                    <a:pt x="1404" y="473"/>
                    <a:pt x="1338" y="514"/>
                    <a:pt x="1275" y="551"/>
                  </a:cubicBezTo>
                  <a:cubicBezTo>
                    <a:pt x="1234" y="564"/>
                    <a:pt x="1196" y="580"/>
                    <a:pt x="1143" y="580"/>
                  </a:cubicBezTo>
                  <a:cubicBezTo>
                    <a:pt x="1089" y="580"/>
                    <a:pt x="1051" y="564"/>
                    <a:pt x="1010" y="551"/>
                  </a:cubicBezTo>
                  <a:cubicBezTo>
                    <a:pt x="973" y="539"/>
                    <a:pt x="944" y="539"/>
                    <a:pt x="919" y="526"/>
                  </a:cubicBezTo>
                  <a:cubicBezTo>
                    <a:pt x="882" y="526"/>
                    <a:pt x="853" y="514"/>
                    <a:pt x="828" y="514"/>
                  </a:cubicBezTo>
                  <a:cubicBezTo>
                    <a:pt x="762" y="514"/>
                    <a:pt x="709" y="514"/>
                    <a:pt x="658" y="526"/>
                  </a:cubicBezTo>
                  <a:cubicBezTo>
                    <a:pt x="435" y="551"/>
                    <a:pt x="278" y="683"/>
                    <a:pt x="186" y="800"/>
                  </a:cubicBezTo>
                  <a:cubicBezTo>
                    <a:pt x="95" y="919"/>
                    <a:pt x="54" y="1010"/>
                    <a:pt x="29" y="998"/>
                  </a:cubicBezTo>
                  <a:cubicBezTo>
                    <a:pt x="17" y="998"/>
                    <a:pt x="1" y="973"/>
                    <a:pt x="1" y="919"/>
                  </a:cubicBezTo>
                  <a:cubicBezTo>
                    <a:pt x="17" y="878"/>
                    <a:pt x="29" y="815"/>
                    <a:pt x="67" y="737"/>
                  </a:cubicBezTo>
                  <a:cubicBezTo>
                    <a:pt x="108" y="658"/>
                    <a:pt x="174" y="564"/>
                    <a:pt x="265" y="501"/>
                  </a:cubicBezTo>
                  <a:cubicBezTo>
                    <a:pt x="356" y="422"/>
                    <a:pt x="488" y="369"/>
                    <a:pt x="617" y="344"/>
                  </a:cubicBezTo>
                  <a:cubicBezTo>
                    <a:pt x="683" y="328"/>
                    <a:pt x="762" y="328"/>
                    <a:pt x="841" y="344"/>
                  </a:cubicBezTo>
                  <a:cubicBezTo>
                    <a:pt x="882" y="344"/>
                    <a:pt x="919" y="356"/>
                    <a:pt x="960" y="369"/>
                  </a:cubicBezTo>
                  <a:cubicBezTo>
                    <a:pt x="998" y="369"/>
                    <a:pt x="1039" y="394"/>
                    <a:pt x="1064" y="407"/>
                  </a:cubicBezTo>
                  <a:cubicBezTo>
                    <a:pt x="1089" y="422"/>
                    <a:pt x="1117" y="422"/>
                    <a:pt x="1143" y="422"/>
                  </a:cubicBezTo>
                  <a:cubicBezTo>
                    <a:pt x="1155" y="435"/>
                    <a:pt x="1180" y="422"/>
                    <a:pt x="1209" y="422"/>
                  </a:cubicBezTo>
                  <a:cubicBezTo>
                    <a:pt x="1275" y="394"/>
                    <a:pt x="1325" y="369"/>
                    <a:pt x="1378" y="328"/>
                  </a:cubicBezTo>
                  <a:cubicBezTo>
                    <a:pt x="1470" y="265"/>
                    <a:pt x="1536" y="186"/>
                    <a:pt x="1573" y="120"/>
                  </a:cubicBezTo>
                  <a:cubicBezTo>
                    <a:pt x="1627" y="42"/>
                    <a:pt x="1640" y="1"/>
                    <a:pt x="1652"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4" name="Google Shape;314;p9"/>
            <p:cNvSpPr/>
            <p:nvPr/>
          </p:nvSpPr>
          <p:spPr>
            <a:xfrm>
              <a:off x="1355973" y="1994210"/>
              <a:ext cx="93356" cy="115294"/>
            </a:xfrm>
            <a:custGeom>
              <a:rect b="b" l="l" r="r" t="t"/>
              <a:pathLst>
                <a:path extrusionOk="0" h="1729" w="1400">
                  <a:moveTo>
                    <a:pt x="751" y="0"/>
                  </a:moveTo>
                  <a:cubicBezTo>
                    <a:pt x="426" y="0"/>
                    <a:pt x="124" y="328"/>
                    <a:pt x="63" y="779"/>
                  </a:cubicBezTo>
                  <a:cubicBezTo>
                    <a:pt x="0" y="1251"/>
                    <a:pt x="220" y="1682"/>
                    <a:pt x="576" y="1723"/>
                  </a:cubicBezTo>
                  <a:cubicBezTo>
                    <a:pt x="600" y="1727"/>
                    <a:pt x="624" y="1728"/>
                    <a:pt x="648" y="1728"/>
                  </a:cubicBezTo>
                  <a:cubicBezTo>
                    <a:pt x="974" y="1728"/>
                    <a:pt x="1275" y="1400"/>
                    <a:pt x="1337" y="949"/>
                  </a:cubicBezTo>
                  <a:cubicBezTo>
                    <a:pt x="1400" y="477"/>
                    <a:pt x="1180" y="59"/>
                    <a:pt x="824" y="6"/>
                  </a:cubicBezTo>
                  <a:cubicBezTo>
                    <a:pt x="800" y="2"/>
                    <a:pt x="776" y="0"/>
                    <a:pt x="75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5" name="Google Shape;315;p9"/>
            <p:cNvSpPr/>
            <p:nvPr/>
          </p:nvSpPr>
          <p:spPr>
            <a:xfrm>
              <a:off x="1386381" y="2003345"/>
              <a:ext cx="33408" cy="97823"/>
            </a:xfrm>
            <a:custGeom>
              <a:rect b="b" l="l" r="r" t="t"/>
              <a:pathLst>
                <a:path extrusionOk="0" h="1467" w="501">
                  <a:moveTo>
                    <a:pt x="95" y="1454"/>
                  </a:moveTo>
                  <a:cubicBezTo>
                    <a:pt x="79" y="1441"/>
                    <a:pt x="107" y="1416"/>
                    <a:pt x="145" y="1375"/>
                  </a:cubicBezTo>
                  <a:cubicBezTo>
                    <a:pt x="198" y="1325"/>
                    <a:pt x="252" y="1259"/>
                    <a:pt x="290" y="1180"/>
                  </a:cubicBezTo>
                  <a:cubicBezTo>
                    <a:pt x="330" y="1102"/>
                    <a:pt x="330" y="995"/>
                    <a:pt x="302" y="916"/>
                  </a:cubicBezTo>
                  <a:cubicBezTo>
                    <a:pt x="290" y="878"/>
                    <a:pt x="264" y="853"/>
                    <a:pt x="223" y="812"/>
                  </a:cubicBezTo>
                  <a:cubicBezTo>
                    <a:pt x="186" y="774"/>
                    <a:pt x="145" y="721"/>
                    <a:pt x="120" y="680"/>
                  </a:cubicBezTo>
                  <a:cubicBezTo>
                    <a:pt x="54" y="589"/>
                    <a:pt x="16" y="485"/>
                    <a:pt x="16" y="394"/>
                  </a:cubicBezTo>
                  <a:cubicBezTo>
                    <a:pt x="0" y="340"/>
                    <a:pt x="0" y="303"/>
                    <a:pt x="16" y="249"/>
                  </a:cubicBezTo>
                  <a:cubicBezTo>
                    <a:pt x="16" y="208"/>
                    <a:pt x="28" y="171"/>
                    <a:pt x="54" y="130"/>
                  </a:cubicBezTo>
                  <a:cubicBezTo>
                    <a:pt x="95" y="67"/>
                    <a:pt x="145" y="26"/>
                    <a:pt x="198" y="13"/>
                  </a:cubicBezTo>
                  <a:cubicBezTo>
                    <a:pt x="236" y="1"/>
                    <a:pt x="264" y="26"/>
                    <a:pt x="264" y="38"/>
                  </a:cubicBezTo>
                  <a:cubicBezTo>
                    <a:pt x="264" y="51"/>
                    <a:pt x="252" y="67"/>
                    <a:pt x="223" y="79"/>
                  </a:cubicBezTo>
                  <a:cubicBezTo>
                    <a:pt x="211" y="105"/>
                    <a:pt x="198" y="130"/>
                    <a:pt x="186" y="183"/>
                  </a:cubicBezTo>
                  <a:cubicBezTo>
                    <a:pt x="173" y="237"/>
                    <a:pt x="173" y="287"/>
                    <a:pt x="186" y="366"/>
                  </a:cubicBezTo>
                  <a:cubicBezTo>
                    <a:pt x="198" y="432"/>
                    <a:pt x="223" y="510"/>
                    <a:pt x="264" y="576"/>
                  </a:cubicBezTo>
                  <a:cubicBezTo>
                    <a:pt x="290" y="617"/>
                    <a:pt x="315" y="642"/>
                    <a:pt x="356" y="696"/>
                  </a:cubicBezTo>
                  <a:cubicBezTo>
                    <a:pt x="368" y="708"/>
                    <a:pt x="393" y="734"/>
                    <a:pt x="409" y="759"/>
                  </a:cubicBezTo>
                  <a:cubicBezTo>
                    <a:pt x="434" y="787"/>
                    <a:pt x="447" y="825"/>
                    <a:pt x="459" y="866"/>
                  </a:cubicBezTo>
                  <a:cubicBezTo>
                    <a:pt x="500" y="995"/>
                    <a:pt x="459" y="1139"/>
                    <a:pt x="393" y="1231"/>
                  </a:cubicBezTo>
                  <a:cubicBezTo>
                    <a:pt x="330" y="1325"/>
                    <a:pt x="252" y="1375"/>
                    <a:pt x="186" y="1416"/>
                  </a:cubicBezTo>
                  <a:cubicBezTo>
                    <a:pt x="132" y="1454"/>
                    <a:pt x="95" y="1466"/>
                    <a:pt x="95" y="1454"/>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9"/>
            <p:cNvSpPr/>
            <p:nvPr/>
          </p:nvSpPr>
          <p:spPr>
            <a:xfrm>
              <a:off x="2276873" y="1669261"/>
              <a:ext cx="119028" cy="127764"/>
            </a:xfrm>
            <a:custGeom>
              <a:rect b="b" l="l" r="r" t="t"/>
              <a:pathLst>
                <a:path extrusionOk="0" h="1916" w="1785">
                  <a:moveTo>
                    <a:pt x="1084" y="0"/>
                  </a:moveTo>
                  <a:cubicBezTo>
                    <a:pt x="768" y="0"/>
                    <a:pt x="415" y="256"/>
                    <a:pt x="224" y="658"/>
                  </a:cubicBezTo>
                  <a:cubicBezTo>
                    <a:pt x="1" y="1158"/>
                    <a:pt x="108" y="1696"/>
                    <a:pt x="473" y="1866"/>
                  </a:cubicBezTo>
                  <a:cubicBezTo>
                    <a:pt x="546" y="1899"/>
                    <a:pt x="624" y="1916"/>
                    <a:pt x="704" y="1916"/>
                  </a:cubicBezTo>
                  <a:cubicBezTo>
                    <a:pt x="1024" y="1916"/>
                    <a:pt x="1370" y="1657"/>
                    <a:pt x="1548" y="1249"/>
                  </a:cubicBezTo>
                  <a:cubicBezTo>
                    <a:pt x="1784" y="752"/>
                    <a:pt x="1665" y="214"/>
                    <a:pt x="1300" y="44"/>
                  </a:cubicBezTo>
                  <a:cubicBezTo>
                    <a:pt x="1232" y="14"/>
                    <a:pt x="1159" y="0"/>
                    <a:pt x="108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9"/>
            <p:cNvSpPr/>
            <p:nvPr/>
          </p:nvSpPr>
          <p:spPr>
            <a:xfrm>
              <a:off x="1376912" y="1868245"/>
              <a:ext cx="164306" cy="127297"/>
            </a:xfrm>
            <a:custGeom>
              <a:rect b="b" l="l" r="r" t="t"/>
              <a:pathLst>
                <a:path extrusionOk="0" h="1909" w="2464">
                  <a:moveTo>
                    <a:pt x="837" y="1"/>
                  </a:moveTo>
                  <a:cubicBezTo>
                    <a:pt x="611" y="1"/>
                    <a:pt x="413" y="76"/>
                    <a:pt x="287" y="231"/>
                  </a:cubicBezTo>
                  <a:cubicBezTo>
                    <a:pt x="1" y="583"/>
                    <a:pt x="365" y="951"/>
                    <a:pt x="891" y="1369"/>
                  </a:cubicBezTo>
                  <a:cubicBezTo>
                    <a:pt x="1259" y="1665"/>
                    <a:pt x="1602" y="1908"/>
                    <a:pt x="1872" y="1908"/>
                  </a:cubicBezTo>
                  <a:cubicBezTo>
                    <a:pt x="1987" y="1908"/>
                    <a:pt x="2089" y="1865"/>
                    <a:pt x="2174" y="1763"/>
                  </a:cubicBezTo>
                  <a:cubicBezTo>
                    <a:pt x="2463" y="1410"/>
                    <a:pt x="2281" y="781"/>
                    <a:pt x="1756" y="363"/>
                  </a:cubicBezTo>
                  <a:cubicBezTo>
                    <a:pt x="1467" y="125"/>
                    <a:pt x="1129"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8" name="Google Shape;318;p9"/>
            <p:cNvSpPr/>
            <p:nvPr/>
          </p:nvSpPr>
          <p:spPr>
            <a:xfrm>
              <a:off x="1402118" y="1899319"/>
              <a:ext cx="102358" cy="88354"/>
            </a:xfrm>
            <a:custGeom>
              <a:rect b="b" l="l" r="r" t="t"/>
              <a:pathLst>
                <a:path extrusionOk="0" h="1325" w="1535">
                  <a:moveTo>
                    <a:pt x="1522" y="1325"/>
                  </a:moveTo>
                  <a:cubicBezTo>
                    <a:pt x="1510" y="1325"/>
                    <a:pt x="1494" y="1284"/>
                    <a:pt x="1456" y="1218"/>
                  </a:cubicBezTo>
                  <a:cubicBezTo>
                    <a:pt x="1415" y="1155"/>
                    <a:pt x="1352" y="1089"/>
                    <a:pt x="1258" y="1010"/>
                  </a:cubicBezTo>
                  <a:cubicBezTo>
                    <a:pt x="1088" y="853"/>
                    <a:pt x="852" y="667"/>
                    <a:pt x="683" y="539"/>
                  </a:cubicBezTo>
                  <a:cubicBezTo>
                    <a:pt x="315" y="274"/>
                    <a:pt x="0" y="79"/>
                    <a:pt x="28" y="26"/>
                  </a:cubicBezTo>
                  <a:cubicBezTo>
                    <a:pt x="41" y="1"/>
                    <a:pt x="132" y="26"/>
                    <a:pt x="264" y="79"/>
                  </a:cubicBezTo>
                  <a:cubicBezTo>
                    <a:pt x="409" y="145"/>
                    <a:pt x="591" y="249"/>
                    <a:pt x="786" y="394"/>
                  </a:cubicBezTo>
                  <a:cubicBezTo>
                    <a:pt x="972" y="526"/>
                    <a:pt x="1195" y="734"/>
                    <a:pt x="1337" y="932"/>
                  </a:cubicBezTo>
                  <a:cubicBezTo>
                    <a:pt x="1415" y="1023"/>
                    <a:pt x="1481" y="1114"/>
                    <a:pt x="1510" y="1193"/>
                  </a:cubicBezTo>
                  <a:cubicBezTo>
                    <a:pt x="1535" y="1271"/>
                    <a:pt x="1535" y="1325"/>
                    <a:pt x="1522" y="132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9"/>
            <p:cNvSpPr/>
            <p:nvPr/>
          </p:nvSpPr>
          <p:spPr>
            <a:xfrm>
              <a:off x="1553290" y="2621835"/>
              <a:ext cx="155704" cy="109759"/>
            </a:xfrm>
            <a:custGeom>
              <a:rect b="b" l="l" r="r" t="t"/>
              <a:pathLst>
                <a:path extrusionOk="0" h="1646" w="2335">
                  <a:moveTo>
                    <a:pt x="1359" y="0"/>
                  </a:moveTo>
                  <a:cubicBezTo>
                    <a:pt x="1221" y="0"/>
                    <a:pt x="1076" y="23"/>
                    <a:pt x="932" y="70"/>
                  </a:cubicBezTo>
                  <a:cubicBezTo>
                    <a:pt x="356" y="240"/>
                    <a:pt x="1" y="724"/>
                    <a:pt x="133" y="1143"/>
                  </a:cubicBezTo>
                  <a:cubicBezTo>
                    <a:pt x="231" y="1457"/>
                    <a:pt x="576" y="1645"/>
                    <a:pt x="984" y="1645"/>
                  </a:cubicBezTo>
                  <a:cubicBezTo>
                    <a:pt x="1123" y="1645"/>
                    <a:pt x="1270" y="1623"/>
                    <a:pt x="1416" y="1577"/>
                  </a:cubicBezTo>
                  <a:cubicBezTo>
                    <a:pt x="1979" y="1407"/>
                    <a:pt x="2335" y="919"/>
                    <a:pt x="2202" y="501"/>
                  </a:cubicBezTo>
                  <a:cubicBezTo>
                    <a:pt x="2106" y="190"/>
                    <a:pt x="1761" y="0"/>
                    <a:pt x="135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9"/>
            <p:cNvSpPr/>
            <p:nvPr/>
          </p:nvSpPr>
          <p:spPr>
            <a:xfrm>
              <a:off x="1579497" y="2649975"/>
              <a:ext cx="110226" cy="50812"/>
            </a:xfrm>
            <a:custGeom>
              <a:rect b="b" l="l" r="r" t="t"/>
              <a:pathLst>
                <a:path extrusionOk="0" h="762" w="1653">
                  <a:moveTo>
                    <a:pt x="1640" y="120"/>
                  </a:moveTo>
                  <a:cubicBezTo>
                    <a:pt x="1640" y="133"/>
                    <a:pt x="1602" y="120"/>
                    <a:pt x="1523" y="120"/>
                  </a:cubicBezTo>
                  <a:cubicBezTo>
                    <a:pt x="1457" y="104"/>
                    <a:pt x="1366" y="104"/>
                    <a:pt x="1259" y="133"/>
                  </a:cubicBezTo>
                  <a:cubicBezTo>
                    <a:pt x="1155" y="145"/>
                    <a:pt x="1051" y="199"/>
                    <a:pt x="957" y="261"/>
                  </a:cubicBezTo>
                  <a:cubicBezTo>
                    <a:pt x="878" y="340"/>
                    <a:pt x="800" y="434"/>
                    <a:pt x="737" y="513"/>
                  </a:cubicBezTo>
                  <a:cubicBezTo>
                    <a:pt x="658" y="604"/>
                    <a:pt x="564" y="683"/>
                    <a:pt x="460" y="721"/>
                  </a:cubicBezTo>
                  <a:cubicBezTo>
                    <a:pt x="407" y="749"/>
                    <a:pt x="356" y="762"/>
                    <a:pt x="290" y="762"/>
                  </a:cubicBezTo>
                  <a:cubicBezTo>
                    <a:pt x="237" y="749"/>
                    <a:pt x="199" y="733"/>
                    <a:pt x="158" y="721"/>
                  </a:cubicBezTo>
                  <a:cubicBezTo>
                    <a:pt x="80" y="683"/>
                    <a:pt x="29" y="617"/>
                    <a:pt x="13" y="576"/>
                  </a:cubicBezTo>
                  <a:cubicBezTo>
                    <a:pt x="1" y="526"/>
                    <a:pt x="13" y="497"/>
                    <a:pt x="29" y="497"/>
                  </a:cubicBezTo>
                  <a:cubicBezTo>
                    <a:pt x="54" y="497"/>
                    <a:pt x="80" y="563"/>
                    <a:pt x="199" y="592"/>
                  </a:cubicBezTo>
                  <a:cubicBezTo>
                    <a:pt x="249" y="604"/>
                    <a:pt x="315" y="604"/>
                    <a:pt x="381" y="563"/>
                  </a:cubicBezTo>
                  <a:cubicBezTo>
                    <a:pt x="448" y="538"/>
                    <a:pt x="526" y="472"/>
                    <a:pt x="592" y="394"/>
                  </a:cubicBezTo>
                  <a:cubicBezTo>
                    <a:pt x="658" y="328"/>
                    <a:pt x="737" y="224"/>
                    <a:pt x="853" y="145"/>
                  </a:cubicBezTo>
                  <a:cubicBezTo>
                    <a:pt x="973" y="54"/>
                    <a:pt x="1114" y="13"/>
                    <a:pt x="1234" y="13"/>
                  </a:cubicBezTo>
                  <a:cubicBezTo>
                    <a:pt x="1366" y="0"/>
                    <a:pt x="1470" y="26"/>
                    <a:pt x="1536" y="54"/>
                  </a:cubicBezTo>
                  <a:cubicBezTo>
                    <a:pt x="1614" y="92"/>
                    <a:pt x="1652" y="120"/>
                    <a:pt x="1640" y="12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9"/>
            <p:cNvSpPr/>
            <p:nvPr/>
          </p:nvSpPr>
          <p:spPr>
            <a:xfrm>
              <a:off x="1410054" y="2728462"/>
              <a:ext cx="112693" cy="143634"/>
            </a:xfrm>
            <a:custGeom>
              <a:rect b="b" l="l" r="r" t="t"/>
              <a:pathLst>
                <a:path extrusionOk="0" h="2154" w="1690">
                  <a:moveTo>
                    <a:pt x="891" y="1"/>
                  </a:moveTo>
                  <a:cubicBezTo>
                    <a:pt x="467" y="1"/>
                    <a:pt x="102" y="433"/>
                    <a:pt x="54" y="1012"/>
                  </a:cubicBezTo>
                  <a:cubicBezTo>
                    <a:pt x="1" y="1601"/>
                    <a:pt x="315" y="2113"/>
                    <a:pt x="762" y="2151"/>
                  </a:cubicBezTo>
                  <a:cubicBezTo>
                    <a:pt x="780" y="2153"/>
                    <a:pt x="797" y="2154"/>
                    <a:pt x="815" y="2154"/>
                  </a:cubicBezTo>
                  <a:cubicBezTo>
                    <a:pt x="1226" y="2154"/>
                    <a:pt x="1601" y="1708"/>
                    <a:pt x="1652" y="1145"/>
                  </a:cubicBezTo>
                  <a:cubicBezTo>
                    <a:pt x="1690" y="553"/>
                    <a:pt x="1375" y="44"/>
                    <a:pt x="944" y="3"/>
                  </a:cubicBezTo>
                  <a:cubicBezTo>
                    <a:pt x="926" y="1"/>
                    <a:pt x="909" y="1"/>
                    <a:pt x="8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9"/>
            <p:cNvSpPr/>
            <p:nvPr/>
          </p:nvSpPr>
          <p:spPr>
            <a:xfrm>
              <a:off x="1450331" y="2739932"/>
              <a:ext cx="28807" cy="112093"/>
            </a:xfrm>
            <a:custGeom>
              <a:rect b="b" l="l" r="r" t="t"/>
              <a:pathLst>
                <a:path extrusionOk="0" h="1681" w="432">
                  <a:moveTo>
                    <a:pt x="315" y="1"/>
                  </a:moveTo>
                  <a:cubicBezTo>
                    <a:pt x="328" y="13"/>
                    <a:pt x="299" y="54"/>
                    <a:pt x="261" y="108"/>
                  </a:cubicBezTo>
                  <a:cubicBezTo>
                    <a:pt x="221" y="171"/>
                    <a:pt x="195" y="249"/>
                    <a:pt x="170" y="356"/>
                  </a:cubicBezTo>
                  <a:cubicBezTo>
                    <a:pt x="158" y="460"/>
                    <a:pt x="158" y="579"/>
                    <a:pt x="195" y="683"/>
                  </a:cubicBezTo>
                  <a:cubicBezTo>
                    <a:pt x="221" y="787"/>
                    <a:pt x="287" y="894"/>
                    <a:pt x="340" y="998"/>
                  </a:cubicBezTo>
                  <a:cubicBezTo>
                    <a:pt x="394" y="1089"/>
                    <a:pt x="431" y="1208"/>
                    <a:pt x="431" y="1325"/>
                  </a:cubicBezTo>
                  <a:cubicBezTo>
                    <a:pt x="431" y="1378"/>
                    <a:pt x="419" y="1429"/>
                    <a:pt x="394" y="1482"/>
                  </a:cubicBezTo>
                  <a:cubicBezTo>
                    <a:pt x="365" y="1536"/>
                    <a:pt x="340" y="1573"/>
                    <a:pt x="315" y="1602"/>
                  </a:cubicBezTo>
                  <a:cubicBezTo>
                    <a:pt x="249" y="1652"/>
                    <a:pt x="170" y="1680"/>
                    <a:pt x="117" y="1665"/>
                  </a:cubicBezTo>
                  <a:cubicBezTo>
                    <a:pt x="79" y="1665"/>
                    <a:pt x="51" y="1639"/>
                    <a:pt x="51" y="1627"/>
                  </a:cubicBezTo>
                  <a:cubicBezTo>
                    <a:pt x="63" y="1602"/>
                    <a:pt x="142" y="1602"/>
                    <a:pt x="208" y="1507"/>
                  </a:cubicBezTo>
                  <a:cubicBezTo>
                    <a:pt x="236" y="1470"/>
                    <a:pt x="261" y="1403"/>
                    <a:pt x="249" y="1325"/>
                  </a:cubicBezTo>
                  <a:cubicBezTo>
                    <a:pt x="249" y="1246"/>
                    <a:pt x="221" y="1168"/>
                    <a:pt x="170" y="1076"/>
                  </a:cubicBezTo>
                  <a:cubicBezTo>
                    <a:pt x="129" y="985"/>
                    <a:pt x="63" y="866"/>
                    <a:pt x="38" y="721"/>
                  </a:cubicBezTo>
                  <a:cubicBezTo>
                    <a:pt x="0" y="592"/>
                    <a:pt x="13" y="447"/>
                    <a:pt x="51" y="328"/>
                  </a:cubicBezTo>
                  <a:cubicBezTo>
                    <a:pt x="92" y="211"/>
                    <a:pt x="158" y="120"/>
                    <a:pt x="208" y="67"/>
                  </a:cubicBezTo>
                  <a:cubicBezTo>
                    <a:pt x="274" y="13"/>
                    <a:pt x="315" y="1"/>
                    <a:pt x="31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3" name="Google Shape;323;p9"/>
            <p:cNvSpPr/>
            <p:nvPr/>
          </p:nvSpPr>
          <p:spPr>
            <a:xfrm>
              <a:off x="2037612" y="1746614"/>
              <a:ext cx="172041" cy="100357"/>
            </a:xfrm>
            <a:custGeom>
              <a:rect b="b" l="l" r="r" t="t"/>
              <a:pathLst>
                <a:path extrusionOk="0" h="1505" w="2580">
                  <a:moveTo>
                    <a:pt x="1960" y="0"/>
                  </a:moveTo>
                  <a:cubicBezTo>
                    <a:pt x="1744" y="0"/>
                    <a:pt x="1476" y="63"/>
                    <a:pt x="1180" y="143"/>
                  </a:cubicBezTo>
                  <a:cubicBezTo>
                    <a:pt x="535" y="325"/>
                    <a:pt x="0" y="536"/>
                    <a:pt x="129" y="979"/>
                  </a:cubicBezTo>
                  <a:cubicBezTo>
                    <a:pt x="219" y="1306"/>
                    <a:pt x="598" y="1505"/>
                    <a:pt x="1054" y="1505"/>
                  </a:cubicBezTo>
                  <a:cubicBezTo>
                    <a:pt x="1203" y="1505"/>
                    <a:pt x="1361" y="1483"/>
                    <a:pt x="1519" y="1438"/>
                  </a:cubicBezTo>
                  <a:cubicBezTo>
                    <a:pt x="2161" y="1256"/>
                    <a:pt x="2579" y="756"/>
                    <a:pt x="2463" y="325"/>
                  </a:cubicBezTo>
                  <a:cubicBezTo>
                    <a:pt x="2392" y="85"/>
                    <a:pt x="2211" y="0"/>
                    <a:pt x="196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4" name="Google Shape;324;p9"/>
            <p:cNvSpPr/>
            <p:nvPr/>
          </p:nvSpPr>
          <p:spPr>
            <a:xfrm>
              <a:off x="2055017" y="1760284"/>
              <a:ext cx="128364" cy="41143"/>
            </a:xfrm>
            <a:custGeom>
              <a:rect b="b" l="l" r="r" t="t"/>
              <a:pathLst>
                <a:path extrusionOk="0" h="617" w="1925">
                  <a:moveTo>
                    <a:pt x="0" y="526"/>
                  </a:moveTo>
                  <a:cubicBezTo>
                    <a:pt x="0" y="513"/>
                    <a:pt x="54" y="526"/>
                    <a:pt x="116" y="526"/>
                  </a:cubicBezTo>
                  <a:cubicBezTo>
                    <a:pt x="195" y="526"/>
                    <a:pt x="289" y="513"/>
                    <a:pt x="406" y="488"/>
                  </a:cubicBezTo>
                  <a:cubicBezTo>
                    <a:pt x="642" y="447"/>
                    <a:pt x="919" y="368"/>
                    <a:pt x="1126" y="290"/>
                  </a:cubicBezTo>
                  <a:cubicBezTo>
                    <a:pt x="1560" y="145"/>
                    <a:pt x="1887" y="0"/>
                    <a:pt x="1912" y="54"/>
                  </a:cubicBezTo>
                  <a:cubicBezTo>
                    <a:pt x="1925" y="79"/>
                    <a:pt x="1862" y="133"/>
                    <a:pt x="1730" y="211"/>
                  </a:cubicBezTo>
                  <a:cubicBezTo>
                    <a:pt x="1610" y="290"/>
                    <a:pt x="1415" y="381"/>
                    <a:pt x="1192" y="460"/>
                  </a:cubicBezTo>
                  <a:cubicBezTo>
                    <a:pt x="969" y="538"/>
                    <a:pt x="667" y="592"/>
                    <a:pt x="431" y="604"/>
                  </a:cubicBezTo>
                  <a:cubicBezTo>
                    <a:pt x="302" y="617"/>
                    <a:pt x="195" y="604"/>
                    <a:pt x="116" y="592"/>
                  </a:cubicBezTo>
                  <a:cubicBezTo>
                    <a:pt x="38" y="567"/>
                    <a:pt x="0" y="526"/>
                    <a:pt x="0" y="5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5" name="Google Shape;325;p9"/>
            <p:cNvSpPr/>
            <p:nvPr/>
          </p:nvSpPr>
          <p:spPr>
            <a:xfrm>
              <a:off x="1632777" y="2868431"/>
              <a:ext cx="142701" cy="144434"/>
            </a:xfrm>
            <a:custGeom>
              <a:rect b="b" l="l" r="r" t="t"/>
              <a:pathLst>
                <a:path extrusionOk="0" h="2166" w="2140">
                  <a:moveTo>
                    <a:pt x="616" y="1"/>
                  </a:moveTo>
                  <a:cubicBezTo>
                    <a:pt x="538" y="1"/>
                    <a:pt x="460" y="26"/>
                    <a:pt x="381" y="80"/>
                  </a:cubicBezTo>
                  <a:cubicBezTo>
                    <a:pt x="1" y="329"/>
                    <a:pt x="17" y="983"/>
                    <a:pt x="394" y="1533"/>
                  </a:cubicBezTo>
                  <a:cubicBezTo>
                    <a:pt x="669" y="1932"/>
                    <a:pt x="1068" y="2165"/>
                    <a:pt x="1407" y="2165"/>
                  </a:cubicBezTo>
                  <a:cubicBezTo>
                    <a:pt x="1536" y="2165"/>
                    <a:pt x="1657" y="2131"/>
                    <a:pt x="1759" y="2059"/>
                  </a:cubicBezTo>
                  <a:cubicBezTo>
                    <a:pt x="2140" y="1810"/>
                    <a:pt x="1888" y="1351"/>
                    <a:pt x="1510" y="801"/>
                  </a:cubicBezTo>
                  <a:cubicBezTo>
                    <a:pt x="1209" y="364"/>
                    <a:pt x="915" y="1"/>
                    <a:pt x="61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6" name="Google Shape;326;p9"/>
            <p:cNvSpPr/>
            <p:nvPr/>
          </p:nvSpPr>
          <p:spPr>
            <a:xfrm>
              <a:off x="1674721" y="2877100"/>
              <a:ext cx="76218" cy="111226"/>
            </a:xfrm>
            <a:custGeom>
              <a:rect b="b" l="l" r="r" t="t"/>
              <a:pathLst>
                <a:path extrusionOk="0" h="1668" w="1143">
                  <a:moveTo>
                    <a:pt x="29" y="1"/>
                  </a:moveTo>
                  <a:cubicBezTo>
                    <a:pt x="42" y="1"/>
                    <a:pt x="42" y="42"/>
                    <a:pt x="67" y="120"/>
                  </a:cubicBezTo>
                  <a:cubicBezTo>
                    <a:pt x="95" y="186"/>
                    <a:pt x="133" y="277"/>
                    <a:pt x="199" y="369"/>
                  </a:cubicBezTo>
                  <a:cubicBezTo>
                    <a:pt x="315" y="579"/>
                    <a:pt x="488" y="815"/>
                    <a:pt x="617" y="985"/>
                  </a:cubicBezTo>
                  <a:cubicBezTo>
                    <a:pt x="907" y="1337"/>
                    <a:pt x="1143" y="1602"/>
                    <a:pt x="1102" y="1652"/>
                  </a:cubicBezTo>
                  <a:cubicBezTo>
                    <a:pt x="1089" y="1668"/>
                    <a:pt x="998" y="1627"/>
                    <a:pt x="894" y="1536"/>
                  </a:cubicBezTo>
                  <a:cubicBezTo>
                    <a:pt x="775" y="1432"/>
                    <a:pt x="617" y="1287"/>
                    <a:pt x="473" y="1089"/>
                  </a:cubicBezTo>
                  <a:cubicBezTo>
                    <a:pt x="331" y="919"/>
                    <a:pt x="186" y="645"/>
                    <a:pt x="95" y="422"/>
                  </a:cubicBezTo>
                  <a:cubicBezTo>
                    <a:pt x="42" y="315"/>
                    <a:pt x="17" y="199"/>
                    <a:pt x="17" y="120"/>
                  </a:cubicBezTo>
                  <a:cubicBezTo>
                    <a:pt x="1" y="42"/>
                    <a:pt x="29" y="1"/>
                    <a:pt x="29"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27" name="Shape 327"/>
        <p:cNvGrpSpPr/>
        <p:nvPr/>
      </p:nvGrpSpPr>
      <p:grpSpPr>
        <a:xfrm>
          <a:off x="0" y="0"/>
          <a:ext cx="0" cy="0"/>
          <a:chOff x="0" y="0"/>
          <a:chExt cx="0" cy="0"/>
        </a:xfrm>
      </p:grpSpPr>
      <p:sp>
        <p:nvSpPr>
          <p:cNvPr id="328" name="Google Shape;328;p10"/>
          <p:cNvSpPr txBox="1"/>
          <p:nvPr>
            <p:ph type="title"/>
          </p:nvPr>
        </p:nvSpPr>
        <p:spPr>
          <a:xfrm>
            <a:off x="5164783" y="543883"/>
            <a:ext cx="3271200" cy="931200"/>
          </a:xfrm>
          <a:prstGeom prst="rect">
            <a:avLst/>
          </a:prstGeom>
        </p:spPr>
        <p:txBody>
          <a:bodyPr anchorCtr="0" anchor="t" bIns="91425" lIns="91425" spcFirstLastPara="1" rIns="91425" wrap="square" tIns="91425">
            <a:noAutofit/>
          </a:bodyPr>
          <a:lstStyle>
            <a:lvl1pPr lvl="0" rtl="0" algn="l">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29" name="Shape 329"/>
        <p:cNvGrpSpPr/>
        <p:nvPr/>
      </p:nvGrpSpPr>
      <p:grpSpPr>
        <a:xfrm>
          <a:off x="0" y="0"/>
          <a:ext cx="0" cy="0"/>
          <a:chOff x="0" y="0"/>
          <a:chExt cx="0" cy="0"/>
        </a:xfrm>
      </p:grpSpPr>
      <p:sp>
        <p:nvSpPr>
          <p:cNvPr id="330" name="Google Shape;330;p11"/>
          <p:cNvSpPr txBox="1"/>
          <p:nvPr>
            <p:ph hasCustomPrompt="1" type="title"/>
          </p:nvPr>
        </p:nvSpPr>
        <p:spPr>
          <a:xfrm>
            <a:off x="2129923" y="1717875"/>
            <a:ext cx="4884000" cy="11514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7200"/>
              <a:buNone/>
              <a:defRPr sz="72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331" name="Google Shape;331;p11"/>
          <p:cNvSpPr txBox="1"/>
          <p:nvPr>
            <p:ph idx="1" type="body"/>
          </p:nvPr>
        </p:nvSpPr>
        <p:spPr>
          <a:xfrm>
            <a:off x="2129971" y="2704725"/>
            <a:ext cx="4884000" cy="387000"/>
          </a:xfrm>
          <a:prstGeom prst="rect">
            <a:avLst/>
          </a:prstGeom>
        </p:spPr>
        <p:txBody>
          <a:bodyPr anchorCtr="0" anchor="t" bIns="91425" lIns="91425" spcFirstLastPara="1" rIns="91425" wrap="square" tIns="91425">
            <a:noAutofit/>
          </a:bodyPr>
          <a:lstStyle>
            <a:lvl1pPr indent="-317500" lvl="0" marL="457200" rtl="0" algn="ctr">
              <a:spcBef>
                <a:spcPts val="0"/>
              </a:spcBef>
              <a:spcAft>
                <a:spcPts val="0"/>
              </a:spcAft>
              <a:buSzPts val="1400"/>
              <a:buChar char="●"/>
              <a:defRPr sz="1600"/>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solidFill>
          <a:schemeClr val="accent6"/>
        </a:solidFill>
      </p:bgPr>
    </p:bg>
    <p:spTree>
      <p:nvGrpSpPr>
        <p:cNvPr id="332" name="Shape 332"/>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CUSTOM_1">
    <p:spTree>
      <p:nvGrpSpPr>
        <p:cNvPr id="333" name="Shape 333"/>
        <p:cNvGrpSpPr/>
        <p:nvPr/>
      </p:nvGrpSpPr>
      <p:grpSpPr>
        <a:xfrm>
          <a:off x="0" y="0"/>
          <a:ext cx="0" cy="0"/>
          <a:chOff x="0" y="0"/>
          <a:chExt cx="0" cy="0"/>
        </a:xfrm>
      </p:grpSpPr>
      <p:sp>
        <p:nvSpPr>
          <p:cNvPr id="334" name="Google Shape;334;p13"/>
          <p:cNvSpPr txBox="1"/>
          <p:nvPr>
            <p:ph type="title"/>
          </p:nvPr>
        </p:nvSpPr>
        <p:spPr>
          <a:xfrm>
            <a:off x="1949100" y="540000"/>
            <a:ext cx="52458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Clr>
                <a:schemeClr val="dk2"/>
              </a:buClr>
              <a:buSzPts val="2800"/>
              <a:buNone/>
              <a:defRPr>
                <a:solidFill>
                  <a:schemeClr val="dk2"/>
                </a:solidFill>
                <a:latin typeface="Roboto"/>
                <a:ea typeface="Roboto"/>
                <a:cs typeface="Roboto"/>
                <a:sym typeface="Roboto"/>
              </a:defRPr>
            </a:lvl2pPr>
            <a:lvl3pPr lvl="2" rtl="0">
              <a:spcBef>
                <a:spcPts val="0"/>
              </a:spcBef>
              <a:spcAft>
                <a:spcPts val="0"/>
              </a:spcAft>
              <a:buClr>
                <a:schemeClr val="dk2"/>
              </a:buClr>
              <a:buSzPts val="2800"/>
              <a:buNone/>
              <a:defRPr>
                <a:solidFill>
                  <a:schemeClr val="dk2"/>
                </a:solidFill>
                <a:latin typeface="Roboto"/>
                <a:ea typeface="Roboto"/>
                <a:cs typeface="Roboto"/>
                <a:sym typeface="Roboto"/>
              </a:defRPr>
            </a:lvl3pPr>
            <a:lvl4pPr lvl="3" rtl="0">
              <a:spcBef>
                <a:spcPts val="0"/>
              </a:spcBef>
              <a:spcAft>
                <a:spcPts val="0"/>
              </a:spcAft>
              <a:buClr>
                <a:schemeClr val="dk2"/>
              </a:buClr>
              <a:buSzPts val="2800"/>
              <a:buNone/>
              <a:defRPr>
                <a:solidFill>
                  <a:schemeClr val="dk2"/>
                </a:solidFill>
                <a:latin typeface="Roboto"/>
                <a:ea typeface="Roboto"/>
                <a:cs typeface="Roboto"/>
                <a:sym typeface="Roboto"/>
              </a:defRPr>
            </a:lvl4pPr>
            <a:lvl5pPr lvl="4" rtl="0">
              <a:spcBef>
                <a:spcPts val="0"/>
              </a:spcBef>
              <a:spcAft>
                <a:spcPts val="0"/>
              </a:spcAft>
              <a:buClr>
                <a:schemeClr val="dk2"/>
              </a:buClr>
              <a:buSzPts val="2800"/>
              <a:buNone/>
              <a:defRPr>
                <a:solidFill>
                  <a:schemeClr val="dk2"/>
                </a:solidFill>
                <a:latin typeface="Roboto"/>
                <a:ea typeface="Roboto"/>
                <a:cs typeface="Roboto"/>
                <a:sym typeface="Roboto"/>
              </a:defRPr>
            </a:lvl5pPr>
            <a:lvl6pPr lvl="5" rtl="0">
              <a:spcBef>
                <a:spcPts val="0"/>
              </a:spcBef>
              <a:spcAft>
                <a:spcPts val="0"/>
              </a:spcAft>
              <a:buClr>
                <a:schemeClr val="dk2"/>
              </a:buClr>
              <a:buSzPts val="2800"/>
              <a:buNone/>
              <a:defRPr>
                <a:solidFill>
                  <a:schemeClr val="dk2"/>
                </a:solidFill>
                <a:latin typeface="Roboto"/>
                <a:ea typeface="Roboto"/>
                <a:cs typeface="Roboto"/>
                <a:sym typeface="Roboto"/>
              </a:defRPr>
            </a:lvl6pPr>
            <a:lvl7pPr lvl="6" rtl="0">
              <a:spcBef>
                <a:spcPts val="0"/>
              </a:spcBef>
              <a:spcAft>
                <a:spcPts val="0"/>
              </a:spcAft>
              <a:buClr>
                <a:schemeClr val="dk2"/>
              </a:buClr>
              <a:buSzPts val="2800"/>
              <a:buNone/>
              <a:defRPr>
                <a:solidFill>
                  <a:schemeClr val="dk2"/>
                </a:solidFill>
                <a:latin typeface="Roboto"/>
                <a:ea typeface="Roboto"/>
                <a:cs typeface="Roboto"/>
                <a:sym typeface="Roboto"/>
              </a:defRPr>
            </a:lvl7pPr>
            <a:lvl8pPr lvl="7" rtl="0">
              <a:spcBef>
                <a:spcPts val="0"/>
              </a:spcBef>
              <a:spcAft>
                <a:spcPts val="0"/>
              </a:spcAft>
              <a:buClr>
                <a:schemeClr val="dk2"/>
              </a:buClr>
              <a:buSzPts val="2800"/>
              <a:buNone/>
              <a:defRPr>
                <a:solidFill>
                  <a:schemeClr val="dk2"/>
                </a:solidFill>
                <a:latin typeface="Roboto"/>
                <a:ea typeface="Roboto"/>
                <a:cs typeface="Roboto"/>
                <a:sym typeface="Roboto"/>
              </a:defRPr>
            </a:lvl8pPr>
            <a:lvl9pPr lvl="8" rtl="0">
              <a:spcBef>
                <a:spcPts val="0"/>
              </a:spcBef>
              <a:spcAft>
                <a:spcPts val="0"/>
              </a:spcAft>
              <a:buClr>
                <a:schemeClr val="dk2"/>
              </a:buClr>
              <a:buSzPts val="2800"/>
              <a:buNone/>
              <a:defRPr>
                <a:solidFill>
                  <a:schemeClr val="dk2"/>
                </a:solidFill>
                <a:latin typeface="Roboto"/>
                <a:ea typeface="Roboto"/>
                <a:cs typeface="Roboto"/>
                <a:sym typeface="Roboto"/>
              </a:defRPr>
            </a:lvl9pPr>
          </a:lstStyle>
          <a:p/>
        </p:txBody>
      </p:sp>
      <p:sp>
        <p:nvSpPr>
          <p:cNvPr id="335" name="Google Shape;335;p13"/>
          <p:cNvSpPr txBox="1"/>
          <p:nvPr>
            <p:ph idx="1" type="subTitle"/>
          </p:nvPr>
        </p:nvSpPr>
        <p:spPr>
          <a:xfrm>
            <a:off x="713088" y="2278465"/>
            <a:ext cx="2144100" cy="50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36" name="Google Shape;336;p13"/>
          <p:cNvSpPr txBox="1"/>
          <p:nvPr>
            <p:ph hasCustomPrompt="1" idx="2" type="title"/>
          </p:nvPr>
        </p:nvSpPr>
        <p:spPr>
          <a:xfrm>
            <a:off x="713111" y="1399475"/>
            <a:ext cx="2144100" cy="439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3000">
                <a:solidFill>
                  <a:schemeClr val="dk2"/>
                </a:solidFill>
              </a:defRPr>
            </a:lvl1pPr>
            <a:lvl2pPr lvl="1" rtl="0" algn="ctr">
              <a:spcBef>
                <a:spcPts val="0"/>
              </a:spcBef>
              <a:spcAft>
                <a:spcPts val="0"/>
              </a:spcAft>
              <a:buClr>
                <a:schemeClr val="dk2"/>
              </a:buClr>
              <a:buSzPts val="12000"/>
              <a:buNone/>
              <a:defRPr sz="12000">
                <a:solidFill>
                  <a:schemeClr val="dk2"/>
                </a:solidFill>
              </a:defRPr>
            </a:lvl2pPr>
            <a:lvl3pPr lvl="2" rtl="0" algn="ctr">
              <a:spcBef>
                <a:spcPts val="0"/>
              </a:spcBef>
              <a:spcAft>
                <a:spcPts val="0"/>
              </a:spcAft>
              <a:buClr>
                <a:schemeClr val="dk2"/>
              </a:buClr>
              <a:buSzPts val="12000"/>
              <a:buNone/>
              <a:defRPr sz="12000">
                <a:solidFill>
                  <a:schemeClr val="dk2"/>
                </a:solidFill>
              </a:defRPr>
            </a:lvl3pPr>
            <a:lvl4pPr lvl="3" rtl="0" algn="ctr">
              <a:spcBef>
                <a:spcPts val="0"/>
              </a:spcBef>
              <a:spcAft>
                <a:spcPts val="0"/>
              </a:spcAft>
              <a:buClr>
                <a:schemeClr val="dk2"/>
              </a:buClr>
              <a:buSzPts val="12000"/>
              <a:buNone/>
              <a:defRPr sz="12000">
                <a:solidFill>
                  <a:schemeClr val="dk2"/>
                </a:solidFill>
              </a:defRPr>
            </a:lvl4pPr>
            <a:lvl5pPr lvl="4" rtl="0" algn="ctr">
              <a:spcBef>
                <a:spcPts val="0"/>
              </a:spcBef>
              <a:spcAft>
                <a:spcPts val="0"/>
              </a:spcAft>
              <a:buClr>
                <a:schemeClr val="dk2"/>
              </a:buClr>
              <a:buSzPts val="12000"/>
              <a:buNone/>
              <a:defRPr sz="12000">
                <a:solidFill>
                  <a:schemeClr val="dk2"/>
                </a:solidFill>
              </a:defRPr>
            </a:lvl5pPr>
            <a:lvl6pPr lvl="5" rtl="0" algn="ctr">
              <a:spcBef>
                <a:spcPts val="0"/>
              </a:spcBef>
              <a:spcAft>
                <a:spcPts val="0"/>
              </a:spcAft>
              <a:buClr>
                <a:schemeClr val="dk2"/>
              </a:buClr>
              <a:buSzPts val="12000"/>
              <a:buNone/>
              <a:defRPr sz="12000">
                <a:solidFill>
                  <a:schemeClr val="dk2"/>
                </a:solidFill>
              </a:defRPr>
            </a:lvl6pPr>
            <a:lvl7pPr lvl="6" rtl="0" algn="ctr">
              <a:spcBef>
                <a:spcPts val="0"/>
              </a:spcBef>
              <a:spcAft>
                <a:spcPts val="0"/>
              </a:spcAft>
              <a:buClr>
                <a:schemeClr val="dk2"/>
              </a:buClr>
              <a:buSzPts val="12000"/>
              <a:buNone/>
              <a:defRPr sz="12000">
                <a:solidFill>
                  <a:schemeClr val="dk2"/>
                </a:solidFill>
              </a:defRPr>
            </a:lvl7pPr>
            <a:lvl8pPr lvl="7" rtl="0" algn="ctr">
              <a:spcBef>
                <a:spcPts val="0"/>
              </a:spcBef>
              <a:spcAft>
                <a:spcPts val="0"/>
              </a:spcAft>
              <a:buClr>
                <a:schemeClr val="dk2"/>
              </a:buClr>
              <a:buSzPts val="12000"/>
              <a:buNone/>
              <a:defRPr sz="12000">
                <a:solidFill>
                  <a:schemeClr val="dk2"/>
                </a:solidFill>
              </a:defRPr>
            </a:lvl8pPr>
            <a:lvl9pPr lvl="8" rtl="0" algn="ctr">
              <a:spcBef>
                <a:spcPts val="0"/>
              </a:spcBef>
              <a:spcAft>
                <a:spcPts val="0"/>
              </a:spcAft>
              <a:buClr>
                <a:schemeClr val="dk2"/>
              </a:buClr>
              <a:buSzPts val="12000"/>
              <a:buNone/>
              <a:defRPr sz="12000">
                <a:solidFill>
                  <a:schemeClr val="dk2"/>
                </a:solidFill>
              </a:defRPr>
            </a:lvl9pPr>
          </a:lstStyle>
          <a:p>
            <a:r>
              <a:t>xx%</a:t>
            </a:r>
          </a:p>
        </p:txBody>
      </p:sp>
      <p:sp>
        <p:nvSpPr>
          <p:cNvPr id="337" name="Google Shape;337;p13"/>
          <p:cNvSpPr txBox="1"/>
          <p:nvPr>
            <p:ph idx="3" type="subTitle"/>
          </p:nvPr>
        </p:nvSpPr>
        <p:spPr>
          <a:xfrm>
            <a:off x="3402973" y="2278474"/>
            <a:ext cx="2144100" cy="50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38" name="Google Shape;338;p13"/>
          <p:cNvSpPr txBox="1"/>
          <p:nvPr>
            <p:ph hasCustomPrompt="1" idx="4" type="title"/>
          </p:nvPr>
        </p:nvSpPr>
        <p:spPr>
          <a:xfrm>
            <a:off x="3402960" y="1399425"/>
            <a:ext cx="2144100" cy="439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3000">
                <a:solidFill>
                  <a:schemeClr val="dk2"/>
                </a:solidFill>
              </a:defRPr>
            </a:lvl1pPr>
            <a:lvl2pPr lvl="1" rtl="0" algn="ctr">
              <a:spcBef>
                <a:spcPts val="0"/>
              </a:spcBef>
              <a:spcAft>
                <a:spcPts val="0"/>
              </a:spcAft>
              <a:buClr>
                <a:schemeClr val="dk2"/>
              </a:buClr>
              <a:buSzPts val="12000"/>
              <a:buNone/>
              <a:defRPr sz="12000">
                <a:solidFill>
                  <a:schemeClr val="dk2"/>
                </a:solidFill>
              </a:defRPr>
            </a:lvl2pPr>
            <a:lvl3pPr lvl="2" rtl="0" algn="ctr">
              <a:spcBef>
                <a:spcPts val="0"/>
              </a:spcBef>
              <a:spcAft>
                <a:spcPts val="0"/>
              </a:spcAft>
              <a:buClr>
                <a:schemeClr val="dk2"/>
              </a:buClr>
              <a:buSzPts val="12000"/>
              <a:buNone/>
              <a:defRPr sz="12000">
                <a:solidFill>
                  <a:schemeClr val="dk2"/>
                </a:solidFill>
              </a:defRPr>
            </a:lvl3pPr>
            <a:lvl4pPr lvl="3" rtl="0" algn="ctr">
              <a:spcBef>
                <a:spcPts val="0"/>
              </a:spcBef>
              <a:spcAft>
                <a:spcPts val="0"/>
              </a:spcAft>
              <a:buClr>
                <a:schemeClr val="dk2"/>
              </a:buClr>
              <a:buSzPts val="12000"/>
              <a:buNone/>
              <a:defRPr sz="12000">
                <a:solidFill>
                  <a:schemeClr val="dk2"/>
                </a:solidFill>
              </a:defRPr>
            </a:lvl4pPr>
            <a:lvl5pPr lvl="4" rtl="0" algn="ctr">
              <a:spcBef>
                <a:spcPts val="0"/>
              </a:spcBef>
              <a:spcAft>
                <a:spcPts val="0"/>
              </a:spcAft>
              <a:buClr>
                <a:schemeClr val="dk2"/>
              </a:buClr>
              <a:buSzPts val="12000"/>
              <a:buNone/>
              <a:defRPr sz="12000">
                <a:solidFill>
                  <a:schemeClr val="dk2"/>
                </a:solidFill>
              </a:defRPr>
            </a:lvl5pPr>
            <a:lvl6pPr lvl="5" rtl="0" algn="ctr">
              <a:spcBef>
                <a:spcPts val="0"/>
              </a:spcBef>
              <a:spcAft>
                <a:spcPts val="0"/>
              </a:spcAft>
              <a:buClr>
                <a:schemeClr val="dk2"/>
              </a:buClr>
              <a:buSzPts val="12000"/>
              <a:buNone/>
              <a:defRPr sz="12000">
                <a:solidFill>
                  <a:schemeClr val="dk2"/>
                </a:solidFill>
              </a:defRPr>
            </a:lvl6pPr>
            <a:lvl7pPr lvl="6" rtl="0" algn="ctr">
              <a:spcBef>
                <a:spcPts val="0"/>
              </a:spcBef>
              <a:spcAft>
                <a:spcPts val="0"/>
              </a:spcAft>
              <a:buClr>
                <a:schemeClr val="dk2"/>
              </a:buClr>
              <a:buSzPts val="12000"/>
              <a:buNone/>
              <a:defRPr sz="12000">
                <a:solidFill>
                  <a:schemeClr val="dk2"/>
                </a:solidFill>
              </a:defRPr>
            </a:lvl7pPr>
            <a:lvl8pPr lvl="7" rtl="0" algn="ctr">
              <a:spcBef>
                <a:spcPts val="0"/>
              </a:spcBef>
              <a:spcAft>
                <a:spcPts val="0"/>
              </a:spcAft>
              <a:buClr>
                <a:schemeClr val="dk2"/>
              </a:buClr>
              <a:buSzPts val="12000"/>
              <a:buNone/>
              <a:defRPr sz="12000">
                <a:solidFill>
                  <a:schemeClr val="dk2"/>
                </a:solidFill>
              </a:defRPr>
            </a:lvl8pPr>
            <a:lvl9pPr lvl="8" rtl="0" algn="ctr">
              <a:spcBef>
                <a:spcPts val="0"/>
              </a:spcBef>
              <a:spcAft>
                <a:spcPts val="0"/>
              </a:spcAft>
              <a:buClr>
                <a:schemeClr val="dk2"/>
              </a:buClr>
              <a:buSzPts val="12000"/>
              <a:buNone/>
              <a:defRPr sz="12000">
                <a:solidFill>
                  <a:schemeClr val="dk2"/>
                </a:solidFill>
              </a:defRPr>
            </a:lvl9pPr>
          </a:lstStyle>
          <a:p>
            <a:r>
              <a:t>xx%</a:t>
            </a:r>
          </a:p>
        </p:txBody>
      </p:sp>
      <p:sp>
        <p:nvSpPr>
          <p:cNvPr id="339" name="Google Shape;339;p13"/>
          <p:cNvSpPr txBox="1"/>
          <p:nvPr>
            <p:ph idx="5" type="subTitle"/>
          </p:nvPr>
        </p:nvSpPr>
        <p:spPr>
          <a:xfrm>
            <a:off x="6092838" y="2278499"/>
            <a:ext cx="2144100" cy="50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40" name="Google Shape;340;p13"/>
          <p:cNvSpPr txBox="1"/>
          <p:nvPr>
            <p:ph hasCustomPrompt="1" idx="6" type="title"/>
          </p:nvPr>
        </p:nvSpPr>
        <p:spPr>
          <a:xfrm>
            <a:off x="6092838" y="1399483"/>
            <a:ext cx="2144100" cy="439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3000">
                <a:solidFill>
                  <a:schemeClr val="dk2"/>
                </a:solidFill>
              </a:defRPr>
            </a:lvl1pPr>
            <a:lvl2pPr lvl="1" rtl="0" algn="ctr">
              <a:spcBef>
                <a:spcPts val="0"/>
              </a:spcBef>
              <a:spcAft>
                <a:spcPts val="0"/>
              </a:spcAft>
              <a:buClr>
                <a:schemeClr val="dk2"/>
              </a:buClr>
              <a:buSzPts val="12000"/>
              <a:buNone/>
              <a:defRPr sz="12000">
                <a:solidFill>
                  <a:schemeClr val="dk2"/>
                </a:solidFill>
              </a:defRPr>
            </a:lvl2pPr>
            <a:lvl3pPr lvl="2" rtl="0" algn="ctr">
              <a:spcBef>
                <a:spcPts val="0"/>
              </a:spcBef>
              <a:spcAft>
                <a:spcPts val="0"/>
              </a:spcAft>
              <a:buClr>
                <a:schemeClr val="dk2"/>
              </a:buClr>
              <a:buSzPts val="12000"/>
              <a:buNone/>
              <a:defRPr sz="12000">
                <a:solidFill>
                  <a:schemeClr val="dk2"/>
                </a:solidFill>
              </a:defRPr>
            </a:lvl3pPr>
            <a:lvl4pPr lvl="3" rtl="0" algn="ctr">
              <a:spcBef>
                <a:spcPts val="0"/>
              </a:spcBef>
              <a:spcAft>
                <a:spcPts val="0"/>
              </a:spcAft>
              <a:buClr>
                <a:schemeClr val="dk2"/>
              </a:buClr>
              <a:buSzPts val="12000"/>
              <a:buNone/>
              <a:defRPr sz="12000">
                <a:solidFill>
                  <a:schemeClr val="dk2"/>
                </a:solidFill>
              </a:defRPr>
            </a:lvl4pPr>
            <a:lvl5pPr lvl="4" rtl="0" algn="ctr">
              <a:spcBef>
                <a:spcPts val="0"/>
              </a:spcBef>
              <a:spcAft>
                <a:spcPts val="0"/>
              </a:spcAft>
              <a:buClr>
                <a:schemeClr val="dk2"/>
              </a:buClr>
              <a:buSzPts val="12000"/>
              <a:buNone/>
              <a:defRPr sz="12000">
                <a:solidFill>
                  <a:schemeClr val="dk2"/>
                </a:solidFill>
              </a:defRPr>
            </a:lvl5pPr>
            <a:lvl6pPr lvl="5" rtl="0" algn="ctr">
              <a:spcBef>
                <a:spcPts val="0"/>
              </a:spcBef>
              <a:spcAft>
                <a:spcPts val="0"/>
              </a:spcAft>
              <a:buClr>
                <a:schemeClr val="dk2"/>
              </a:buClr>
              <a:buSzPts val="12000"/>
              <a:buNone/>
              <a:defRPr sz="12000">
                <a:solidFill>
                  <a:schemeClr val="dk2"/>
                </a:solidFill>
              </a:defRPr>
            </a:lvl6pPr>
            <a:lvl7pPr lvl="6" rtl="0" algn="ctr">
              <a:spcBef>
                <a:spcPts val="0"/>
              </a:spcBef>
              <a:spcAft>
                <a:spcPts val="0"/>
              </a:spcAft>
              <a:buClr>
                <a:schemeClr val="dk2"/>
              </a:buClr>
              <a:buSzPts val="12000"/>
              <a:buNone/>
              <a:defRPr sz="12000">
                <a:solidFill>
                  <a:schemeClr val="dk2"/>
                </a:solidFill>
              </a:defRPr>
            </a:lvl7pPr>
            <a:lvl8pPr lvl="7" rtl="0" algn="ctr">
              <a:spcBef>
                <a:spcPts val="0"/>
              </a:spcBef>
              <a:spcAft>
                <a:spcPts val="0"/>
              </a:spcAft>
              <a:buClr>
                <a:schemeClr val="dk2"/>
              </a:buClr>
              <a:buSzPts val="12000"/>
              <a:buNone/>
              <a:defRPr sz="12000">
                <a:solidFill>
                  <a:schemeClr val="dk2"/>
                </a:solidFill>
              </a:defRPr>
            </a:lvl8pPr>
            <a:lvl9pPr lvl="8" rtl="0" algn="ctr">
              <a:spcBef>
                <a:spcPts val="0"/>
              </a:spcBef>
              <a:spcAft>
                <a:spcPts val="0"/>
              </a:spcAft>
              <a:buClr>
                <a:schemeClr val="dk2"/>
              </a:buClr>
              <a:buSzPts val="12000"/>
              <a:buNone/>
              <a:defRPr sz="12000">
                <a:solidFill>
                  <a:schemeClr val="dk2"/>
                </a:solidFill>
              </a:defRPr>
            </a:lvl9pPr>
          </a:lstStyle>
          <a:p>
            <a:r>
              <a:t>xx%</a:t>
            </a:r>
          </a:p>
        </p:txBody>
      </p:sp>
      <p:sp>
        <p:nvSpPr>
          <p:cNvPr id="341" name="Google Shape;341;p13"/>
          <p:cNvSpPr txBox="1"/>
          <p:nvPr>
            <p:ph idx="7" type="subTitle"/>
          </p:nvPr>
        </p:nvSpPr>
        <p:spPr>
          <a:xfrm>
            <a:off x="713050" y="4011451"/>
            <a:ext cx="2144100" cy="50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42" name="Google Shape;342;p13"/>
          <p:cNvSpPr txBox="1"/>
          <p:nvPr>
            <p:ph hasCustomPrompt="1" idx="8" type="title"/>
          </p:nvPr>
        </p:nvSpPr>
        <p:spPr>
          <a:xfrm>
            <a:off x="713060" y="3132439"/>
            <a:ext cx="2144100" cy="439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3000">
                <a:solidFill>
                  <a:schemeClr val="dk2"/>
                </a:solidFill>
              </a:defRPr>
            </a:lvl1pPr>
            <a:lvl2pPr lvl="1" rtl="0" algn="ctr">
              <a:spcBef>
                <a:spcPts val="0"/>
              </a:spcBef>
              <a:spcAft>
                <a:spcPts val="0"/>
              </a:spcAft>
              <a:buClr>
                <a:schemeClr val="dk2"/>
              </a:buClr>
              <a:buSzPts val="12000"/>
              <a:buNone/>
              <a:defRPr sz="12000">
                <a:solidFill>
                  <a:schemeClr val="dk2"/>
                </a:solidFill>
              </a:defRPr>
            </a:lvl2pPr>
            <a:lvl3pPr lvl="2" rtl="0" algn="ctr">
              <a:spcBef>
                <a:spcPts val="0"/>
              </a:spcBef>
              <a:spcAft>
                <a:spcPts val="0"/>
              </a:spcAft>
              <a:buClr>
                <a:schemeClr val="dk2"/>
              </a:buClr>
              <a:buSzPts val="12000"/>
              <a:buNone/>
              <a:defRPr sz="12000">
                <a:solidFill>
                  <a:schemeClr val="dk2"/>
                </a:solidFill>
              </a:defRPr>
            </a:lvl3pPr>
            <a:lvl4pPr lvl="3" rtl="0" algn="ctr">
              <a:spcBef>
                <a:spcPts val="0"/>
              </a:spcBef>
              <a:spcAft>
                <a:spcPts val="0"/>
              </a:spcAft>
              <a:buClr>
                <a:schemeClr val="dk2"/>
              </a:buClr>
              <a:buSzPts val="12000"/>
              <a:buNone/>
              <a:defRPr sz="12000">
                <a:solidFill>
                  <a:schemeClr val="dk2"/>
                </a:solidFill>
              </a:defRPr>
            </a:lvl4pPr>
            <a:lvl5pPr lvl="4" rtl="0" algn="ctr">
              <a:spcBef>
                <a:spcPts val="0"/>
              </a:spcBef>
              <a:spcAft>
                <a:spcPts val="0"/>
              </a:spcAft>
              <a:buClr>
                <a:schemeClr val="dk2"/>
              </a:buClr>
              <a:buSzPts val="12000"/>
              <a:buNone/>
              <a:defRPr sz="12000">
                <a:solidFill>
                  <a:schemeClr val="dk2"/>
                </a:solidFill>
              </a:defRPr>
            </a:lvl5pPr>
            <a:lvl6pPr lvl="5" rtl="0" algn="ctr">
              <a:spcBef>
                <a:spcPts val="0"/>
              </a:spcBef>
              <a:spcAft>
                <a:spcPts val="0"/>
              </a:spcAft>
              <a:buClr>
                <a:schemeClr val="dk2"/>
              </a:buClr>
              <a:buSzPts val="12000"/>
              <a:buNone/>
              <a:defRPr sz="12000">
                <a:solidFill>
                  <a:schemeClr val="dk2"/>
                </a:solidFill>
              </a:defRPr>
            </a:lvl6pPr>
            <a:lvl7pPr lvl="6" rtl="0" algn="ctr">
              <a:spcBef>
                <a:spcPts val="0"/>
              </a:spcBef>
              <a:spcAft>
                <a:spcPts val="0"/>
              </a:spcAft>
              <a:buClr>
                <a:schemeClr val="dk2"/>
              </a:buClr>
              <a:buSzPts val="12000"/>
              <a:buNone/>
              <a:defRPr sz="12000">
                <a:solidFill>
                  <a:schemeClr val="dk2"/>
                </a:solidFill>
              </a:defRPr>
            </a:lvl7pPr>
            <a:lvl8pPr lvl="7" rtl="0" algn="ctr">
              <a:spcBef>
                <a:spcPts val="0"/>
              </a:spcBef>
              <a:spcAft>
                <a:spcPts val="0"/>
              </a:spcAft>
              <a:buClr>
                <a:schemeClr val="dk2"/>
              </a:buClr>
              <a:buSzPts val="12000"/>
              <a:buNone/>
              <a:defRPr sz="12000">
                <a:solidFill>
                  <a:schemeClr val="dk2"/>
                </a:solidFill>
              </a:defRPr>
            </a:lvl8pPr>
            <a:lvl9pPr lvl="8" rtl="0" algn="ctr">
              <a:spcBef>
                <a:spcPts val="0"/>
              </a:spcBef>
              <a:spcAft>
                <a:spcPts val="0"/>
              </a:spcAft>
              <a:buClr>
                <a:schemeClr val="dk2"/>
              </a:buClr>
              <a:buSzPts val="12000"/>
              <a:buNone/>
              <a:defRPr sz="12000">
                <a:solidFill>
                  <a:schemeClr val="dk2"/>
                </a:solidFill>
              </a:defRPr>
            </a:lvl9pPr>
          </a:lstStyle>
          <a:p>
            <a:r>
              <a:t>xx%</a:t>
            </a:r>
          </a:p>
        </p:txBody>
      </p:sp>
      <p:sp>
        <p:nvSpPr>
          <p:cNvPr id="343" name="Google Shape;343;p13"/>
          <p:cNvSpPr txBox="1"/>
          <p:nvPr>
            <p:ph idx="9" type="subTitle"/>
          </p:nvPr>
        </p:nvSpPr>
        <p:spPr>
          <a:xfrm>
            <a:off x="713100" y="1991375"/>
            <a:ext cx="2144100" cy="439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4" name="Google Shape;344;p13"/>
          <p:cNvSpPr txBox="1"/>
          <p:nvPr>
            <p:ph idx="13" type="subTitle"/>
          </p:nvPr>
        </p:nvSpPr>
        <p:spPr>
          <a:xfrm>
            <a:off x="3402927" y="1991375"/>
            <a:ext cx="2144100" cy="439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5" name="Google Shape;345;p13"/>
          <p:cNvSpPr txBox="1"/>
          <p:nvPr>
            <p:ph idx="14" type="subTitle"/>
          </p:nvPr>
        </p:nvSpPr>
        <p:spPr>
          <a:xfrm>
            <a:off x="6092975" y="1991400"/>
            <a:ext cx="2144100" cy="439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6" name="Google Shape;346;p13"/>
          <p:cNvSpPr txBox="1"/>
          <p:nvPr>
            <p:ph idx="15" type="subTitle"/>
          </p:nvPr>
        </p:nvSpPr>
        <p:spPr>
          <a:xfrm>
            <a:off x="713152" y="3724350"/>
            <a:ext cx="2144100" cy="439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47" name="Google Shape;347;p13"/>
          <p:cNvSpPr txBox="1"/>
          <p:nvPr>
            <p:ph idx="16" type="subTitle"/>
          </p:nvPr>
        </p:nvSpPr>
        <p:spPr>
          <a:xfrm>
            <a:off x="3402973" y="4011499"/>
            <a:ext cx="2144100" cy="50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48" name="Google Shape;348;p13"/>
          <p:cNvSpPr txBox="1"/>
          <p:nvPr>
            <p:ph hasCustomPrompt="1" idx="17" type="title"/>
          </p:nvPr>
        </p:nvSpPr>
        <p:spPr>
          <a:xfrm>
            <a:off x="3402960" y="3132450"/>
            <a:ext cx="2144100" cy="439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3000">
                <a:solidFill>
                  <a:schemeClr val="dk2"/>
                </a:solidFill>
              </a:defRPr>
            </a:lvl1pPr>
            <a:lvl2pPr lvl="1" rtl="0" algn="ctr">
              <a:spcBef>
                <a:spcPts val="0"/>
              </a:spcBef>
              <a:spcAft>
                <a:spcPts val="0"/>
              </a:spcAft>
              <a:buClr>
                <a:schemeClr val="dk2"/>
              </a:buClr>
              <a:buSzPts val="12000"/>
              <a:buNone/>
              <a:defRPr sz="12000">
                <a:solidFill>
                  <a:schemeClr val="dk2"/>
                </a:solidFill>
              </a:defRPr>
            </a:lvl2pPr>
            <a:lvl3pPr lvl="2" rtl="0" algn="ctr">
              <a:spcBef>
                <a:spcPts val="0"/>
              </a:spcBef>
              <a:spcAft>
                <a:spcPts val="0"/>
              </a:spcAft>
              <a:buClr>
                <a:schemeClr val="dk2"/>
              </a:buClr>
              <a:buSzPts val="12000"/>
              <a:buNone/>
              <a:defRPr sz="12000">
                <a:solidFill>
                  <a:schemeClr val="dk2"/>
                </a:solidFill>
              </a:defRPr>
            </a:lvl3pPr>
            <a:lvl4pPr lvl="3" rtl="0" algn="ctr">
              <a:spcBef>
                <a:spcPts val="0"/>
              </a:spcBef>
              <a:spcAft>
                <a:spcPts val="0"/>
              </a:spcAft>
              <a:buClr>
                <a:schemeClr val="dk2"/>
              </a:buClr>
              <a:buSzPts val="12000"/>
              <a:buNone/>
              <a:defRPr sz="12000">
                <a:solidFill>
                  <a:schemeClr val="dk2"/>
                </a:solidFill>
              </a:defRPr>
            </a:lvl4pPr>
            <a:lvl5pPr lvl="4" rtl="0" algn="ctr">
              <a:spcBef>
                <a:spcPts val="0"/>
              </a:spcBef>
              <a:spcAft>
                <a:spcPts val="0"/>
              </a:spcAft>
              <a:buClr>
                <a:schemeClr val="dk2"/>
              </a:buClr>
              <a:buSzPts val="12000"/>
              <a:buNone/>
              <a:defRPr sz="12000">
                <a:solidFill>
                  <a:schemeClr val="dk2"/>
                </a:solidFill>
              </a:defRPr>
            </a:lvl5pPr>
            <a:lvl6pPr lvl="5" rtl="0" algn="ctr">
              <a:spcBef>
                <a:spcPts val="0"/>
              </a:spcBef>
              <a:spcAft>
                <a:spcPts val="0"/>
              </a:spcAft>
              <a:buClr>
                <a:schemeClr val="dk2"/>
              </a:buClr>
              <a:buSzPts val="12000"/>
              <a:buNone/>
              <a:defRPr sz="12000">
                <a:solidFill>
                  <a:schemeClr val="dk2"/>
                </a:solidFill>
              </a:defRPr>
            </a:lvl6pPr>
            <a:lvl7pPr lvl="6" rtl="0" algn="ctr">
              <a:spcBef>
                <a:spcPts val="0"/>
              </a:spcBef>
              <a:spcAft>
                <a:spcPts val="0"/>
              </a:spcAft>
              <a:buClr>
                <a:schemeClr val="dk2"/>
              </a:buClr>
              <a:buSzPts val="12000"/>
              <a:buNone/>
              <a:defRPr sz="12000">
                <a:solidFill>
                  <a:schemeClr val="dk2"/>
                </a:solidFill>
              </a:defRPr>
            </a:lvl7pPr>
            <a:lvl8pPr lvl="7" rtl="0" algn="ctr">
              <a:spcBef>
                <a:spcPts val="0"/>
              </a:spcBef>
              <a:spcAft>
                <a:spcPts val="0"/>
              </a:spcAft>
              <a:buClr>
                <a:schemeClr val="dk2"/>
              </a:buClr>
              <a:buSzPts val="12000"/>
              <a:buNone/>
              <a:defRPr sz="12000">
                <a:solidFill>
                  <a:schemeClr val="dk2"/>
                </a:solidFill>
              </a:defRPr>
            </a:lvl8pPr>
            <a:lvl9pPr lvl="8" rtl="0" algn="ctr">
              <a:spcBef>
                <a:spcPts val="0"/>
              </a:spcBef>
              <a:spcAft>
                <a:spcPts val="0"/>
              </a:spcAft>
              <a:buClr>
                <a:schemeClr val="dk2"/>
              </a:buClr>
              <a:buSzPts val="12000"/>
              <a:buNone/>
              <a:defRPr sz="12000">
                <a:solidFill>
                  <a:schemeClr val="dk2"/>
                </a:solidFill>
              </a:defRPr>
            </a:lvl9pPr>
          </a:lstStyle>
          <a:p>
            <a:r>
              <a:t>xx%</a:t>
            </a:r>
          </a:p>
        </p:txBody>
      </p:sp>
      <p:sp>
        <p:nvSpPr>
          <p:cNvPr id="349" name="Google Shape;349;p13"/>
          <p:cNvSpPr txBox="1"/>
          <p:nvPr>
            <p:ph idx="18" type="subTitle"/>
          </p:nvPr>
        </p:nvSpPr>
        <p:spPr>
          <a:xfrm>
            <a:off x="6092838" y="4011524"/>
            <a:ext cx="2144100" cy="5019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350" name="Google Shape;350;p13"/>
          <p:cNvSpPr txBox="1"/>
          <p:nvPr>
            <p:ph hasCustomPrompt="1" idx="19" type="title"/>
          </p:nvPr>
        </p:nvSpPr>
        <p:spPr>
          <a:xfrm>
            <a:off x="6092838" y="3132508"/>
            <a:ext cx="2144100" cy="4395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4800"/>
              <a:buNone/>
              <a:defRPr sz="3000">
                <a:solidFill>
                  <a:schemeClr val="dk2"/>
                </a:solidFill>
              </a:defRPr>
            </a:lvl1pPr>
            <a:lvl2pPr lvl="1" rtl="0" algn="ctr">
              <a:spcBef>
                <a:spcPts val="0"/>
              </a:spcBef>
              <a:spcAft>
                <a:spcPts val="0"/>
              </a:spcAft>
              <a:buClr>
                <a:schemeClr val="dk2"/>
              </a:buClr>
              <a:buSzPts val="12000"/>
              <a:buNone/>
              <a:defRPr sz="12000">
                <a:solidFill>
                  <a:schemeClr val="dk2"/>
                </a:solidFill>
              </a:defRPr>
            </a:lvl2pPr>
            <a:lvl3pPr lvl="2" rtl="0" algn="ctr">
              <a:spcBef>
                <a:spcPts val="0"/>
              </a:spcBef>
              <a:spcAft>
                <a:spcPts val="0"/>
              </a:spcAft>
              <a:buClr>
                <a:schemeClr val="dk2"/>
              </a:buClr>
              <a:buSzPts val="12000"/>
              <a:buNone/>
              <a:defRPr sz="12000">
                <a:solidFill>
                  <a:schemeClr val="dk2"/>
                </a:solidFill>
              </a:defRPr>
            </a:lvl3pPr>
            <a:lvl4pPr lvl="3" rtl="0" algn="ctr">
              <a:spcBef>
                <a:spcPts val="0"/>
              </a:spcBef>
              <a:spcAft>
                <a:spcPts val="0"/>
              </a:spcAft>
              <a:buClr>
                <a:schemeClr val="dk2"/>
              </a:buClr>
              <a:buSzPts val="12000"/>
              <a:buNone/>
              <a:defRPr sz="12000">
                <a:solidFill>
                  <a:schemeClr val="dk2"/>
                </a:solidFill>
              </a:defRPr>
            </a:lvl4pPr>
            <a:lvl5pPr lvl="4" rtl="0" algn="ctr">
              <a:spcBef>
                <a:spcPts val="0"/>
              </a:spcBef>
              <a:spcAft>
                <a:spcPts val="0"/>
              </a:spcAft>
              <a:buClr>
                <a:schemeClr val="dk2"/>
              </a:buClr>
              <a:buSzPts val="12000"/>
              <a:buNone/>
              <a:defRPr sz="12000">
                <a:solidFill>
                  <a:schemeClr val="dk2"/>
                </a:solidFill>
              </a:defRPr>
            </a:lvl5pPr>
            <a:lvl6pPr lvl="5" rtl="0" algn="ctr">
              <a:spcBef>
                <a:spcPts val="0"/>
              </a:spcBef>
              <a:spcAft>
                <a:spcPts val="0"/>
              </a:spcAft>
              <a:buClr>
                <a:schemeClr val="dk2"/>
              </a:buClr>
              <a:buSzPts val="12000"/>
              <a:buNone/>
              <a:defRPr sz="12000">
                <a:solidFill>
                  <a:schemeClr val="dk2"/>
                </a:solidFill>
              </a:defRPr>
            </a:lvl6pPr>
            <a:lvl7pPr lvl="6" rtl="0" algn="ctr">
              <a:spcBef>
                <a:spcPts val="0"/>
              </a:spcBef>
              <a:spcAft>
                <a:spcPts val="0"/>
              </a:spcAft>
              <a:buClr>
                <a:schemeClr val="dk2"/>
              </a:buClr>
              <a:buSzPts val="12000"/>
              <a:buNone/>
              <a:defRPr sz="12000">
                <a:solidFill>
                  <a:schemeClr val="dk2"/>
                </a:solidFill>
              </a:defRPr>
            </a:lvl7pPr>
            <a:lvl8pPr lvl="7" rtl="0" algn="ctr">
              <a:spcBef>
                <a:spcPts val="0"/>
              </a:spcBef>
              <a:spcAft>
                <a:spcPts val="0"/>
              </a:spcAft>
              <a:buClr>
                <a:schemeClr val="dk2"/>
              </a:buClr>
              <a:buSzPts val="12000"/>
              <a:buNone/>
              <a:defRPr sz="12000">
                <a:solidFill>
                  <a:schemeClr val="dk2"/>
                </a:solidFill>
              </a:defRPr>
            </a:lvl8pPr>
            <a:lvl9pPr lvl="8" rtl="0" algn="ctr">
              <a:spcBef>
                <a:spcPts val="0"/>
              </a:spcBef>
              <a:spcAft>
                <a:spcPts val="0"/>
              </a:spcAft>
              <a:buClr>
                <a:schemeClr val="dk2"/>
              </a:buClr>
              <a:buSzPts val="12000"/>
              <a:buNone/>
              <a:defRPr sz="12000">
                <a:solidFill>
                  <a:schemeClr val="dk2"/>
                </a:solidFill>
              </a:defRPr>
            </a:lvl9pPr>
          </a:lstStyle>
          <a:p>
            <a:r>
              <a:t>xx%</a:t>
            </a:r>
          </a:p>
        </p:txBody>
      </p:sp>
      <p:sp>
        <p:nvSpPr>
          <p:cNvPr id="351" name="Google Shape;351;p13"/>
          <p:cNvSpPr txBox="1"/>
          <p:nvPr>
            <p:ph idx="20" type="subTitle"/>
          </p:nvPr>
        </p:nvSpPr>
        <p:spPr>
          <a:xfrm>
            <a:off x="3402927" y="3724400"/>
            <a:ext cx="2144100" cy="439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352" name="Google Shape;352;p13"/>
          <p:cNvSpPr txBox="1"/>
          <p:nvPr>
            <p:ph idx="21" type="subTitle"/>
          </p:nvPr>
        </p:nvSpPr>
        <p:spPr>
          <a:xfrm>
            <a:off x="6092975" y="3724425"/>
            <a:ext cx="2144100" cy="439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grpSp>
        <p:nvGrpSpPr>
          <p:cNvPr id="353" name="Google Shape;353;p13"/>
          <p:cNvGrpSpPr/>
          <p:nvPr/>
        </p:nvGrpSpPr>
        <p:grpSpPr>
          <a:xfrm>
            <a:off x="-763543" y="-690983"/>
            <a:ext cx="2286076" cy="2104869"/>
            <a:chOff x="4354222" y="153972"/>
            <a:chExt cx="1400867" cy="1289906"/>
          </a:xfrm>
        </p:grpSpPr>
        <p:sp>
          <p:nvSpPr>
            <p:cNvPr id="354" name="Google Shape;354;p13"/>
            <p:cNvSpPr/>
            <p:nvPr/>
          </p:nvSpPr>
          <p:spPr>
            <a:xfrm>
              <a:off x="4452780" y="153972"/>
              <a:ext cx="1302309" cy="1289906"/>
            </a:xfrm>
            <a:custGeom>
              <a:rect b="b" l="l" r="r" t="t"/>
              <a:pathLst>
                <a:path extrusionOk="0" h="19344" w="19530">
                  <a:moveTo>
                    <a:pt x="8140" y="18450"/>
                  </a:moveTo>
                  <a:cubicBezTo>
                    <a:pt x="13028" y="19344"/>
                    <a:pt x="17733" y="16132"/>
                    <a:pt x="18623" y="11282"/>
                  </a:cubicBezTo>
                  <a:cubicBezTo>
                    <a:pt x="19529" y="6432"/>
                    <a:pt x="16293" y="1781"/>
                    <a:pt x="11389" y="891"/>
                  </a:cubicBezTo>
                  <a:cubicBezTo>
                    <a:pt x="6502" y="1"/>
                    <a:pt x="1796" y="3209"/>
                    <a:pt x="906" y="8059"/>
                  </a:cubicBezTo>
                  <a:cubicBezTo>
                    <a:pt x="0" y="12908"/>
                    <a:pt x="3240" y="17560"/>
                    <a:pt x="8140" y="1845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3"/>
            <p:cNvSpPr/>
            <p:nvPr/>
          </p:nvSpPr>
          <p:spPr>
            <a:xfrm>
              <a:off x="4354222" y="237393"/>
              <a:ext cx="1302042" cy="1190149"/>
            </a:xfrm>
            <a:custGeom>
              <a:rect b="b" l="l" r="r" t="t"/>
              <a:pathLst>
                <a:path extrusionOk="0" h="17848" w="19526">
                  <a:moveTo>
                    <a:pt x="9746" y="1"/>
                  </a:moveTo>
                  <a:cubicBezTo>
                    <a:pt x="5487" y="1"/>
                    <a:pt x="1691" y="3004"/>
                    <a:pt x="890" y="7304"/>
                  </a:cubicBezTo>
                  <a:cubicBezTo>
                    <a:pt x="0" y="12154"/>
                    <a:pt x="3237" y="16806"/>
                    <a:pt x="8124" y="17699"/>
                  </a:cubicBezTo>
                  <a:cubicBezTo>
                    <a:pt x="8675" y="17799"/>
                    <a:pt x="9222" y="17848"/>
                    <a:pt x="9763" y="17848"/>
                  </a:cubicBezTo>
                  <a:cubicBezTo>
                    <a:pt x="14033" y="17848"/>
                    <a:pt x="17830" y="14834"/>
                    <a:pt x="18620" y="10528"/>
                  </a:cubicBezTo>
                  <a:cubicBezTo>
                    <a:pt x="19526" y="5694"/>
                    <a:pt x="16289" y="1042"/>
                    <a:pt x="11386" y="149"/>
                  </a:cubicBezTo>
                  <a:cubicBezTo>
                    <a:pt x="10835" y="49"/>
                    <a:pt x="10287" y="1"/>
                    <a:pt x="9746"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13"/>
            <p:cNvSpPr/>
            <p:nvPr/>
          </p:nvSpPr>
          <p:spPr>
            <a:xfrm>
              <a:off x="5126684" y="923500"/>
              <a:ext cx="348616" cy="289069"/>
            </a:xfrm>
            <a:custGeom>
              <a:rect b="b" l="l" r="r" t="t"/>
              <a:pathLst>
                <a:path extrusionOk="0" h="4335" w="5228">
                  <a:moveTo>
                    <a:pt x="1212" y="0"/>
                  </a:moveTo>
                  <a:cubicBezTo>
                    <a:pt x="937" y="0"/>
                    <a:pt x="667" y="118"/>
                    <a:pt x="484" y="346"/>
                  </a:cubicBezTo>
                  <a:lnTo>
                    <a:pt x="315" y="570"/>
                  </a:lnTo>
                  <a:cubicBezTo>
                    <a:pt x="0" y="963"/>
                    <a:pt x="79" y="1538"/>
                    <a:pt x="472" y="1853"/>
                  </a:cubicBezTo>
                  <a:lnTo>
                    <a:pt x="3460" y="4146"/>
                  </a:lnTo>
                  <a:cubicBezTo>
                    <a:pt x="3625" y="4273"/>
                    <a:pt x="3825" y="4334"/>
                    <a:pt x="4023" y="4334"/>
                  </a:cubicBezTo>
                  <a:cubicBezTo>
                    <a:pt x="4297" y="4334"/>
                    <a:pt x="4568" y="4216"/>
                    <a:pt x="4743" y="3988"/>
                  </a:cubicBezTo>
                  <a:lnTo>
                    <a:pt x="4913" y="3765"/>
                  </a:lnTo>
                  <a:cubicBezTo>
                    <a:pt x="5227" y="3372"/>
                    <a:pt x="5165" y="2796"/>
                    <a:pt x="4756" y="2494"/>
                  </a:cubicBezTo>
                  <a:lnTo>
                    <a:pt x="1783" y="189"/>
                  </a:lnTo>
                  <a:cubicBezTo>
                    <a:pt x="1612" y="62"/>
                    <a:pt x="1410" y="0"/>
                    <a:pt x="1212"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13"/>
            <p:cNvSpPr/>
            <p:nvPr/>
          </p:nvSpPr>
          <p:spPr>
            <a:xfrm>
              <a:off x="4576078" y="440045"/>
              <a:ext cx="858337" cy="784720"/>
            </a:xfrm>
            <a:custGeom>
              <a:rect b="b" l="l" r="r" t="t"/>
              <a:pathLst>
                <a:path extrusionOk="0" h="11768" w="12872">
                  <a:moveTo>
                    <a:pt x="6430" y="0"/>
                  </a:moveTo>
                  <a:cubicBezTo>
                    <a:pt x="3619" y="0"/>
                    <a:pt x="1114" y="1990"/>
                    <a:pt x="589" y="4816"/>
                  </a:cubicBezTo>
                  <a:cubicBezTo>
                    <a:pt x="1" y="8015"/>
                    <a:pt x="2136" y="11081"/>
                    <a:pt x="5360" y="11672"/>
                  </a:cubicBezTo>
                  <a:cubicBezTo>
                    <a:pt x="5717" y="11736"/>
                    <a:pt x="6073" y="11767"/>
                    <a:pt x="6424" y="11767"/>
                  </a:cubicBezTo>
                  <a:cubicBezTo>
                    <a:pt x="9239" y="11767"/>
                    <a:pt x="11743" y="9783"/>
                    <a:pt x="12280" y="6939"/>
                  </a:cubicBezTo>
                  <a:cubicBezTo>
                    <a:pt x="12871" y="3756"/>
                    <a:pt x="10732" y="689"/>
                    <a:pt x="7508" y="98"/>
                  </a:cubicBezTo>
                  <a:cubicBezTo>
                    <a:pt x="7146" y="32"/>
                    <a:pt x="6786" y="0"/>
                    <a:pt x="6430"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8" name="Google Shape;358;p13"/>
            <p:cNvSpPr/>
            <p:nvPr/>
          </p:nvSpPr>
          <p:spPr>
            <a:xfrm>
              <a:off x="4619756" y="480988"/>
              <a:ext cx="769983" cy="703034"/>
            </a:xfrm>
            <a:custGeom>
              <a:rect b="b" l="l" r="r" t="t"/>
              <a:pathLst>
                <a:path extrusionOk="0" h="10543" w="11547">
                  <a:moveTo>
                    <a:pt x="5770" y="0"/>
                  </a:moveTo>
                  <a:cubicBezTo>
                    <a:pt x="3256" y="0"/>
                    <a:pt x="1015" y="1773"/>
                    <a:pt x="538" y="4321"/>
                  </a:cubicBezTo>
                  <a:cubicBezTo>
                    <a:pt x="0" y="7177"/>
                    <a:pt x="1928" y="9929"/>
                    <a:pt x="4809" y="10455"/>
                  </a:cubicBezTo>
                  <a:cubicBezTo>
                    <a:pt x="5135" y="10514"/>
                    <a:pt x="5460" y="10542"/>
                    <a:pt x="5780" y="10542"/>
                  </a:cubicBezTo>
                  <a:cubicBezTo>
                    <a:pt x="8303" y="10542"/>
                    <a:pt x="10545" y="8769"/>
                    <a:pt x="11008" y="6221"/>
                  </a:cubicBezTo>
                  <a:cubicBezTo>
                    <a:pt x="11546" y="3365"/>
                    <a:pt x="9634" y="613"/>
                    <a:pt x="6737" y="88"/>
                  </a:cubicBezTo>
                  <a:cubicBezTo>
                    <a:pt x="6412" y="29"/>
                    <a:pt x="6089" y="0"/>
                    <a:pt x="5770"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3"/>
            <p:cNvSpPr/>
            <p:nvPr/>
          </p:nvSpPr>
          <p:spPr>
            <a:xfrm>
              <a:off x="4764859" y="541737"/>
              <a:ext cx="561933" cy="513989"/>
            </a:xfrm>
            <a:custGeom>
              <a:rect b="b" l="l" r="r" t="t"/>
              <a:pathLst>
                <a:path extrusionOk="0" h="7708" w="8427">
                  <a:moveTo>
                    <a:pt x="4197" y="1"/>
                  </a:moveTo>
                  <a:cubicBezTo>
                    <a:pt x="2364" y="1"/>
                    <a:pt x="731" y="1304"/>
                    <a:pt x="394" y="3162"/>
                  </a:cubicBezTo>
                  <a:cubicBezTo>
                    <a:pt x="1" y="5244"/>
                    <a:pt x="1403" y="7251"/>
                    <a:pt x="3514" y="7644"/>
                  </a:cubicBezTo>
                  <a:cubicBezTo>
                    <a:pt x="3750" y="7686"/>
                    <a:pt x="3985" y="7707"/>
                    <a:pt x="4216" y="7707"/>
                  </a:cubicBezTo>
                  <a:cubicBezTo>
                    <a:pt x="6055" y="7707"/>
                    <a:pt x="7697" y="6412"/>
                    <a:pt x="8046" y="4549"/>
                  </a:cubicBezTo>
                  <a:cubicBezTo>
                    <a:pt x="8427" y="2454"/>
                    <a:pt x="7036" y="448"/>
                    <a:pt x="4913" y="67"/>
                  </a:cubicBezTo>
                  <a:cubicBezTo>
                    <a:pt x="4673" y="22"/>
                    <a:pt x="4433" y="1"/>
                    <a:pt x="419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13"/>
            <p:cNvSpPr/>
            <p:nvPr/>
          </p:nvSpPr>
          <p:spPr>
            <a:xfrm>
              <a:off x="4874153" y="1032528"/>
              <a:ext cx="50612" cy="46478"/>
            </a:xfrm>
            <a:custGeom>
              <a:rect b="b" l="l" r="r" t="t"/>
              <a:pathLst>
                <a:path extrusionOk="0" h="697" w="759">
                  <a:moveTo>
                    <a:pt x="376" y="1"/>
                  </a:moveTo>
                  <a:cubicBezTo>
                    <a:pt x="208" y="1"/>
                    <a:pt x="61" y="120"/>
                    <a:pt x="25" y="284"/>
                  </a:cubicBezTo>
                  <a:cubicBezTo>
                    <a:pt x="0" y="479"/>
                    <a:pt x="117" y="664"/>
                    <a:pt x="315" y="690"/>
                  </a:cubicBezTo>
                  <a:cubicBezTo>
                    <a:pt x="338" y="694"/>
                    <a:pt x="361" y="696"/>
                    <a:pt x="383" y="696"/>
                  </a:cubicBezTo>
                  <a:cubicBezTo>
                    <a:pt x="551" y="696"/>
                    <a:pt x="698" y="577"/>
                    <a:pt x="720" y="413"/>
                  </a:cubicBezTo>
                  <a:cubicBezTo>
                    <a:pt x="758" y="218"/>
                    <a:pt x="629" y="35"/>
                    <a:pt x="444" y="7"/>
                  </a:cubicBezTo>
                  <a:cubicBezTo>
                    <a:pt x="421" y="3"/>
                    <a:pt x="398" y="1"/>
                    <a:pt x="376"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1" name="Google Shape;361;p13"/>
            <p:cNvSpPr/>
            <p:nvPr/>
          </p:nvSpPr>
          <p:spPr>
            <a:xfrm>
              <a:off x="4994717" y="1078939"/>
              <a:ext cx="27140" cy="24272"/>
            </a:xfrm>
            <a:custGeom>
              <a:rect b="b" l="l" r="r" t="t"/>
              <a:pathLst>
                <a:path extrusionOk="0" h="364" w="407">
                  <a:moveTo>
                    <a:pt x="192" y="1"/>
                  </a:moveTo>
                  <a:cubicBezTo>
                    <a:pt x="105" y="1"/>
                    <a:pt x="37" y="62"/>
                    <a:pt x="26" y="151"/>
                  </a:cubicBezTo>
                  <a:cubicBezTo>
                    <a:pt x="1" y="242"/>
                    <a:pt x="67" y="346"/>
                    <a:pt x="171" y="362"/>
                  </a:cubicBezTo>
                  <a:cubicBezTo>
                    <a:pt x="179" y="363"/>
                    <a:pt x="188" y="363"/>
                    <a:pt x="196" y="363"/>
                  </a:cubicBezTo>
                  <a:cubicBezTo>
                    <a:pt x="289" y="363"/>
                    <a:pt x="367" y="301"/>
                    <a:pt x="381" y="217"/>
                  </a:cubicBezTo>
                  <a:cubicBezTo>
                    <a:pt x="406" y="110"/>
                    <a:pt x="340" y="19"/>
                    <a:pt x="237" y="6"/>
                  </a:cubicBezTo>
                  <a:cubicBezTo>
                    <a:pt x="221" y="3"/>
                    <a:pt x="206" y="1"/>
                    <a:pt x="19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13"/>
            <p:cNvSpPr/>
            <p:nvPr/>
          </p:nvSpPr>
          <p:spPr>
            <a:xfrm>
              <a:off x="4846013" y="568944"/>
              <a:ext cx="26273" cy="24673"/>
            </a:xfrm>
            <a:custGeom>
              <a:rect b="b" l="l" r="r" t="t"/>
              <a:pathLst>
                <a:path extrusionOk="0" h="370" w="394">
                  <a:moveTo>
                    <a:pt x="211" y="0"/>
                  </a:moveTo>
                  <a:cubicBezTo>
                    <a:pt x="118" y="0"/>
                    <a:pt x="39" y="61"/>
                    <a:pt x="16" y="159"/>
                  </a:cubicBezTo>
                  <a:cubicBezTo>
                    <a:pt x="1" y="250"/>
                    <a:pt x="67" y="342"/>
                    <a:pt x="158" y="367"/>
                  </a:cubicBezTo>
                  <a:cubicBezTo>
                    <a:pt x="169" y="368"/>
                    <a:pt x="179" y="369"/>
                    <a:pt x="189" y="369"/>
                  </a:cubicBezTo>
                  <a:cubicBezTo>
                    <a:pt x="282" y="369"/>
                    <a:pt x="359" y="307"/>
                    <a:pt x="381" y="225"/>
                  </a:cubicBezTo>
                  <a:cubicBezTo>
                    <a:pt x="394" y="118"/>
                    <a:pt x="331" y="27"/>
                    <a:pt x="237" y="2"/>
                  </a:cubicBezTo>
                  <a:cubicBezTo>
                    <a:pt x="228" y="1"/>
                    <a:pt x="219" y="0"/>
                    <a:pt x="21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13"/>
            <p:cNvSpPr/>
            <p:nvPr/>
          </p:nvSpPr>
          <p:spPr>
            <a:xfrm>
              <a:off x="4806003" y="975847"/>
              <a:ext cx="40076" cy="36542"/>
            </a:xfrm>
            <a:custGeom>
              <a:rect b="b" l="l" r="r" t="t"/>
              <a:pathLst>
                <a:path extrusionOk="0" h="548" w="601">
                  <a:moveTo>
                    <a:pt x="304" y="1"/>
                  </a:moveTo>
                  <a:cubicBezTo>
                    <a:pt x="178" y="1"/>
                    <a:pt x="63" y="88"/>
                    <a:pt x="38" y="228"/>
                  </a:cubicBezTo>
                  <a:cubicBezTo>
                    <a:pt x="0" y="373"/>
                    <a:pt x="104" y="517"/>
                    <a:pt x="261" y="543"/>
                  </a:cubicBezTo>
                  <a:cubicBezTo>
                    <a:pt x="277" y="546"/>
                    <a:pt x="293" y="547"/>
                    <a:pt x="308" y="547"/>
                  </a:cubicBezTo>
                  <a:cubicBezTo>
                    <a:pt x="436" y="547"/>
                    <a:pt x="553" y="448"/>
                    <a:pt x="576" y="319"/>
                  </a:cubicBezTo>
                  <a:cubicBezTo>
                    <a:pt x="601" y="178"/>
                    <a:pt x="510" y="33"/>
                    <a:pt x="352" y="5"/>
                  </a:cubicBezTo>
                  <a:cubicBezTo>
                    <a:pt x="336" y="2"/>
                    <a:pt x="320" y="1"/>
                    <a:pt x="304"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3"/>
            <p:cNvSpPr/>
            <p:nvPr/>
          </p:nvSpPr>
          <p:spPr>
            <a:xfrm>
              <a:off x="5225442" y="973379"/>
              <a:ext cx="40143" cy="37276"/>
            </a:xfrm>
            <a:custGeom>
              <a:rect b="b" l="l" r="r" t="t"/>
              <a:pathLst>
                <a:path extrusionOk="0" h="559" w="602">
                  <a:moveTo>
                    <a:pt x="306" y="0"/>
                  </a:moveTo>
                  <a:cubicBezTo>
                    <a:pt x="167" y="0"/>
                    <a:pt x="48" y="97"/>
                    <a:pt x="26" y="227"/>
                  </a:cubicBezTo>
                  <a:cubicBezTo>
                    <a:pt x="0" y="385"/>
                    <a:pt x="104" y="514"/>
                    <a:pt x="249" y="554"/>
                  </a:cubicBezTo>
                  <a:cubicBezTo>
                    <a:pt x="265" y="557"/>
                    <a:pt x="281" y="558"/>
                    <a:pt x="296" y="558"/>
                  </a:cubicBezTo>
                  <a:cubicBezTo>
                    <a:pt x="434" y="558"/>
                    <a:pt x="553" y="461"/>
                    <a:pt x="576" y="331"/>
                  </a:cubicBezTo>
                  <a:cubicBezTo>
                    <a:pt x="601" y="174"/>
                    <a:pt x="497" y="42"/>
                    <a:pt x="353" y="4"/>
                  </a:cubicBezTo>
                  <a:cubicBezTo>
                    <a:pt x="337" y="1"/>
                    <a:pt x="321" y="0"/>
                    <a:pt x="306"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13"/>
            <p:cNvSpPr/>
            <p:nvPr/>
          </p:nvSpPr>
          <p:spPr>
            <a:xfrm>
              <a:off x="4770127" y="653499"/>
              <a:ext cx="40343" cy="36475"/>
            </a:xfrm>
            <a:custGeom>
              <a:rect b="b" l="l" r="r" t="t"/>
              <a:pathLst>
                <a:path extrusionOk="0" h="547" w="605">
                  <a:moveTo>
                    <a:pt x="305" y="1"/>
                  </a:moveTo>
                  <a:cubicBezTo>
                    <a:pt x="168" y="1"/>
                    <a:pt x="51" y="98"/>
                    <a:pt x="25" y="228"/>
                  </a:cubicBezTo>
                  <a:cubicBezTo>
                    <a:pt x="0" y="373"/>
                    <a:pt x="104" y="514"/>
                    <a:pt x="249" y="542"/>
                  </a:cubicBezTo>
                  <a:cubicBezTo>
                    <a:pt x="266" y="545"/>
                    <a:pt x="284" y="547"/>
                    <a:pt x="301" y="547"/>
                  </a:cubicBezTo>
                  <a:cubicBezTo>
                    <a:pt x="437" y="547"/>
                    <a:pt x="553" y="460"/>
                    <a:pt x="576" y="332"/>
                  </a:cubicBezTo>
                  <a:cubicBezTo>
                    <a:pt x="604" y="174"/>
                    <a:pt x="497" y="30"/>
                    <a:pt x="352" y="5"/>
                  </a:cubicBezTo>
                  <a:cubicBezTo>
                    <a:pt x="337" y="2"/>
                    <a:pt x="321" y="1"/>
                    <a:pt x="30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6" name="Google Shape;366;p13"/>
            <p:cNvSpPr/>
            <p:nvPr/>
          </p:nvSpPr>
          <p:spPr>
            <a:xfrm>
              <a:off x="4724582" y="867419"/>
              <a:ext cx="53346" cy="49012"/>
            </a:xfrm>
            <a:custGeom>
              <a:rect b="b" l="l" r="r" t="t"/>
              <a:pathLst>
                <a:path extrusionOk="0" h="735" w="800">
                  <a:moveTo>
                    <a:pt x="401" y="0"/>
                  </a:moveTo>
                  <a:cubicBezTo>
                    <a:pt x="231" y="0"/>
                    <a:pt x="75" y="123"/>
                    <a:pt x="42" y="294"/>
                  </a:cubicBezTo>
                  <a:cubicBezTo>
                    <a:pt x="1" y="492"/>
                    <a:pt x="133" y="687"/>
                    <a:pt x="343" y="728"/>
                  </a:cubicBezTo>
                  <a:cubicBezTo>
                    <a:pt x="365" y="732"/>
                    <a:pt x="386" y="734"/>
                    <a:pt x="407" y="734"/>
                  </a:cubicBezTo>
                  <a:cubicBezTo>
                    <a:pt x="580" y="734"/>
                    <a:pt x="739" y="603"/>
                    <a:pt x="762" y="426"/>
                  </a:cubicBezTo>
                  <a:cubicBezTo>
                    <a:pt x="800" y="231"/>
                    <a:pt x="671" y="46"/>
                    <a:pt x="472" y="8"/>
                  </a:cubicBezTo>
                  <a:cubicBezTo>
                    <a:pt x="448" y="3"/>
                    <a:pt x="424" y="0"/>
                    <a:pt x="40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7" name="Google Shape;367;p13"/>
            <p:cNvSpPr/>
            <p:nvPr/>
          </p:nvSpPr>
          <p:spPr>
            <a:xfrm>
              <a:off x="4742187" y="766994"/>
              <a:ext cx="27140" cy="24406"/>
            </a:xfrm>
            <a:custGeom>
              <a:rect b="b" l="l" r="r" t="t"/>
              <a:pathLst>
                <a:path extrusionOk="0" h="366" w="407">
                  <a:moveTo>
                    <a:pt x="192" y="1"/>
                  </a:moveTo>
                  <a:cubicBezTo>
                    <a:pt x="112" y="1"/>
                    <a:pt x="37" y="61"/>
                    <a:pt x="26" y="149"/>
                  </a:cubicBezTo>
                  <a:cubicBezTo>
                    <a:pt x="1" y="243"/>
                    <a:pt x="64" y="347"/>
                    <a:pt x="171" y="360"/>
                  </a:cubicBezTo>
                  <a:cubicBezTo>
                    <a:pt x="186" y="363"/>
                    <a:pt x="201" y="365"/>
                    <a:pt x="216" y="365"/>
                  </a:cubicBezTo>
                  <a:cubicBezTo>
                    <a:pt x="300" y="365"/>
                    <a:pt x="370" y="306"/>
                    <a:pt x="394" y="215"/>
                  </a:cubicBezTo>
                  <a:cubicBezTo>
                    <a:pt x="407" y="111"/>
                    <a:pt x="341" y="20"/>
                    <a:pt x="237" y="7"/>
                  </a:cubicBezTo>
                  <a:cubicBezTo>
                    <a:pt x="222" y="3"/>
                    <a:pt x="207" y="1"/>
                    <a:pt x="19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8" name="Google Shape;368;p13"/>
            <p:cNvSpPr/>
            <p:nvPr/>
          </p:nvSpPr>
          <p:spPr>
            <a:xfrm>
              <a:off x="5118682" y="1057000"/>
              <a:ext cx="46411" cy="42743"/>
            </a:xfrm>
            <a:custGeom>
              <a:rect b="b" l="l" r="r" t="t"/>
              <a:pathLst>
                <a:path extrusionOk="0" h="641" w="696">
                  <a:moveTo>
                    <a:pt x="341" y="0"/>
                  </a:moveTo>
                  <a:cubicBezTo>
                    <a:pt x="193" y="0"/>
                    <a:pt x="62" y="109"/>
                    <a:pt x="29" y="257"/>
                  </a:cubicBezTo>
                  <a:cubicBezTo>
                    <a:pt x="1" y="439"/>
                    <a:pt x="120" y="596"/>
                    <a:pt x="290" y="637"/>
                  </a:cubicBezTo>
                  <a:cubicBezTo>
                    <a:pt x="305" y="639"/>
                    <a:pt x="321" y="641"/>
                    <a:pt x="336" y="641"/>
                  </a:cubicBezTo>
                  <a:cubicBezTo>
                    <a:pt x="490" y="641"/>
                    <a:pt x="633" y="530"/>
                    <a:pt x="670" y="376"/>
                  </a:cubicBezTo>
                  <a:cubicBezTo>
                    <a:pt x="696" y="203"/>
                    <a:pt x="579" y="33"/>
                    <a:pt x="409" y="8"/>
                  </a:cubicBezTo>
                  <a:cubicBezTo>
                    <a:pt x="386" y="3"/>
                    <a:pt x="363" y="0"/>
                    <a:pt x="34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13"/>
            <p:cNvSpPr/>
            <p:nvPr/>
          </p:nvSpPr>
          <p:spPr>
            <a:xfrm>
              <a:off x="4947572" y="1028260"/>
              <a:ext cx="33141" cy="30474"/>
            </a:xfrm>
            <a:custGeom>
              <a:rect b="b" l="l" r="r" t="t"/>
              <a:pathLst>
                <a:path extrusionOk="0" h="457" w="497">
                  <a:moveTo>
                    <a:pt x="243" y="1"/>
                  </a:moveTo>
                  <a:cubicBezTo>
                    <a:pt x="132" y="1"/>
                    <a:pt x="36" y="85"/>
                    <a:pt x="25" y="191"/>
                  </a:cubicBezTo>
                  <a:cubicBezTo>
                    <a:pt x="0" y="320"/>
                    <a:pt x="79" y="439"/>
                    <a:pt x="208" y="452"/>
                  </a:cubicBezTo>
                  <a:cubicBezTo>
                    <a:pt x="223" y="455"/>
                    <a:pt x="238" y="456"/>
                    <a:pt x="252" y="456"/>
                  </a:cubicBezTo>
                  <a:cubicBezTo>
                    <a:pt x="355" y="456"/>
                    <a:pt x="447" y="382"/>
                    <a:pt x="472" y="269"/>
                  </a:cubicBezTo>
                  <a:cubicBezTo>
                    <a:pt x="497" y="150"/>
                    <a:pt x="418" y="33"/>
                    <a:pt x="286" y="5"/>
                  </a:cubicBezTo>
                  <a:cubicBezTo>
                    <a:pt x="272" y="2"/>
                    <a:pt x="257" y="1"/>
                    <a:pt x="243"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0" name="Google Shape;370;p13"/>
            <p:cNvSpPr/>
            <p:nvPr/>
          </p:nvSpPr>
          <p:spPr>
            <a:xfrm>
              <a:off x="4807670" y="901628"/>
              <a:ext cx="40343" cy="36475"/>
            </a:xfrm>
            <a:custGeom>
              <a:rect b="b" l="l" r="r" t="t"/>
              <a:pathLst>
                <a:path extrusionOk="0" h="547" w="605">
                  <a:moveTo>
                    <a:pt x="308" y="1"/>
                  </a:moveTo>
                  <a:cubicBezTo>
                    <a:pt x="170" y="1"/>
                    <a:pt x="51" y="98"/>
                    <a:pt x="25" y="228"/>
                  </a:cubicBezTo>
                  <a:cubicBezTo>
                    <a:pt x="0" y="372"/>
                    <a:pt x="104" y="517"/>
                    <a:pt x="249" y="542"/>
                  </a:cubicBezTo>
                  <a:cubicBezTo>
                    <a:pt x="265" y="545"/>
                    <a:pt x="281" y="546"/>
                    <a:pt x="297" y="546"/>
                  </a:cubicBezTo>
                  <a:cubicBezTo>
                    <a:pt x="424" y="546"/>
                    <a:pt x="542" y="459"/>
                    <a:pt x="576" y="319"/>
                  </a:cubicBezTo>
                  <a:cubicBezTo>
                    <a:pt x="604" y="174"/>
                    <a:pt x="497" y="33"/>
                    <a:pt x="356" y="4"/>
                  </a:cubicBezTo>
                  <a:cubicBezTo>
                    <a:pt x="340" y="2"/>
                    <a:pt x="324" y="1"/>
                    <a:pt x="308"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3"/>
            <p:cNvSpPr/>
            <p:nvPr/>
          </p:nvSpPr>
          <p:spPr>
            <a:xfrm>
              <a:off x="5283924" y="802803"/>
              <a:ext cx="40343" cy="36542"/>
            </a:xfrm>
            <a:custGeom>
              <a:rect b="b" l="l" r="r" t="t"/>
              <a:pathLst>
                <a:path extrusionOk="0" h="548" w="605">
                  <a:moveTo>
                    <a:pt x="306" y="1"/>
                  </a:moveTo>
                  <a:cubicBezTo>
                    <a:pt x="181" y="1"/>
                    <a:pt x="64" y="88"/>
                    <a:pt x="39" y="228"/>
                  </a:cubicBezTo>
                  <a:cubicBezTo>
                    <a:pt x="1" y="373"/>
                    <a:pt x="105" y="518"/>
                    <a:pt x="249" y="543"/>
                  </a:cubicBezTo>
                  <a:cubicBezTo>
                    <a:pt x="268" y="546"/>
                    <a:pt x="287" y="548"/>
                    <a:pt x="305" y="548"/>
                  </a:cubicBezTo>
                  <a:cubicBezTo>
                    <a:pt x="439" y="548"/>
                    <a:pt x="554" y="458"/>
                    <a:pt x="577" y="319"/>
                  </a:cubicBezTo>
                  <a:cubicBezTo>
                    <a:pt x="605" y="178"/>
                    <a:pt x="510" y="33"/>
                    <a:pt x="353" y="5"/>
                  </a:cubicBezTo>
                  <a:cubicBezTo>
                    <a:pt x="338" y="2"/>
                    <a:pt x="322" y="1"/>
                    <a:pt x="30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2" name="Google Shape;372;p13"/>
            <p:cNvSpPr/>
            <p:nvPr/>
          </p:nvSpPr>
          <p:spPr>
            <a:xfrm>
              <a:off x="4824207" y="704111"/>
              <a:ext cx="31541" cy="28473"/>
            </a:xfrm>
            <a:custGeom>
              <a:rect b="b" l="l" r="r" t="t"/>
              <a:pathLst>
                <a:path extrusionOk="0" h="427" w="473">
                  <a:moveTo>
                    <a:pt x="229" y="1"/>
                  </a:moveTo>
                  <a:cubicBezTo>
                    <a:pt x="131" y="1"/>
                    <a:pt x="51" y="74"/>
                    <a:pt x="29" y="177"/>
                  </a:cubicBezTo>
                  <a:cubicBezTo>
                    <a:pt x="1" y="293"/>
                    <a:pt x="79" y="400"/>
                    <a:pt x="199" y="425"/>
                  </a:cubicBezTo>
                  <a:cubicBezTo>
                    <a:pt x="207" y="426"/>
                    <a:pt x="215" y="426"/>
                    <a:pt x="224" y="426"/>
                  </a:cubicBezTo>
                  <a:cubicBezTo>
                    <a:pt x="332" y="426"/>
                    <a:pt x="436" y="352"/>
                    <a:pt x="447" y="255"/>
                  </a:cubicBezTo>
                  <a:cubicBezTo>
                    <a:pt x="472" y="136"/>
                    <a:pt x="394" y="19"/>
                    <a:pt x="277" y="7"/>
                  </a:cubicBezTo>
                  <a:cubicBezTo>
                    <a:pt x="261" y="3"/>
                    <a:pt x="245" y="1"/>
                    <a:pt x="229"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3" name="Google Shape;373;p13"/>
            <p:cNvSpPr/>
            <p:nvPr/>
          </p:nvSpPr>
          <p:spPr>
            <a:xfrm>
              <a:off x="5215773" y="907029"/>
              <a:ext cx="31541" cy="28607"/>
            </a:xfrm>
            <a:custGeom>
              <a:rect b="b" l="l" r="r" t="t"/>
              <a:pathLst>
                <a:path extrusionOk="0" h="429" w="473">
                  <a:moveTo>
                    <a:pt x="246" y="0"/>
                  </a:moveTo>
                  <a:cubicBezTo>
                    <a:pt x="139" y="0"/>
                    <a:pt x="37" y="65"/>
                    <a:pt x="26" y="172"/>
                  </a:cubicBezTo>
                  <a:cubicBezTo>
                    <a:pt x="1" y="291"/>
                    <a:pt x="79" y="408"/>
                    <a:pt x="196" y="423"/>
                  </a:cubicBezTo>
                  <a:cubicBezTo>
                    <a:pt x="211" y="427"/>
                    <a:pt x="226" y="428"/>
                    <a:pt x="240" y="428"/>
                  </a:cubicBezTo>
                  <a:cubicBezTo>
                    <a:pt x="340" y="428"/>
                    <a:pt x="423" y="355"/>
                    <a:pt x="447" y="250"/>
                  </a:cubicBezTo>
                  <a:cubicBezTo>
                    <a:pt x="473" y="134"/>
                    <a:pt x="394" y="30"/>
                    <a:pt x="274" y="2"/>
                  </a:cubicBezTo>
                  <a:cubicBezTo>
                    <a:pt x="265" y="1"/>
                    <a:pt x="255" y="0"/>
                    <a:pt x="24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13"/>
            <p:cNvSpPr/>
            <p:nvPr/>
          </p:nvSpPr>
          <p:spPr>
            <a:xfrm>
              <a:off x="5169428" y="989250"/>
              <a:ext cx="31541" cy="28407"/>
            </a:xfrm>
            <a:custGeom>
              <a:rect b="b" l="l" r="r" t="t"/>
              <a:pathLst>
                <a:path extrusionOk="0" h="426" w="473">
                  <a:moveTo>
                    <a:pt x="252" y="1"/>
                  </a:moveTo>
                  <a:cubicBezTo>
                    <a:pt x="142" y="1"/>
                    <a:pt x="40" y="75"/>
                    <a:pt x="26" y="172"/>
                  </a:cubicBezTo>
                  <a:cubicBezTo>
                    <a:pt x="1" y="291"/>
                    <a:pt x="79" y="408"/>
                    <a:pt x="199" y="420"/>
                  </a:cubicBezTo>
                  <a:cubicBezTo>
                    <a:pt x="215" y="424"/>
                    <a:pt x="231" y="426"/>
                    <a:pt x="246" y="426"/>
                  </a:cubicBezTo>
                  <a:cubicBezTo>
                    <a:pt x="342" y="426"/>
                    <a:pt x="423" y="353"/>
                    <a:pt x="447" y="250"/>
                  </a:cubicBezTo>
                  <a:cubicBezTo>
                    <a:pt x="472" y="134"/>
                    <a:pt x="394" y="27"/>
                    <a:pt x="277" y="2"/>
                  </a:cubicBezTo>
                  <a:cubicBezTo>
                    <a:pt x="269" y="1"/>
                    <a:pt x="261" y="1"/>
                    <a:pt x="252"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5" name="Google Shape;375;p13"/>
            <p:cNvSpPr/>
            <p:nvPr/>
          </p:nvSpPr>
          <p:spPr>
            <a:xfrm>
              <a:off x="4770927" y="788999"/>
              <a:ext cx="53346" cy="48812"/>
            </a:xfrm>
            <a:custGeom>
              <a:rect b="b" l="l" r="r" t="t"/>
              <a:pathLst>
                <a:path extrusionOk="0" h="732" w="800">
                  <a:moveTo>
                    <a:pt x="406" y="1"/>
                  </a:moveTo>
                  <a:cubicBezTo>
                    <a:pt x="228" y="1"/>
                    <a:pt x="65" y="126"/>
                    <a:pt x="42" y="306"/>
                  </a:cubicBezTo>
                  <a:cubicBezTo>
                    <a:pt x="1" y="501"/>
                    <a:pt x="133" y="684"/>
                    <a:pt x="328" y="725"/>
                  </a:cubicBezTo>
                  <a:cubicBezTo>
                    <a:pt x="351" y="729"/>
                    <a:pt x="374" y="731"/>
                    <a:pt x="397" y="731"/>
                  </a:cubicBezTo>
                  <a:cubicBezTo>
                    <a:pt x="570" y="731"/>
                    <a:pt x="726" y="610"/>
                    <a:pt x="762" y="435"/>
                  </a:cubicBezTo>
                  <a:cubicBezTo>
                    <a:pt x="800" y="240"/>
                    <a:pt x="671" y="42"/>
                    <a:pt x="460" y="4"/>
                  </a:cubicBezTo>
                  <a:cubicBezTo>
                    <a:pt x="442" y="2"/>
                    <a:pt x="424" y="1"/>
                    <a:pt x="40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6" name="Google Shape;376;p13"/>
            <p:cNvSpPr/>
            <p:nvPr/>
          </p:nvSpPr>
          <p:spPr>
            <a:xfrm>
              <a:off x="4887157" y="946839"/>
              <a:ext cx="46411" cy="42810"/>
            </a:xfrm>
            <a:custGeom>
              <a:rect b="b" l="l" r="r" t="t"/>
              <a:pathLst>
                <a:path extrusionOk="0" h="642" w="696">
                  <a:moveTo>
                    <a:pt x="338" y="1"/>
                  </a:moveTo>
                  <a:cubicBezTo>
                    <a:pt x="193" y="1"/>
                    <a:pt x="61" y="110"/>
                    <a:pt x="29" y="257"/>
                  </a:cubicBezTo>
                  <a:cubicBezTo>
                    <a:pt x="0" y="427"/>
                    <a:pt x="120" y="597"/>
                    <a:pt x="290" y="638"/>
                  </a:cubicBezTo>
                  <a:cubicBezTo>
                    <a:pt x="305" y="640"/>
                    <a:pt x="321" y="641"/>
                    <a:pt x="336" y="641"/>
                  </a:cubicBezTo>
                  <a:cubicBezTo>
                    <a:pt x="489" y="641"/>
                    <a:pt x="633" y="531"/>
                    <a:pt x="670" y="377"/>
                  </a:cubicBezTo>
                  <a:cubicBezTo>
                    <a:pt x="695" y="204"/>
                    <a:pt x="579" y="34"/>
                    <a:pt x="406" y="9"/>
                  </a:cubicBezTo>
                  <a:cubicBezTo>
                    <a:pt x="383" y="3"/>
                    <a:pt x="361" y="1"/>
                    <a:pt x="338"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7" name="Google Shape;377;p13"/>
            <p:cNvSpPr/>
            <p:nvPr/>
          </p:nvSpPr>
          <p:spPr>
            <a:xfrm>
              <a:off x="5041929" y="1032728"/>
              <a:ext cx="39276" cy="36475"/>
            </a:xfrm>
            <a:custGeom>
              <a:rect b="b" l="l" r="r" t="t"/>
              <a:pathLst>
                <a:path extrusionOk="0" h="547" w="589">
                  <a:moveTo>
                    <a:pt x="296" y="0"/>
                  </a:moveTo>
                  <a:cubicBezTo>
                    <a:pt x="167" y="0"/>
                    <a:pt x="48" y="97"/>
                    <a:pt x="26" y="227"/>
                  </a:cubicBezTo>
                  <a:cubicBezTo>
                    <a:pt x="0" y="372"/>
                    <a:pt x="92" y="517"/>
                    <a:pt x="249" y="542"/>
                  </a:cubicBezTo>
                  <a:cubicBezTo>
                    <a:pt x="265" y="545"/>
                    <a:pt x="281" y="546"/>
                    <a:pt x="297" y="546"/>
                  </a:cubicBezTo>
                  <a:cubicBezTo>
                    <a:pt x="424" y="546"/>
                    <a:pt x="541" y="460"/>
                    <a:pt x="563" y="331"/>
                  </a:cubicBezTo>
                  <a:cubicBezTo>
                    <a:pt x="589" y="174"/>
                    <a:pt x="497" y="32"/>
                    <a:pt x="340" y="4"/>
                  </a:cubicBezTo>
                  <a:cubicBezTo>
                    <a:pt x="325" y="2"/>
                    <a:pt x="311" y="0"/>
                    <a:pt x="29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78" name="Google Shape;378;p13"/>
          <p:cNvGrpSpPr/>
          <p:nvPr/>
        </p:nvGrpSpPr>
        <p:grpSpPr>
          <a:xfrm>
            <a:off x="8292441" y="3635072"/>
            <a:ext cx="1689143" cy="2074199"/>
            <a:chOff x="4376828" y="3926459"/>
            <a:chExt cx="991107" cy="1217038"/>
          </a:xfrm>
        </p:grpSpPr>
        <p:sp>
          <p:nvSpPr>
            <p:cNvPr id="379" name="Google Shape;379;p13"/>
            <p:cNvSpPr/>
            <p:nvPr/>
          </p:nvSpPr>
          <p:spPr>
            <a:xfrm>
              <a:off x="4630225" y="3926459"/>
              <a:ext cx="148769" cy="195713"/>
            </a:xfrm>
            <a:custGeom>
              <a:rect b="b" l="l" r="r" t="t"/>
              <a:pathLst>
                <a:path extrusionOk="0" h="2935" w="2231">
                  <a:moveTo>
                    <a:pt x="224" y="1205"/>
                  </a:moveTo>
                  <a:cubicBezTo>
                    <a:pt x="0" y="1941"/>
                    <a:pt x="224" y="2649"/>
                    <a:pt x="721" y="2793"/>
                  </a:cubicBezTo>
                  <a:cubicBezTo>
                    <a:pt x="1221" y="2935"/>
                    <a:pt x="1796" y="2463"/>
                    <a:pt x="2007" y="1730"/>
                  </a:cubicBezTo>
                  <a:cubicBezTo>
                    <a:pt x="2230" y="997"/>
                    <a:pt x="2007" y="290"/>
                    <a:pt x="1507" y="145"/>
                  </a:cubicBezTo>
                  <a:cubicBezTo>
                    <a:pt x="1010" y="0"/>
                    <a:pt x="434" y="472"/>
                    <a:pt x="224" y="120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0" name="Google Shape;380;p13"/>
            <p:cNvSpPr/>
            <p:nvPr/>
          </p:nvSpPr>
          <p:spPr>
            <a:xfrm>
              <a:off x="4881889" y="4939248"/>
              <a:ext cx="205382" cy="179176"/>
            </a:xfrm>
            <a:custGeom>
              <a:rect b="b" l="l" r="r" t="t"/>
              <a:pathLst>
                <a:path extrusionOk="0" h="2687" w="3080">
                  <a:moveTo>
                    <a:pt x="932" y="460"/>
                  </a:moveTo>
                  <a:cubicBezTo>
                    <a:pt x="277" y="919"/>
                    <a:pt x="1" y="1680"/>
                    <a:pt x="343" y="2177"/>
                  </a:cubicBezTo>
                  <a:cubicBezTo>
                    <a:pt x="683" y="2662"/>
                    <a:pt x="1482" y="2687"/>
                    <a:pt x="2152" y="2243"/>
                  </a:cubicBezTo>
                  <a:cubicBezTo>
                    <a:pt x="2819" y="1784"/>
                    <a:pt x="3080" y="1010"/>
                    <a:pt x="2740" y="526"/>
                  </a:cubicBezTo>
                  <a:cubicBezTo>
                    <a:pt x="2413" y="42"/>
                    <a:pt x="1601" y="1"/>
                    <a:pt x="932" y="46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13"/>
            <p:cNvSpPr/>
            <p:nvPr/>
          </p:nvSpPr>
          <p:spPr>
            <a:xfrm>
              <a:off x="4546337" y="4251541"/>
              <a:ext cx="154837" cy="206249"/>
            </a:xfrm>
            <a:custGeom>
              <a:rect b="b" l="l" r="r" t="t"/>
              <a:pathLst>
                <a:path extrusionOk="0" h="3093" w="2322">
                  <a:moveTo>
                    <a:pt x="1680" y="183"/>
                  </a:moveTo>
                  <a:cubicBezTo>
                    <a:pt x="1192" y="1"/>
                    <a:pt x="563" y="460"/>
                    <a:pt x="290" y="1205"/>
                  </a:cubicBezTo>
                  <a:cubicBezTo>
                    <a:pt x="0" y="1966"/>
                    <a:pt x="157" y="2715"/>
                    <a:pt x="642" y="2910"/>
                  </a:cubicBezTo>
                  <a:cubicBezTo>
                    <a:pt x="1129" y="3092"/>
                    <a:pt x="1743" y="2620"/>
                    <a:pt x="2032" y="1875"/>
                  </a:cubicBezTo>
                  <a:cubicBezTo>
                    <a:pt x="2321" y="1127"/>
                    <a:pt x="2164" y="369"/>
                    <a:pt x="1680" y="18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13"/>
            <p:cNvSpPr/>
            <p:nvPr/>
          </p:nvSpPr>
          <p:spPr>
            <a:xfrm>
              <a:off x="4475653" y="4067161"/>
              <a:ext cx="144968" cy="165173"/>
            </a:xfrm>
            <a:custGeom>
              <a:rect b="b" l="l" r="r" t="t"/>
              <a:pathLst>
                <a:path extrusionOk="0" h="2477" w="2174">
                  <a:moveTo>
                    <a:pt x="1768" y="2203"/>
                  </a:moveTo>
                  <a:cubicBezTo>
                    <a:pt x="2161" y="1941"/>
                    <a:pt x="2174" y="1284"/>
                    <a:pt x="1796" y="746"/>
                  </a:cubicBezTo>
                  <a:cubicBezTo>
                    <a:pt x="1428" y="212"/>
                    <a:pt x="812" y="1"/>
                    <a:pt x="419" y="275"/>
                  </a:cubicBezTo>
                  <a:cubicBezTo>
                    <a:pt x="25" y="539"/>
                    <a:pt x="0" y="1193"/>
                    <a:pt x="381" y="1731"/>
                  </a:cubicBezTo>
                  <a:cubicBezTo>
                    <a:pt x="746" y="2269"/>
                    <a:pt x="1375" y="2476"/>
                    <a:pt x="1768" y="220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3" name="Google Shape;383;p13"/>
            <p:cNvSpPr/>
            <p:nvPr/>
          </p:nvSpPr>
          <p:spPr>
            <a:xfrm>
              <a:off x="4695842" y="4249874"/>
              <a:ext cx="672093" cy="768916"/>
            </a:xfrm>
            <a:custGeom>
              <a:rect b="b" l="l" r="r" t="t"/>
              <a:pathLst>
                <a:path extrusionOk="0" h="11531" w="10079">
                  <a:moveTo>
                    <a:pt x="8414" y="5687"/>
                  </a:moveTo>
                  <a:cubicBezTo>
                    <a:pt x="8229" y="5699"/>
                    <a:pt x="8059" y="5712"/>
                    <a:pt x="7902" y="5728"/>
                  </a:cubicBezTo>
                  <a:cubicBezTo>
                    <a:pt x="7942" y="5674"/>
                    <a:pt x="7968" y="5621"/>
                    <a:pt x="8009" y="5571"/>
                  </a:cubicBezTo>
                  <a:cubicBezTo>
                    <a:pt x="8361" y="4901"/>
                    <a:pt x="8257" y="4168"/>
                    <a:pt x="7785" y="3919"/>
                  </a:cubicBezTo>
                  <a:cubicBezTo>
                    <a:pt x="7313" y="3655"/>
                    <a:pt x="6643" y="3998"/>
                    <a:pt x="6291" y="4652"/>
                  </a:cubicBezTo>
                  <a:cubicBezTo>
                    <a:pt x="6250" y="4718"/>
                    <a:pt x="6225" y="4784"/>
                    <a:pt x="6200" y="4847"/>
                  </a:cubicBezTo>
                  <a:cubicBezTo>
                    <a:pt x="6342" y="4454"/>
                    <a:pt x="6184" y="3904"/>
                    <a:pt x="5779" y="3473"/>
                  </a:cubicBezTo>
                  <a:cubicBezTo>
                    <a:pt x="5584" y="3275"/>
                    <a:pt x="5360" y="3133"/>
                    <a:pt x="5149" y="3054"/>
                  </a:cubicBezTo>
                  <a:cubicBezTo>
                    <a:pt x="5269" y="2935"/>
                    <a:pt x="5373" y="2803"/>
                    <a:pt x="5451" y="2674"/>
                  </a:cubicBezTo>
                  <a:cubicBezTo>
                    <a:pt x="5857" y="2897"/>
                    <a:pt x="6316" y="2910"/>
                    <a:pt x="6631" y="2674"/>
                  </a:cubicBezTo>
                  <a:cubicBezTo>
                    <a:pt x="7103" y="2306"/>
                    <a:pt x="7078" y="1494"/>
                    <a:pt x="6593" y="865"/>
                  </a:cubicBezTo>
                  <a:cubicBezTo>
                    <a:pt x="6093" y="224"/>
                    <a:pt x="5307" y="0"/>
                    <a:pt x="4848" y="365"/>
                  </a:cubicBezTo>
                  <a:cubicBezTo>
                    <a:pt x="4586" y="563"/>
                    <a:pt x="4483" y="890"/>
                    <a:pt x="4508" y="1246"/>
                  </a:cubicBezTo>
                  <a:cubicBezTo>
                    <a:pt x="4259" y="1309"/>
                    <a:pt x="4011" y="1453"/>
                    <a:pt x="3788" y="1664"/>
                  </a:cubicBezTo>
                  <a:cubicBezTo>
                    <a:pt x="3722" y="1730"/>
                    <a:pt x="3656" y="1796"/>
                    <a:pt x="3605" y="1859"/>
                  </a:cubicBezTo>
                  <a:cubicBezTo>
                    <a:pt x="3722" y="1677"/>
                    <a:pt x="3747" y="1482"/>
                    <a:pt x="3630" y="1271"/>
                  </a:cubicBezTo>
                  <a:cubicBezTo>
                    <a:pt x="3328" y="746"/>
                    <a:pt x="2451" y="667"/>
                    <a:pt x="1665" y="1114"/>
                  </a:cubicBezTo>
                  <a:cubicBezTo>
                    <a:pt x="878" y="1560"/>
                    <a:pt x="485" y="2347"/>
                    <a:pt x="787" y="2881"/>
                  </a:cubicBezTo>
                  <a:cubicBezTo>
                    <a:pt x="837" y="2976"/>
                    <a:pt x="903" y="3054"/>
                    <a:pt x="982" y="3092"/>
                  </a:cubicBezTo>
                  <a:cubicBezTo>
                    <a:pt x="734" y="3237"/>
                    <a:pt x="510" y="3473"/>
                    <a:pt x="340" y="3775"/>
                  </a:cubicBezTo>
                  <a:cubicBezTo>
                    <a:pt x="1" y="4441"/>
                    <a:pt x="92" y="5177"/>
                    <a:pt x="564" y="5426"/>
                  </a:cubicBezTo>
                  <a:cubicBezTo>
                    <a:pt x="774" y="5542"/>
                    <a:pt x="1010" y="5542"/>
                    <a:pt x="1259" y="5451"/>
                  </a:cubicBezTo>
                  <a:cubicBezTo>
                    <a:pt x="982" y="6093"/>
                    <a:pt x="1114" y="6763"/>
                    <a:pt x="1573" y="7024"/>
                  </a:cubicBezTo>
                  <a:cubicBezTo>
                    <a:pt x="2083" y="7313"/>
                    <a:pt x="2803" y="6998"/>
                    <a:pt x="3212" y="6329"/>
                  </a:cubicBezTo>
                  <a:cubicBezTo>
                    <a:pt x="3382" y="6527"/>
                    <a:pt x="3656" y="6671"/>
                    <a:pt x="3970" y="6722"/>
                  </a:cubicBezTo>
                  <a:cubicBezTo>
                    <a:pt x="3854" y="6775"/>
                    <a:pt x="3722" y="6829"/>
                    <a:pt x="3605" y="6892"/>
                  </a:cubicBezTo>
                  <a:cubicBezTo>
                    <a:pt x="2819" y="7338"/>
                    <a:pt x="2426" y="8137"/>
                    <a:pt x="2725" y="8662"/>
                  </a:cubicBezTo>
                  <a:cubicBezTo>
                    <a:pt x="2753" y="8728"/>
                    <a:pt x="2791" y="8766"/>
                    <a:pt x="2831" y="8807"/>
                  </a:cubicBezTo>
                  <a:cubicBezTo>
                    <a:pt x="2426" y="8820"/>
                    <a:pt x="1979" y="9134"/>
                    <a:pt x="1702" y="9631"/>
                  </a:cubicBezTo>
                  <a:cubicBezTo>
                    <a:pt x="1350" y="10301"/>
                    <a:pt x="1454" y="11034"/>
                    <a:pt x="1926" y="11282"/>
                  </a:cubicBezTo>
                  <a:cubicBezTo>
                    <a:pt x="2397" y="11531"/>
                    <a:pt x="3067" y="11204"/>
                    <a:pt x="3420" y="10549"/>
                  </a:cubicBezTo>
                  <a:cubicBezTo>
                    <a:pt x="3747" y="9933"/>
                    <a:pt x="3684" y="9250"/>
                    <a:pt x="3303" y="8964"/>
                  </a:cubicBezTo>
                  <a:cubicBezTo>
                    <a:pt x="3618" y="8936"/>
                    <a:pt x="4011" y="8741"/>
                    <a:pt x="4454" y="8492"/>
                  </a:cubicBezTo>
                  <a:cubicBezTo>
                    <a:pt x="5241" y="8046"/>
                    <a:pt x="5870" y="7599"/>
                    <a:pt x="5571" y="7065"/>
                  </a:cubicBezTo>
                  <a:cubicBezTo>
                    <a:pt x="5439" y="6841"/>
                    <a:pt x="5203" y="6697"/>
                    <a:pt x="4914" y="6630"/>
                  </a:cubicBezTo>
                  <a:cubicBezTo>
                    <a:pt x="5426" y="6448"/>
                    <a:pt x="5766" y="6042"/>
                    <a:pt x="5712" y="5621"/>
                  </a:cubicBezTo>
                  <a:cubicBezTo>
                    <a:pt x="5700" y="5517"/>
                    <a:pt x="5675" y="5413"/>
                    <a:pt x="5609" y="5319"/>
                  </a:cubicBezTo>
                  <a:cubicBezTo>
                    <a:pt x="5766" y="5294"/>
                    <a:pt x="5911" y="5228"/>
                    <a:pt x="6027" y="5124"/>
                  </a:cubicBezTo>
                  <a:cubicBezTo>
                    <a:pt x="6093" y="5058"/>
                    <a:pt x="6147" y="4979"/>
                    <a:pt x="6184" y="4901"/>
                  </a:cubicBezTo>
                  <a:cubicBezTo>
                    <a:pt x="5964" y="5492"/>
                    <a:pt x="6093" y="6080"/>
                    <a:pt x="6515" y="6303"/>
                  </a:cubicBezTo>
                  <a:cubicBezTo>
                    <a:pt x="6593" y="6341"/>
                    <a:pt x="6697" y="6369"/>
                    <a:pt x="6788" y="6382"/>
                  </a:cubicBezTo>
                  <a:lnTo>
                    <a:pt x="6788" y="6486"/>
                  </a:lnTo>
                  <a:cubicBezTo>
                    <a:pt x="6801" y="6684"/>
                    <a:pt x="6879" y="6854"/>
                    <a:pt x="7024" y="7011"/>
                  </a:cubicBezTo>
                  <a:cubicBezTo>
                    <a:pt x="6933" y="7115"/>
                    <a:pt x="6842" y="7247"/>
                    <a:pt x="6763" y="7379"/>
                  </a:cubicBezTo>
                  <a:cubicBezTo>
                    <a:pt x="6565" y="7744"/>
                    <a:pt x="6515" y="8137"/>
                    <a:pt x="6577" y="8464"/>
                  </a:cubicBezTo>
                  <a:cubicBezTo>
                    <a:pt x="6291" y="8099"/>
                    <a:pt x="5885" y="7914"/>
                    <a:pt x="5530" y="8033"/>
                  </a:cubicBezTo>
                  <a:cubicBezTo>
                    <a:pt x="5021" y="8203"/>
                    <a:pt x="4797" y="8911"/>
                    <a:pt x="5033" y="9618"/>
                  </a:cubicBezTo>
                  <a:cubicBezTo>
                    <a:pt x="5269" y="10326"/>
                    <a:pt x="5870" y="10773"/>
                    <a:pt x="6382" y="10603"/>
                  </a:cubicBezTo>
                  <a:cubicBezTo>
                    <a:pt x="6892" y="10430"/>
                    <a:pt x="7115" y="9722"/>
                    <a:pt x="6879" y="9002"/>
                  </a:cubicBezTo>
                  <a:cubicBezTo>
                    <a:pt x="6867" y="8989"/>
                    <a:pt x="6854" y="8964"/>
                    <a:pt x="6854" y="8936"/>
                  </a:cubicBezTo>
                  <a:cubicBezTo>
                    <a:pt x="6892" y="8977"/>
                    <a:pt x="6933" y="9002"/>
                    <a:pt x="6986" y="9030"/>
                  </a:cubicBezTo>
                  <a:cubicBezTo>
                    <a:pt x="7458" y="9279"/>
                    <a:pt x="8125" y="8952"/>
                    <a:pt x="8480" y="8294"/>
                  </a:cubicBezTo>
                  <a:cubicBezTo>
                    <a:pt x="8622" y="8021"/>
                    <a:pt x="8688" y="7731"/>
                    <a:pt x="8688" y="7470"/>
                  </a:cubicBezTo>
                  <a:cubicBezTo>
                    <a:pt x="9487" y="7351"/>
                    <a:pt x="10078" y="6841"/>
                    <a:pt x="10037" y="6278"/>
                  </a:cubicBezTo>
                  <a:cubicBezTo>
                    <a:pt x="10012" y="5674"/>
                    <a:pt x="9304" y="5633"/>
                    <a:pt x="8414" y="5687"/>
                  </a:cubicBezTo>
                  <a:close/>
                  <a:moveTo>
                    <a:pt x="2149" y="4482"/>
                  </a:moveTo>
                  <a:cubicBezTo>
                    <a:pt x="2385" y="3878"/>
                    <a:pt x="2268" y="3262"/>
                    <a:pt x="1834" y="3039"/>
                  </a:cubicBezTo>
                  <a:cubicBezTo>
                    <a:pt x="2045" y="2947"/>
                    <a:pt x="2281" y="2831"/>
                    <a:pt x="2517" y="2699"/>
                  </a:cubicBezTo>
                  <a:cubicBezTo>
                    <a:pt x="2935" y="2463"/>
                    <a:pt x="3316" y="2227"/>
                    <a:pt x="3527" y="1966"/>
                  </a:cubicBezTo>
                  <a:cubicBezTo>
                    <a:pt x="3212" y="2438"/>
                    <a:pt x="3171" y="2976"/>
                    <a:pt x="3473" y="3290"/>
                  </a:cubicBezTo>
                  <a:cubicBezTo>
                    <a:pt x="3589" y="3419"/>
                    <a:pt x="3762" y="3498"/>
                    <a:pt x="3945" y="3526"/>
                  </a:cubicBezTo>
                  <a:cubicBezTo>
                    <a:pt x="3841" y="3904"/>
                    <a:pt x="3983" y="4404"/>
                    <a:pt x="4351" y="4797"/>
                  </a:cubicBezTo>
                  <a:cubicBezTo>
                    <a:pt x="4325" y="4797"/>
                    <a:pt x="4297" y="4809"/>
                    <a:pt x="4259" y="4809"/>
                  </a:cubicBezTo>
                  <a:cubicBezTo>
                    <a:pt x="3945" y="4847"/>
                    <a:pt x="3656" y="4954"/>
                    <a:pt x="3448" y="5124"/>
                  </a:cubicBezTo>
                  <a:cubicBezTo>
                    <a:pt x="3382" y="4847"/>
                    <a:pt x="3237" y="4627"/>
                    <a:pt x="3014" y="4495"/>
                  </a:cubicBezTo>
                  <a:cubicBezTo>
                    <a:pt x="2765" y="4350"/>
                    <a:pt x="2451" y="4350"/>
                    <a:pt x="2149" y="4482"/>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3"/>
            <p:cNvSpPr/>
            <p:nvPr/>
          </p:nvSpPr>
          <p:spPr>
            <a:xfrm>
              <a:off x="4680971" y="4131778"/>
              <a:ext cx="222786" cy="127830"/>
            </a:xfrm>
            <a:custGeom>
              <a:rect b="b" l="l" r="r" t="t"/>
              <a:pathLst>
                <a:path extrusionOk="0" h="1917" w="3341">
                  <a:moveTo>
                    <a:pt x="1743" y="1863"/>
                  </a:moveTo>
                  <a:cubicBezTo>
                    <a:pt x="2633" y="1797"/>
                    <a:pt x="3341" y="1259"/>
                    <a:pt x="3303" y="642"/>
                  </a:cubicBezTo>
                  <a:cubicBezTo>
                    <a:pt x="3262" y="41"/>
                    <a:pt x="2554" y="1"/>
                    <a:pt x="1664" y="54"/>
                  </a:cubicBezTo>
                  <a:cubicBezTo>
                    <a:pt x="762" y="108"/>
                    <a:pt x="0" y="236"/>
                    <a:pt x="38" y="853"/>
                  </a:cubicBezTo>
                  <a:cubicBezTo>
                    <a:pt x="79" y="1457"/>
                    <a:pt x="840" y="1916"/>
                    <a:pt x="1743" y="186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3"/>
            <p:cNvSpPr/>
            <p:nvPr/>
          </p:nvSpPr>
          <p:spPr>
            <a:xfrm>
              <a:off x="4794667" y="4602963"/>
              <a:ext cx="187778" cy="130898"/>
            </a:xfrm>
            <a:custGeom>
              <a:rect b="b" l="l" r="r" t="t"/>
              <a:pathLst>
                <a:path extrusionOk="0" h="1963" w="2816">
                  <a:moveTo>
                    <a:pt x="1498" y="0"/>
                  </a:moveTo>
                  <a:cubicBezTo>
                    <a:pt x="1432" y="0"/>
                    <a:pt x="1364" y="4"/>
                    <a:pt x="1296" y="11"/>
                  </a:cubicBezTo>
                  <a:cubicBezTo>
                    <a:pt x="551" y="103"/>
                    <a:pt x="0" y="603"/>
                    <a:pt x="63" y="1140"/>
                  </a:cubicBezTo>
                  <a:cubicBezTo>
                    <a:pt x="123" y="1625"/>
                    <a:pt x="656" y="1963"/>
                    <a:pt x="1313" y="1963"/>
                  </a:cubicBezTo>
                  <a:cubicBezTo>
                    <a:pt x="1381" y="1963"/>
                    <a:pt x="1450" y="1959"/>
                    <a:pt x="1519" y="1952"/>
                  </a:cubicBezTo>
                  <a:cubicBezTo>
                    <a:pt x="2265" y="1861"/>
                    <a:pt x="2815" y="1361"/>
                    <a:pt x="2752" y="826"/>
                  </a:cubicBezTo>
                  <a:cubicBezTo>
                    <a:pt x="2692" y="338"/>
                    <a:pt x="2146" y="0"/>
                    <a:pt x="1498"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6" name="Google Shape;386;p13"/>
            <p:cNvSpPr/>
            <p:nvPr/>
          </p:nvSpPr>
          <p:spPr>
            <a:xfrm>
              <a:off x="4804069" y="4363169"/>
              <a:ext cx="180243" cy="156037"/>
            </a:xfrm>
            <a:custGeom>
              <a:rect b="b" l="l" r="r" t="t"/>
              <a:pathLst>
                <a:path extrusionOk="0" h="2340" w="2703">
                  <a:moveTo>
                    <a:pt x="1737" y="1"/>
                  </a:moveTo>
                  <a:cubicBezTo>
                    <a:pt x="1397" y="1"/>
                    <a:pt x="1008" y="161"/>
                    <a:pt x="683" y="462"/>
                  </a:cubicBezTo>
                  <a:cubicBezTo>
                    <a:pt x="145" y="975"/>
                    <a:pt x="1" y="1708"/>
                    <a:pt x="369" y="2101"/>
                  </a:cubicBezTo>
                  <a:cubicBezTo>
                    <a:pt x="520" y="2262"/>
                    <a:pt x="732" y="2340"/>
                    <a:pt x="968" y="2340"/>
                  </a:cubicBezTo>
                  <a:cubicBezTo>
                    <a:pt x="1308" y="2340"/>
                    <a:pt x="1695" y="2180"/>
                    <a:pt x="2020" y="1877"/>
                  </a:cubicBezTo>
                  <a:cubicBezTo>
                    <a:pt x="2558" y="1368"/>
                    <a:pt x="2702" y="632"/>
                    <a:pt x="2334" y="239"/>
                  </a:cubicBezTo>
                  <a:cubicBezTo>
                    <a:pt x="2184" y="78"/>
                    <a:pt x="1972" y="1"/>
                    <a:pt x="173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3"/>
            <p:cNvSpPr/>
            <p:nvPr/>
          </p:nvSpPr>
          <p:spPr>
            <a:xfrm>
              <a:off x="4596216" y="4480266"/>
              <a:ext cx="161772" cy="170974"/>
            </a:xfrm>
            <a:custGeom>
              <a:rect b="b" l="l" r="r" t="t"/>
              <a:pathLst>
                <a:path extrusionOk="0" h="2564" w="2426">
                  <a:moveTo>
                    <a:pt x="1503" y="1"/>
                  </a:moveTo>
                  <a:cubicBezTo>
                    <a:pt x="1089" y="1"/>
                    <a:pt x="628" y="313"/>
                    <a:pt x="353" y="829"/>
                  </a:cubicBezTo>
                  <a:cubicBezTo>
                    <a:pt x="1" y="1486"/>
                    <a:pt x="105" y="2219"/>
                    <a:pt x="576" y="2480"/>
                  </a:cubicBezTo>
                  <a:cubicBezTo>
                    <a:pt x="683" y="2537"/>
                    <a:pt x="800" y="2563"/>
                    <a:pt x="921" y="2563"/>
                  </a:cubicBezTo>
                  <a:cubicBezTo>
                    <a:pt x="1335" y="2563"/>
                    <a:pt x="1798" y="2251"/>
                    <a:pt x="2070" y="1735"/>
                  </a:cubicBezTo>
                  <a:cubicBezTo>
                    <a:pt x="2426" y="1078"/>
                    <a:pt x="2319" y="345"/>
                    <a:pt x="1847" y="84"/>
                  </a:cubicBezTo>
                  <a:cubicBezTo>
                    <a:pt x="1740" y="27"/>
                    <a:pt x="1623" y="1"/>
                    <a:pt x="1503"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13"/>
            <p:cNvSpPr/>
            <p:nvPr/>
          </p:nvSpPr>
          <p:spPr>
            <a:xfrm>
              <a:off x="5024325" y="4720526"/>
              <a:ext cx="161772" cy="171041"/>
            </a:xfrm>
            <a:custGeom>
              <a:rect b="b" l="l" r="r" t="t"/>
              <a:pathLst>
                <a:path extrusionOk="0" h="2565" w="2426">
                  <a:moveTo>
                    <a:pt x="1504" y="1"/>
                  </a:moveTo>
                  <a:cubicBezTo>
                    <a:pt x="1090" y="1"/>
                    <a:pt x="628" y="315"/>
                    <a:pt x="356" y="831"/>
                  </a:cubicBezTo>
                  <a:cubicBezTo>
                    <a:pt x="0" y="1485"/>
                    <a:pt x="107" y="2221"/>
                    <a:pt x="579" y="2482"/>
                  </a:cubicBezTo>
                  <a:cubicBezTo>
                    <a:pt x="686" y="2538"/>
                    <a:pt x="802" y="2565"/>
                    <a:pt x="923" y="2565"/>
                  </a:cubicBezTo>
                  <a:cubicBezTo>
                    <a:pt x="1337" y="2565"/>
                    <a:pt x="1798" y="2252"/>
                    <a:pt x="2073" y="1736"/>
                  </a:cubicBezTo>
                  <a:cubicBezTo>
                    <a:pt x="2425" y="1079"/>
                    <a:pt x="2321" y="346"/>
                    <a:pt x="1850" y="85"/>
                  </a:cubicBezTo>
                  <a:cubicBezTo>
                    <a:pt x="1742" y="28"/>
                    <a:pt x="1625" y="1"/>
                    <a:pt x="150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3"/>
            <p:cNvSpPr/>
            <p:nvPr/>
          </p:nvSpPr>
          <p:spPr>
            <a:xfrm>
              <a:off x="4992850" y="4538814"/>
              <a:ext cx="160905" cy="170507"/>
            </a:xfrm>
            <a:custGeom>
              <a:rect b="b" l="l" r="r" t="t"/>
              <a:pathLst>
                <a:path extrusionOk="0" h="2557" w="2413">
                  <a:moveTo>
                    <a:pt x="1504" y="0"/>
                  </a:moveTo>
                  <a:cubicBezTo>
                    <a:pt x="1090" y="0"/>
                    <a:pt x="628" y="310"/>
                    <a:pt x="356" y="816"/>
                  </a:cubicBezTo>
                  <a:cubicBezTo>
                    <a:pt x="0" y="1486"/>
                    <a:pt x="95" y="2219"/>
                    <a:pt x="579" y="2467"/>
                  </a:cubicBezTo>
                  <a:cubicBezTo>
                    <a:pt x="688" y="2528"/>
                    <a:pt x="807" y="2557"/>
                    <a:pt x="930" y="2557"/>
                  </a:cubicBezTo>
                  <a:cubicBezTo>
                    <a:pt x="1342" y="2557"/>
                    <a:pt x="1800" y="2238"/>
                    <a:pt x="2073" y="1734"/>
                  </a:cubicBezTo>
                  <a:cubicBezTo>
                    <a:pt x="2413" y="1080"/>
                    <a:pt x="2322" y="332"/>
                    <a:pt x="1850" y="83"/>
                  </a:cubicBezTo>
                  <a:cubicBezTo>
                    <a:pt x="1743" y="27"/>
                    <a:pt x="1625" y="0"/>
                    <a:pt x="150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0" name="Google Shape;390;p13"/>
            <p:cNvSpPr/>
            <p:nvPr/>
          </p:nvSpPr>
          <p:spPr>
            <a:xfrm>
              <a:off x="4687039" y="4870831"/>
              <a:ext cx="161772" cy="171107"/>
            </a:xfrm>
            <a:custGeom>
              <a:rect b="b" l="l" r="r" t="t"/>
              <a:pathLst>
                <a:path extrusionOk="0" h="2566" w="2426">
                  <a:moveTo>
                    <a:pt x="1505" y="0"/>
                  </a:moveTo>
                  <a:cubicBezTo>
                    <a:pt x="1091" y="0"/>
                    <a:pt x="629" y="313"/>
                    <a:pt x="356" y="832"/>
                  </a:cubicBezTo>
                  <a:cubicBezTo>
                    <a:pt x="1" y="1486"/>
                    <a:pt x="104" y="2219"/>
                    <a:pt x="576" y="2483"/>
                  </a:cubicBezTo>
                  <a:cubicBezTo>
                    <a:pt x="683" y="2539"/>
                    <a:pt x="800" y="2566"/>
                    <a:pt x="921" y="2566"/>
                  </a:cubicBezTo>
                  <a:cubicBezTo>
                    <a:pt x="1335" y="2566"/>
                    <a:pt x="1798" y="2253"/>
                    <a:pt x="2070" y="1734"/>
                  </a:cubicBezTo>
                  <a:cubicBezTo>
                    <a:pt x="2426" y="1080"/>
                    <a:pt x="2322" y="347"/>
                    <a:pt x="1850" y="83"/>
                  </a:cubicBezTo>
                  <a:cubicBezTo>
                    <a:pt x="1743" y="27"/>
                    <a:pt x="1626" y="0"/>
                    <a:pt x="150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13"/>
            <p:cNvSpPr/>
            <p:nvPr/>
          </p:nvSpPr>
          <p:spPr>
            <a:xfrm>
              <a:off x="4531400" y="3967469"/>
              <a:ext cx="148769" cy="180443"/>
            </a:xfrm>
            <a:custGeom>
              <a:rect b="b" l="l" r="r" t="t"/>
              <a:pathLst>
                <a:path extrusionOk="0" h="2706" w="2231">
                  <a:moveTo>
                    <a:pt x="1326" y="1"/>
                  </a:moveTo>
                  <a:cubicBezTo>
                    <a:pt x="876" y="1"/>
                    <a:pt x="408" y="444"/>
                    <a:pt x="212" y="1090"/>
                  </a:cubicBezTo>
                  <a:cubicBezTo>
                    <a:pt x="1" y="1823"/>
                    <a:pt x="224" y="2531"/>
                    <a:pt x="724" y="2675"/>
                  </a:cubicBezTo>
                  <a:cubicBezTo>
                    <a:pt x="788" y="2695"/>
                    <a:pt x="853" y="2705"/>
                    <a:pt x="918" y="2705"/>
                  </a:cubicBezTo>
                  <a:cubicBezTo>
                    <a:pt x="1362" y="2705"/>
                    <a:pt x="1824" y="2256"/>
                    <a:pt x="2008" y="1628"/>
                  </a:cubicBezTo>
                  <a:cubicBezTo>
                    <a:pt x="2231" y="892"/>
                    <a:pt x="1995" y="184"/>
                    <a:pt x="1511" y="27"/>
                  </a:cubicBezTo>
                  <a:cubicBezTo>
                    <a:pt x="1450" y="9"/>
                    <a:pt x="1388" y="1"/>
                    <a:pt x="132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2" name="Google Shape;392;p13"/>
            <p:cNvSpPr/>
            <p:nvPr/>
          </p:nvSpPr>
          <p:spPr>
            <a:xfrm>
              <a:off x="4577745" y="3983273"/>
              <a:ext cx="50012" cy="138099"/>
            </a:xfrm>
            <a:custGeom>
              <a:rect b="b" l="l" r="r" t="t"/>
              <a:pathLst>
                <a:path extrusionOk="0" h="2071" w="750">
                  <a:moveTo>
                    <a:pt x="737" y="1"/>
                  </a:moveTo>
                  <a:cubicBezTo>
                    <a:pt x="750" y="13"/>
                    <a:pt x="709" y="54"/>
                    <a:pt x="658" y="117"/>
                  </a:cubicBezTo>
                  <a:cubicBezTo>
                    <a:pt x="592" y="196"/>
                    <a:pt x="526" y="290"/>
                    <a:pt x="485" y="419"/>
                  </a:cubicBezTo>
                  <a:cubicBezTo>
                    <a:pt x="435" y="551"/>
                    <a:pt x="407" y="696"/>
                    <a:pt x="407" y="841"/>
                  </a:cubicBezTo>
                  <a:cubicBezTo>
                    <a:pt x="422" y="970"/>
                    <a:pt x="473" y="1114"/>
                    <a:pt x="501" y="1246"/>
                  </a:cubicBezTo>
                  <a:cubicBezTo>
                    <a:pt x="539" y="1391"/>
                    <a:pt x="551" y="1548"/>
                    <a:pt x="514" y="1677"/>
                  </a:cubicBezTo>
                  <a:cubicBezTo>
                    <a:pt x="501" y="1756"/>
                    <a:pt x="473" y="1822"/>
                    <a:pt x="435" y="1875"/>
                  </a:cubicBezTo>
                  <a:cubicBezTo>
                    <a:pt x="394" y="1926"/>
                    <a:pt x="356" y="1979"/>
                    <a:pt x="303" y="2004"/>
                  </a:cubicBezTo>
                  <a:cubicBezTo>
                    <a:pt x="212" y="2058"/>
                    <a:pt x="121" y="2070"/>
                    <a:pt x="67" y="2058"/>
                  </a:cubicBezTo>
                  <a:cubicBezTo>
                    <a:pt x="14" y="2033"/>
                    <a:pt x="1" y="2004"/>
                    <a:pt x="1" y="1992"/>
                  </a:cubicBezTo>
                  <a:cubicBezTo>
                    <a:pt x="14" y="1954"/>
                    <a:pt x="108" y="1967"/>
                    <a:pt x="212" y="1875"/>
                  </a:cubicBezTo>
                  <a:cubicBezTo>
                    <a:pt x="265" y="1822"/>
                    <a:pt x="303" y="1756"/>
                    <a:pt x="316" y="1652"/>
                  </a:cubicBezTo>
                  <a:cubicBezTo>
                    <a:pt x="328" y="1561"/>
                    <a:pt x="316" y="1441"/>
                    <a:pt x="290" y="1312"/>
                  </a:cubicBezTo>
                  <a:cubicBezTo>
                    <a:pt x="265" y="1193"/>
                    <a:pt x="224" y="1036"/>
                    <a:pt x="224" y="853"/>
                  </a:cubicBezTo>
                  <a:cubicBezTo>
                    <a:pt x="224" y="668"/>
                    <a:pt x="278" y="498"/>
                    <a:pt x="356" y="353"/>
                  </a:cubicBezTo>
                  <a:cubicBezTo>
                    <a:pt x="435" y="224"/>
                    <a:pt x="539" y="117"/>
                    <a:pt x="605" y="67"/>
                  </a:cubicBezTo>
                  <a:cubicBezTo>
                    <a:pt x="684" y="13"/>
                    <a:pt x="737" y="1"/>
                    <a:pt x="73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3" name="Google Shape;393;p13"/>
            <p:cNvSpPr/>
            <p:nvPr/>
          </p:nvSpPr>
          <p:spPr>
            <a:xfrm>
              <a:off x="4783130" y="4981993"/>
              <a:ext cx="205582" cy="161505"/>
            </a:xfrm>
            <a:custGeom>
              <a:rect b="b" l="l" r="r" t="t"/>
              <a:pathLst>
                <a:path extrusionOk="0" h="2422" w="3083">
                  <a:moveTo>
                    <a:pt x="1915" y="0"/>
                  </a:moveTo>
                  <a:cubicBezTo>
                    <a:pt x="1600" y="0"/>
                    <a:pt x="1250" y="105"/>
                    <a:pt x="931" y="316"/>
                  </a:cubicBezTo>
                  <a:cubicBezTo>
                    <a:pt x="264" y="775"/>
                    <a:pt x="0" y="1549"/>
                    <a:pt x="343" y="2033"/>
                  </a:cubicBezTo>
                  <a:cubicBezTo>
                    <a:pt x="516" y="2289"/>
                    <a:pt x="824" y="2421"/>
                    <a:pt x="1175" y="2421"/>
                  </a:cubicBezTo>
                  <a:cubicBezTo>
                    <a:pt x="1488" y="2421"/>
                    <a:pt x="1835" y="2316"/>
                    <a:pt x="2152" y="2099"/>
                  </a:cubicBezTo>
                  <a:cubicBezTo>
                    <a:pt x="2818" y="1640"/>
                    <a:pt x="3082" y="882"/>
                    <a:pt x="2740" y="382"/>
                  </a:cubicBezTo>
                  <a:cubicBezTo>
                    <a:pt x="2568" y="128"/>
                    <a:pt x="2263" y="0"/>
                    <a:pt x="191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13"/>
            <p:cNvSpPr/>
            <p:nvPr/>
          </p:nvSpPr>
          <p:spPr>
            <a:xfrm>
              <a:off x="4823407" y="5012667"/>
              <a:ext cx="129431" cy="94422"/>
            </a:xfrm>
            <a:custGeom>
              <a:rect b="b" l="l" r="r" t="t"/>
              <a:pathLst>
                <a:path extrusionOk="0" h="1416" w="1941">
                  <a:moveTo>
                    <a:pt x="1941" y="54"/>
                  </a:moveTo>
                  <a:cubicBezTo>
                    <a:pt x="1941" y="67"/>
                    <a:pt x="1887" y="67"/>
                    <a:pt x="1796" y="92"/>
                  </a:cubicBezTo>
                  <a:cubicBezTo>
                    <a:pt x="1705" y="107"/>
                    <a:pt x="1573" y="145"/>
                    <a:pt x="1441" y="211"/>
                  </a:cubicBezTo>
                  <a:cubicBezTo>
                    <a:pt x="1324" y="277"/>
                    <a:pt x="1205" y="381"/>
                    <a:pt x="1126" y="513"/>
                  </a:cubicBezTo>
                  <a:cubicBezTo>
                    <a:pt x="1035" y="630"/>
                    <a:pt x="985" y="787"/>
                    <a:pt x="931" y="919"/>
                  </a:cubicBezTo>
                  <a:cubicBezTo>
                    <a:pt x="865" y="1064"/>
                    <a:pt x="774" y="1208"/>
                    <a:pt x="654" y="1299"/>
                  </a:cubicBezTo>
                  <a:cubicBezTo>
                    <a:pt x="591" y="1350"/>
                    <a:pt x="525" y="1378"/>
                    <a:pt x="459" y="1403"/>
                  </a:cubicBezTo>
                  <a:cubicBezTo>
                    <a:pt x="393" y="1416"/>
                    <a:pt x="327" y="1416"/>
                    <a:pt x="261" y="1416"/>
                  </a:cubicBezTo>
                  <a:cubicBezTo>
                    <a:pt x="145" y="1391"/>
                    <a:pt x="66" y="1337"/>
                    <a:pt x="25" y="1287"/>
                  </a:cubicBezTo>
                  <a:cubicBezTo>
                    <a:pt x="0" y="1221"/>
                    <a:pt x="0" y="1180"/>
                    <a:pt x="13" y="1180"/>
                  </a:cubicBezTo>
                  <a:cubicBezTo>
                    <a:pt x="54" y="1155"/>
                    <a:pt x="120" y="1246"/>
                    <a:pt x="277" y="1233"/>
                  </a:cubicBezTo>
                  <a:cubicBezTo>
                    <a:pt x="340" y="1221"/>
                    <a:pt x="418" y="1193"/>
                    <a:pt x="497" y="1130"/>
                  </a:cubicBezTo>
                  <a:cubicBezTo>
                    <a:pt x="576" y="1051"/>
                    <a:pt x="642" y="944"/>
                    <a:pt x="695" y="828"/>
                  </a:cubicBezTo>
                  <a:cubicBezTo>
                    <a:pt x="761" y="696"/>
                    <a:pt x="827" y="538"/>
                    <a:pt x="944" y="381"/>
                  </a:cubicBezTo>
                  <a:cubicBezTo>
                    <a:pt x="1063" y="224"/>
                    <a:pt x="1220" y="120"/>
                    <a:pt x="1378" y="67"/>
                  </a:cubicBezTo>
                  <a:cubicBezTo>
                    <a:pt x="1535" y="0"/>
                    <a:pt x="1692" y="0"/>
                    <a:pt x="1783" y="13"/>
                  </a:cubicBezTo>
                  <a:cubicBezTo>
                    <a:pt x="1887" y="13"/>
                    <a:pt x="1941" y="41"/>
                    <a:pt x="1941"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5" name="Google Shape;395;p13"/>
            <p:cNvSpPr/>
            <p:nvPr/>
          </p:nvSpPr>
          <p:spPr>
            <a:xfrm>
              <a:off x="4447512" y="4294285"/>
              <a:ext cx="154837" cy="187178"/>
            </a:xfrm>
            <a:custGeom>
              <a:rect b="b" l="l" r="r" t="t"/>
              <a:pathLst>
                <a:path extrusionOk="0" h="2807" w="2322">
                  <a:moveTo>
                    <a:pt x="1454" y="1"/>
                  </a:moveTo>
                  <a:cubicBezTo>
                    <a:pt x="1015" y="1"/>
                    <a:pt x="524" y="428"/>
                    <a:pt x="278" y="1064"/>
                  </a:cubicBezTo>
                  <a:cubicBezTo>
                    <a:pt x="1" y="1822"/>
                    <a:pt x="158" y="2583"/>
                    <a:pt x="646" y="2766"/>
                  </a:cubicBezTo>
                  <a:cubicBezTo>
                    <a:pt x="718" y="2794"/>
                    <a:pt x="794" y="2807"/>
                    <a:pt x="871" y="2807"/>
                  </a:cubicBezTo>
                  <a:cubicBezTo>
                    <a:pt x="1307" y="2807"/>
                    <a:pt x="1789" y="2378"/>
                    <a:pt x="2033" y="1731"/>
                  </a:cubicBezTo>
                  <a:cubicBezTo>
                    <a:pt x="2322" y="986"/>
                    <a:pt x="2165" y="224"/>
                    <a:pt x="1680" y="42"/>
                  </a:cubicBezTo>
                  <a:cubicBezTo>
                    <a:pt x="1608" y="14"/>
                    <a:pt x="1532" y="1"/>
                    <a:pt x="145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6" name="Google Shape;396;p13"/>
            <p:cNvSpPr/>
            <p:nvPr/>
          </p:nvSpPr>
          <p:spPr>
            <a:xfrm>
              <a:off x="4483388" y="4298753"/>
              <a:ext cx="76218" cy="166973"/>
            </a:xfrm>
            <a:custGeom>
              <a:rect b="b" l="l" r="r" t="t"/>
              <a:pathLst>
                <a:path extrusionOk="0" h="2504" w="1143">
                  <a:moveTo>
                    <a:pt x="199" y="2491"/>
                  </a:moveTo>
                  <a:cubicBezTo>
                    <a:pt x="186" y="2504"/>
                    <a:pt x="145" y="2450"/>
                    <a:pt x="92" y="2347"/>
                  </a:cubicBezTo>
                  <a:cubicBezTo>
                    <a:pt x="42" y="2243"/>
                    <a:pt x="1" y="2085"/>
                    <a:pt x="13" y="1900"/>
                  </a:cubicBezTo>
                  <a:cubicBezTo>
                    <a:pt x="13" y="1796"/>
                    <a:pt x="42" y="1705"/>
                    <a:pt x="79" y="1598"/>
                  </a:cubicBezTo>
                  <a:cubicBezTo>
                    <a:pt x="92" y="1560"/>
                    <a:pt x="120" y="1507"/>
                    <a:pt x="170" y="1456"/>
                  </a:cubicBezTo>
                  <a:cubicBezTo>
                    <a:pt x="224" y="1403"/>
                    <a:pt x="277" y="1378"/>
                    <a:pt x="315" y="1349"/>
                  </a:cubicBezTo>
                  <a:cubicBezTo>
                    <a:pt x="369" y="1337"/>
                    <a:pt x="406" y="1324"/>
                    <a:pt x="435" y="1299"/>
                  </a:cubicBezTo>
                  <a:cubicBezTo>
                    <a:pt x="472" y="1271"/>
                    <a:pt x="513" y="1258"/>
                    <a:pt x="538" y="1233"/>
                  </a:cubicBezTo>
                  <a:cubicBezTo>
                    <a:pt x="605" y="1180"/>
                    <a:pt x="658" y="1126"/>
                    <a:pt x="708" y="1063"/>
                  </a:cubicBezTo>
                  <a:cubicBezTo>
                    <a:pt x="894" y="827"/>
                    <a:pt x="932" y="551"/>
                    <a:pt x="919" y="356"/>
                  </a:cubicBezTo>
                  <a:cubicBezTo>
                    <a:pt x="906" y="157"/>
                    <a:pt x="853" y="41"/>
                    <a:pt x="878" y="13"/>
                  </a:cubicBezTo>
                  <a:cubicBezTo>
                    <a:pt x="906" y="0"/>
                    <a:pt x="932" y="25"/>
                    <a:pt x="973" y="79"/>
                  </a:cubicBezTo>
                  <a:cubicBezTo>
                    <a:pt x="1010" y="120"/>
                    <a:pt x="1064" y="211"/>
                    <a:pt x="1089" y="315"/>
                  </a:cubicBezTo>
                  <a:cubicBezTo>
                    <a:pt x="1130" y="434"/>
                    <a:pt x="1142" y="576"/>
                    <a:pt x="1114" y="733"/>
                  </a:cubicBezTo>
                  <a:cubicBezTo>
                    <a:pt x="1089" y="890"/>
                    <a:pt x="1023" y="1063"/>
                    <a:pt x="906" y="1221"/>
                  </a:cubicBezTo>
                  <a:cubicBezTo>
                    <a:pt x="840" y="1283"/>
                    <a:pt x="774" y="1349"/>
                    <a:pt x="683" y="1416"/>
                  </a:cubicBezTo>
                  <a:cubicBezTo>
                    <a:pt x="642" y="1441"/>
                    <a:pt x="605" y="1469"/>
                    <a:pt x="551" y="1494"/>
                  </a:cubicBezTo>
                  <a:cubicBezTo>
                    <a:pt x="513" y="1519"/>
                    <a:pt x="447" y="1548"/>
                    <a:pt x="406" y="1560"/>
                  </a:cubicBezTo>
                  <a:cubicBezTo>
                    <a:pt x="369" y="1573"/>
                    <a:pt x="328" y="1585"/>
                    <a:pt x="315" y="1598"/>
                  </a:cubicBezTo>
                  <a:cubicBezTo>
                    <a:pt x="290" y="1626"/>
                    <a:pt x="265" y="1651"/>
                    <a:pt x="249" y="1677"/>
                  </a:cubicBezTo>
                  <a:cubicBezTo>
                    <a:pt x="211" y="1755"/>
                    <a:pt x="186" y="1834"/>
                    <a:pt x="170" y="1912"/>
                  </a:cubicBezTo>
                  <a:cubicBezTo>
                    <a:pt x="133" y="2070"/>
                    <a:pt x="145" y="2214"/>
                    <a:pt x="170" y="2321"/>
                  </a:cubicBezTo>
                  <a:cubicBezTo>
                    <a:pt x="186" y="2425"/>
                    <a:pt x="211" y="2491"/>
                    <a:pt x="199" y="249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13"/>
            <p:cNvSpPr/>
            <p:nvPr/>
          </p:nvSpPr>
          <p:spPr>
            <a:xfrm>
              <a:off x="4376828" y="4110639"/>
              <a:ext cx="145234" cy="145368"/>
            </a:xfrm>
            <a:custGeom>
              <a:rect b="b" l="l" r="r" t="t"/>
              <a:pathLst>
                <a:path extrusionOk="0" h="2180" w="2178">
                  <a:moveTo>
                    <a:pt x="818" y="1"/>
                  </a:moveTo>
                  <a:cubicBezTo>
                    <a:pt x="674" y="1"/>
                    <a:pt x="537" y="40"/>
                    <a:pt x="419" y="123"/>
                  </a:cubicBezTo>
                  <a:cubicBezTo>
                    <a:pt x="26" y="396"/>
                    <a:pt x="1" y="1054"/>
                    <a:pt x="381" y="1588"/>
                  </a:cubicBezTo>
                  <a:cubicBezTo>
                    <a:pt x="639" y="1959"/>
                    <a:pt x="1022" y="2180"/>
                    <a:pt x="1364" y="2180"/>
                  </a:cubicBezTo>
                  <a:cubicBezTo>
                    <a:pt x="1506" y="2180"/>
                    <a:pt x="1640" y="2141"/>
                    <a:pt x="1756" y="2060"/>
                  </a:cubicBezTo>
                  <a:cubicBezTo>
                    <a:pt x="2149" y="1786"/>
                    <a:pt x="2177" y="1132"/>
                    <a:pt x="1797" y="594"/>
                  </a:cubicBezTo>
                  <a:cubicBezTo>
                    <a:pt x="1539" y="217"/>
                    <a:pt x="1158" y="1"/>
                    <a:pt x="8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3"/>
            <p:cNvSpPr/>
            <p:nvPr/>
          </p:nvSpPr>
          <p:spPr>
            <a:xfrm>
              <a:off x="4407502" y="4125709"/>
              <a:ext cx="92555" cy="105758"/>
            </a:xfrm>
            <a:custGeom>
              <a:rect b="b" l="l" r="r" t="t"/>
              <a:pathLst>
                <a:path extrusionOk="0" h="1586" w="1388">
                  <a:moveTo>
                    <a:pt x="116" y="0"/>
                  </a:moveTo>
                  <a:cubicBezTo>
                    <a:pt x="129" y="0"/>
                    <a:pt x="129" y="54"/>
                    <a:pt x="129" y="145"/>
                  </a:cubicBezTo>
                  <a:cubicBezTo>
                    <a:pt x="129" y="224"/>
                    <a:pt x="129" y="340"/>
                    <a:pt x="170" y="460"/>
                  </a:cubicBezTo>
                  <a:cubicBezTo>
                    <a:pt x="208" y="576"/>
                    <a:pt x="302" y="683"/>
                    <a:pt x="406" y="733"/>
                  </a:cubicBezTo>
                  <a:cubicBezTo>
                    <a:pt x="444" y="762"/>
                    <a:pt x="497" y="762"/>
                    <a:pt x="576" y="762"/>
                  </a:cubicBezTo>
                  <a:cubicBezTo>
                    <a:pt x="642" y="774"/>
                    <a:pt x="720" y="774"/>
                    <a:pt x="799" y="787"/>
                  </a:cubicBezTo>
                  <a:cubicBezTo>
                    <a:pt x="944" y="828"/>
                    <a:pt x="1073" y="906"/>
                    <a:pt x="1167" y="985"/>
                  </a:cubicBezTo>
                  <a:cubicBezTo>
                    <a:pt x="1217" y="1035"/>
                    <a:pt x="1258" y="1076"/>
                    <a:pt x="1296" y="1126"/>
                  </a:cubicBezTo>
                  <a:cubicBezTo>
                    <a:pt x="1324" y="1180"/>
                    <a:pt x="1349" y="1233"/>
                    <a:pt x="1362" y="1284"/>
                  </a:cubicBezTo>
                  <a:cubicBezTo>
                    <a:pt x="1387" y="1378"/>
                    <a:pt x="1375" y="1482"/>
                    <a:pt x="1337" y="1535"/>
                  </a:cubicBezTo>
                  <a:cubicBezTo>
                    <a:pt x="1296" y="1573"/>
                    <a:pt x="1258" y="1586"/>
                    <a:pt x="1246" y="1573"/>
                  </a:cubicBezTo>
                  <a:cubicBezTo>
                    <a:pt x="1230" y="1560"/>
                    <a:pt x="1230" y="1535"/>
                    <a:pt x="1230" y="1494"/>
                  </a:cubicBezTo>
                  <a:cubicBezTo>
                    <a:pt x="1230" y="1457"/>
                    <a:pt x="1230" y="1416"/>
                    <a:pt x="1192" y="1350"/>
                  </a:cubicBezTo>
                  <a:cubicBezTo>
                    <a:pt x="1167" y="1284"/>
                    <a:pt x="1101" y="1233"/>
                    <a:pt x="1022" y="1167"/>
                  </a:cubicBezTo>
                  <a:cubicBezTo>
                    <a:pt x="944" y="1114"/>
                    <a:pt x="852" y="1063"/>
                    <a:pt x="733" y="1035"/>
                  </a:cubicBezTo>
                  <a:cubicBezTo>
                    <a:pt x="679" y="1023"/>
                    <a:pt x="629" y="1010"/>
                    <a:pt x="550" y="997"/>
                  </a:cubicBezTo>
                  <a:cubicBezTo>
                    <a:pt x="510" y="997"/>
                    <a:pt x="472" y="997"/>
                    <a:pt x="431" y="985"/>
                  </a:cubicBezTo>
                  <a:cubicBezTo>
                    <a:pt x="381" y="969"/>
                    <a:pt x="340" y="957"/>
                    <a:pt x="302" y="931"/>
                  </a:cubicBezTo>
                  <a:cubicBezTo>
                    <a:pt x="129" y="828"/>
                    <a:pt x="38" y="655"/>
                    <a:pt x="25" y="497"/>
                  </a:cubicBezTo>
                  <a:cubicBezTo>
                    <a:pt x="0" y="340"/>
                    <a:pt x="25" y="211"/>
                    <a:pt x="50" y="132"/>
                  </a:cubicBezTo>
                  <a:cubicBezTo>
                    <a:pt x="79" y="41"/>
                    <a:pt x="104" y="0"/>
                    <a:pt x="116"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13"/>
            <p:cNvSpPr/>
            <p:nvPr/>
          </p:nvSpPr>
          <p:spPr>
            <a:xfrm>
              <a:off x="5047197" y="4661178"/>
              <a:ext cx="221919" cy="121962"/>
            </a:xfrm>
            <a:custGeom>
              <a:rect b="b" l="l" r="r" t="t"/>
              <a:pathLst>
                <a:path extrusionOk="0" h="1829" w="3328">
                  <a:moveTo>
                    <a:pt x="2135" y="0"/>
                  </a:moveTo>
                  <a:cubicBezTo>
                    <a:pt x="1983" y="0"/>
                    <a:pt x="1821" y="6"/>
                    <a:pt x="1651" y="16"/>
                  </a:cubicBezTo>
                  <a:cubicBezTo>
                    <a:pt x="758" y="82"/>
                    <a:pt x="0" y="201"/>
                    <a:pt x="38" y="818"/>
                  </a:cubicBezTo>
                  <a:cubicBezTo>
                    <a:pt x="76" y="1398"/>
                    <a:pt x="756" y="1829"/>
                    <a:pt x="1585" y="1829"/>
                  </a:cubicBezTo>
                  <a:cubicBezTo>
                    <a:pt x="1633" y="1829"/>
                    <a:pt x="1681" y="1827"/>
                    <a:pt x="1730" y="1824"/>
                  </a:cubicBezTo>
                  <a:cubicBezTo>
                    <a:pt x="2633" y="1774"/>
                    <a:pt x="3328" y="1224"/>
                    <a:pt x="3290" y="620"/>
                  </a:cubicBezTo>
                  <a:cubicBezTo>
                    <a:pt x="3257" y="119"/>
                    <a:pt x="2792" y="0"/>
                    <a:pt x="213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3"/>
            <p:cNvSpPr/>
            <p:nvPr/>
          </p:nvSpPr>
          <p:spPr>
            <a:xfrm>
              <a:off x="5065402" y="4685918"/>
              <a:ext cx="178376" cy="29807"/>
            </a:xfrm>
            <a:custGeom>
              <a:rect b="b" l="l" r="r" t="t"/>
              <a:pathLst>
                <a:path extrusionOk="0" h="447" w="2675">
                  <a:moveTo>
                    <a:pt x="13" y="158"/>
                  </a:moveTo>
                  <a:cubicBezTo>
                    <a:pt x="13" y="145"/>
                    <a:pt x="79" y="183"/>
                    <a:pt x="170" y="195"/>
                  </a:cubicBezTo>
                  <a:cubicBezTo>
                    <a:pt x="265" y="224"/>
                    <a:pt x="394" y="236"/>
                    <a:pt x="564" y="236"/>
                  </a:cubicBezTo>
                  <a:cubicBezTo>
                    <a:pt x="878" y="236"/>
                    <a:pt x="1259" y="211"/>
                    <a:pt x="1561" y="170"/>
                  </a:cubicBezTo>
                  <a:cubicBezTo>
                    <a:pt x="2165" y="104"/>
                    <a:pt x="2636" y="0"/>
                    <a:pt x="2662" y="79"/>
                  </a:cubicBezTo>
                  <a:cubicBezTo>
                    <a:pt x="2674" y="117"/>
                    <a:pt x="2570" y="183"/>
                    <a:pt x="2372" y="249"/>
                  </a:cubicBezTo>
                  <a:cubicBezTo>
                    <a:pt x="2190" y="315"/>
                    <a:pt x="1916" y="381"/>
                    <a:pt x="1586" y="419"/>
                  </a:cubicBezTo>
                  <a:cubicBezTo>
                    <a:pt x="1287" y="447"/>
                    <a:pt x="878" y="447"/>
                    <a:pt x="551" y="393"/>
                  </a:cubicBezTo>
                  <a:cubicBezTo>
                    <a:pt x="381" y="368"/>
                    <a:pt x="237" y="327"/>
                    <a:pt x="145" y="274"/>
                  </a:cubicBezTo>
                  <a:cubicBezTo>
                    <a:pt x="42" y="224"/>
                    <a:pt x="1" y="170"/>
                    <a:pt x="13" y="158"/>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13"/>
            <p:cNvSpPr/>
            <p:nvPr/>
          </p:nvSpPr>
          <p:spPr>
            <a:xfrm>
              <a:off x="4916897" y="4816284"/>
              <a:ext cx="153837" cy="176242"/>
            </a:xfrm>
            <a:custGeom>
              <a:rect b="b" l="l" r="r" t="t"/>
              <a:pathLst>
                <a:path extrusionOk="0" h="2643" w="2307">
                  <a:moveTo>
                    <a:pt x="955" y="0"/>
                  </a:moveTo>
                  <a:cubicBezTo>
                    <a:pt x="880" y="0"/>
                    <a:pt x="806" y="12"/>
                    <a:pt x="734" y="36"/>
                  </a:cubicBezTo>
                  <a:cubicBezTo>
                    <a:pt x="224" y="206"/>
                    <a:pt x="1" y="914"/>
                    <a:pt x="237" y="1621"/>
                  </a:cubicBezTo>
                  <a:cubicBezTo>
                    <a:pt x="438" y="2238"/>
                    <a:pt x="907" y="2643"/>
                    <a:pt x="1357" y="2643"/>
                  </a:cubicBezTo>
                  <a:cubicBezTo>
                    <a:pt x="1434" y="2643"/>
                    <a:pt x="1511" y="2631"/>
                    <a:pt x="1586" y="2606"/>
                  </a:cubicBezTo>
                  <a:cubicBezTo>
                    <a:pt x="2083" y="2436"/>
                    <a:pt x="2306" y="1728"/>
                    <a:pt x="2070" y="1021"/>
                  </a:cubicBezTo>
                  <a:cubicBezTo>
                    <a:pt x="1879" y="415"/>
                    <a:pt x="1402" y="0"/>
                    <a:pt x="955"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3"/>
            <p:cNvSpPr/>
            <p:nvPr/>
          </p:nvSpPr>
          <p:spPr>
            <a:xfrm>
              <a:off x="4582213" y="4167453"/>
              <a:ext cx="221919" cy="121962"/>
            </a:xfrm>
            <a:custGeom>
              <a:rect b="b" l="l" r="r" t="t"/>
              <a:pathLst>
                <a:path extrusionOk="0" h="1829" w="3328">
                  <a:moveTo>
                    <a:pt x="2144" y="0"/>
                  </a:moveTo>
                  <a:cubicBezTo>
                    <a:pt x="1993" y="0"/>
                    <a:pt x="1831" y="7"/>
                    <a:pt x="1664" y="16"/>
                  </a:cubicBezTo>
                  <a:cubicBezTo>
                    <a:pt x="761" y="82"/>
                    <a:pt x="0" y="202"/>
                    <a:pt x="41" y="815"/>
                  </a:cubicBezTo>
                  <a:cubicBezTo>
                    <a:pt x="77" y="1398"/>
                    <a:pt x="759" y="1829"/>
                    <a:pt x="1586" y="1829"/>
                  </a:cubicBezTo>
                  <a:cubicBezTo>
                    <a:pt x="1633" y="1829"/>
                    <a:pt x="1681" y="1827"/>
                    <a:pt x="1730" y="1825"/>
                  </a:cubicBezTo>
                  <a:cubicBezTo>
                    <a:pt x="2636" y="1774"/>
                    <a:pt x="3328" y="1224"/>
                    <a:pt x="3290" y="620"/>
                  </a:cubicBezTo>
                  <a:cubicBezTo>
                    <a:pt x="3270" y="119"/>
                    <a:pt x="2799" y="0"/>
                    <a:pt x="214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13"/>
            <p:cNvSpPr/>
            <p:nvPr/>
          </p:nvSpPr>
          <p:spPr>
            <a:xfrm>
              <a:off x="4600618" y="4192193"/>
              <a:ext cx="178376" cy="29607"/>
            </a:xfrm>
            <a:custGeom>
              <a:rect b="b" l="l" r="r" t="t"/>
              <a:pathLst>
                <a:path extrusionOk="0" h="444" w="2675">
                  <a:moveTo>
                    <a:pt x="13" y="158"/>
                  </a:moveTo>
                  <a:cubicBezTo>
                    <a:pt x="26" y="145"/>
                    <a:pt x="79" y="183"/>
                    <a:pt x="171" y="195"/>
                  </a:cubicBezTo>
                  <a:cubicBezTo>
                    <a:pt x="262" y="224"/>
                    <a:pt x="407" y="236"/>
                    <a:pt x="564" y="236"/>
                  </a:cubicBezTo>
                  <a:cubicBezTo>
                    <a:pt x="878" y="236"/>
                    <a:pt x="1271" y="208"/>
                    <a:pt x="1558" y="170"/>
                  </a:cubicBezTo>
                  <a:cubicBezTo>
                    <a:pt x="2162" y="104"/>
                    <a:pt x="2646" y="0"/>
                    <a:pt x="2674" y="79"/>
                  </a:cubicBezTo>
                  <a:cubicBezTo>
                    <a:pt x="2674" y="117"/>
                    <a:pt x="2567" y="183"/>
                    <a:pt x="2385" y="249"/>
                  </a:cubicBezTo>
                  <a:cubicBezTo>
                    <a:pt x="2187" y="315"/>
                    <a:pt x="1913" y="381"/>
                    <a:pt x="1599" y="419"/>
                  </a:cubicBezTo>
                  <a:cubicBezTo>
                    <a:pt x="1284" y="444"/>
                    <a:pt x="878" y="444"/>
                    <a:pt x="551" y="394"/>
                  </a:cubicBezTo>
                  <a:cubicBezTo>
                    <a:pt x="394" y="365"/>
                    <a:pt x="237" y="328"/>
                    <a:pt x="142" y="274"/>
                  </a:cubicBezTo>
                  <a:cubicBezTo>
                    <a:pt x="51" y="224"/>
                    <a:pt x="1" y="170"/>
                    <a:pt x="13" y="158"/>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3"/>
            <p:cNvSpPr/>
            <p:nvPr/>
          </p:nvSpPr>
          <p:spPr>
            <a:xfrm>
              <a:off x="4660833" y="4575823"/>
              <a:ext cx="178309" cy="183510"/>
            </a:xfrm>
            <a:custGeom>
              <a:rect b="b" l="l" r="r" t="t"/>
              <a:pathLst>
                <a:path extrusionOk="0" h="2752" w="2674">
                  <a:moveTo>
                    <a:pt x="1648" y="0"/>
                  </a:moveTo>
                  <a:cubicBezTo>
                    <a:pt x="1202" y="0"/>
                    <a:pt x="703" y="315"/>
                    <a:pt x="406" y="840"/>
                  </a:cubicBezTo>
                  <a:cubicBezTo>
                    <a:pt x="1" y="1547"/>
                    <a:pt x="104" y="2346"/>
                    <a:pt x="617" y="2648"/>
                  </a:cubicBezTo>
                  <a:cubicBezTo>
                    <a:pt x="742" y="2719"/>
                    <a:pt x="881" y="2752"/>
                    <a:pt x="1026" y="2752"/>
                  </a:cubicBezTo>
                  <a:cubicBezTo>
                    <a:pt x="1472" y="2752"/>
                    <a:pt x="1972" y="2437"/>
                    <a:pt x="2268" y="1912"/>
                  </a:cubicBezTo>
                  <a:cubicBezTo>
                    <a:pt x="2674" y="1205"/>
                    <a:pt x="2570" y="406"/>
                    <a:pt x="2057" y="104"/>
                  </a:cubicBezTo>
                  <a:cubicBezTo>
                    <a:pt x="1932" y="34"/>
                    <a:pt x="1793" y="0"/>
                    <a:pt x="164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3"/>
            <p:cNvSpPr/>
            <p:nvPr/>
          </p:nvSpPr>
          <p:spPr>
            <a:xfrm>
              <a:off x="4709712" y="4605564"/>
              <a:ext cx="83953" cy="133698"/>
            </a:xfrm>
            <a:custGeom>
              <a:rect b="b" l="l" r="r" t="t"/>
              <a:pathLst>
                <a:path extrusionOk="0" h="2005" w="1259">
                  <a:moveTo>
                    <a:pt x="0" y="1992"/>
                  </a:moveTo>
                  <a:cubicBezTo>
                    <a:pt x="0" y="1979"/>
                    <a:pt x="54" y="1951"/>
                    <a:pt x="132" y="1900"/>
                  </a:cubicBezTo>
                  <a:cubicBezTo>
                    <a:pt x="198" y="1847"/>
                    <a:pt x="302" y="1756"/>
                    <a:pt x="381" y="1636"/>
                  </a:cubicBezTo>
                  <a:cubicBezTo>
                    <a:pt x="460" y="1520"/>
                    <a:pt x="526" y="1375"/>
                    <a:pt x="538" y="1230"/>
                  </a:cubicBezTo>
                  <a:cubicBezTo>
                    <a:pt x="566" y="1073"/>
                    <a:pt x="538" y="916"/>
                    <a:pt x="538" y="771"/>
                  </a:cubicBezTo>
                  <a:cubicBezTo>
                    <a:pt x="538" y="614"/>
                    <a:pt x="551" y="457"/>
                    <a:pt x="617" y="315"/>
                  </a:cubicBezTo>
                  <a:cubicBezTo>
                    <a:pt x="658" y="249"/>
                    <a:pt x="695" y="183"/>
                    <a:pt x="749" y="130"/>
                  </a:cubicBezTo>
                  <a:cubicBezTo>
                    <a:pt x="802" y="92"/>
                    <a:pt x="865" y="51"/>
                    <a:pt x="919" y="38"/>
                  </a:cubicBezTo>
                  <a:cubicBezTo>
                    <a:pt x="1038" y="1"/>
                    <a:pt x="1129" y="26"/>
                    <a:pt x="1196" y="51"/>
                  </a:cubicBezTo>
                  <a:cubicBezTo>
                    <a:pt x="1246" y="92"/>
                    <a:pt x="1258" y="130"/>
                    <a:pt x="1246" y="142"/>
                  </a:cubicBezTo>
                  <a:cubicBezTo>
                    <a:pt x="1221" y="170"/>
                    <a:pt x="1129" y="130"/>
                    <a:pt x="997" y="208"/>
                  </a:cubicBezTo>
                  <a:cubicBezTo>
                    <a:pt x="931" y="249"/>
                    <a:pt x="865" y="299"/>
                    <a:pt x="840" y="406"/>
                  </a:cubicBezTo>
                  <a:cubicBezTo>
                    <a:pt x="802" y="498"/>
                    <a:pt x="787" y="614"/>
                    <a:pt x="787" y="759"/>
                  </a:cubicBezTo>
                  <a:cubicBezTo>
                    <a:pt x="787" y="903"/>
                    <a:pt x="802" y="1073"/>
                    <a:pt x="761" y="1259"/>
                  </a:cubicBezTo>
                  <a:cubicBezTo>
                    <a:pt x="724" y="1454"/>
                    <a:pt x="617" y="1624"/>
                    <a:pt x="500" y="1743"/>
                  </a:cubicBezTo>
                  <a:cubicBezTo>
                    <a:pt x="393" y="1859"/>
                    <a:pt x="265" y="1926"/>
                    <a:pt x="158" y="1966"/>
                  </a:cubicBezTo>
                  <a:cubicBezTo>
                    <a:pt x="66" y="2004"/>
                    <a:pt x="0" y="2004"/>
                    <a:pt x="0" y="199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13"/>
            <p:cNvSpPr/>
            <p:nvPr/>
          </p:nvSpPr>
          <p:spPr>
            <a:xfrm>
              <a:off x="4889024" y="4296353"/>
              <a:ext cx="181710" cy="176842"/>
            </a:xfrm>
            <a:custGeom>
              <a:rect b="b" l="l" r="r" t="t"/>
              <a:pathLst>
                <a:path extrusionOk="0" h="2652" w="2725">
                  <a:moveTo>
                    <a:pt x="1008" y="0"/>
                  </a:moveTo>
                  <a:cubicBezTo>
                    <a:pt x="805" y="0"/>
                    <a:pt x="613" y="59"/>
                    <a:pt x="457" y="181"/>
                  </a:cubicBezTo>
                  <a:cubicBezTo>
                    <a:pt x="1" y="533"/>
                    <a:pt x="13" y="1348"/>
                    <a:pt x="510" y="1989"/>
                  </a:cubicBezTo>
                  <a:cubicBezTo>
                    <a:pt x="844" y="2412"/>
                    <a:pt x="1303" y="2652"/>
                    <a:pt x="1711" y="2652"/>
                  </a:cubicBezTo>
                  <a:cubicBezTo>
                    <a:pt x="1910" y="2652"/>
                    <a:pt x="2098" y="2594"/>
                    <a:pt x="2252" y="2474"/>
                  </a:cubicBezTo>
                  <a:cubicBezTo>
                    <a:pt x="2724" y="2106"/>
                    <a:pt x="2699" y="1294"/>
                    <a:pt x="2202" y="665"/>
                  </a:cubicBezTo>
                  <a:cubicBezTo>
                    <a:pt x="1877" y="237"/>
                    <a:pt x="1418" y="0"/>
                    <a:pt x="100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3"/>
            <p:cNvSpPr/>
            <p:nvPr/>
          </p:nvSpPr>
          <p:spPr>
            <a:xfrm>
              <a:off x="4932635" y="4324093"/>
              <a:ext cx="99690" cy="125096"/>
            </a:xfrm>
            <a:custGeom>
              <a:rect b="b" l="l" r="r" t="t"/>
              <a:pathLst>
                <a:path extrusionOk="0" h="1876" w="1495">
                  <a:moveTo>
                    <a:pt x="1454" y="1875"/>
                  </a:moveTo>
                  <a:cubicBezTo>
                    <a:pt x="1441" y="1875"/>
                    <a:pt x="1441" y="1809"/>
                    <a:pt x="1416" y="1718"/>
                  </a:cubicBezTo>
                  <a:cubicBezTo>
                    <a:pt x="1391" y="1627"/>
                    <a:pt x="1350" y="1507"/>
                    <a:pt x="1271" y="1391"/>
                  </a:cubicBezTo>
                  <a:cubicBezTo>
                    <a:pt x="1193" y="1271"/>
                    <a:pt x="1089" y="1155"/>
                    <a:pt x="957" y="1076"/>
                  </a:cubicBezTo>
                  <a:cubicBezTo>
                    <a:pt x="825" y="1010"/>
                    <a:pt x="668" y="957"/>
                    <a:pt x="526" y="903"/>
                  </a:cubicBezTo>
                  <a:cubicBezTo>
                    <a:pt x="381" y="853"/>
                    <a:pt x="249" y="774"/>
                    <a:pt x="145" y="655"/>
                  </a:cubicBezTo>
                  <a:cubicBezTo>
                    <a:pt x="92" y="605"/>
                    <a:pt x="54" y="539"/>
                    <a:pt x="26" y="473"/>
                  </a:cubicBezTo>
                  <a:cubicBezTo>
                    <a:pt x="1" y="406"/>
                    <a:pt x="1" y="340"/>
                    <a:pt x="1" y="274"/>
                  </a:cubicBezTo>
                  <a:cubicBezTo>
                    <a:pt x="13" y="158"/>
                    <a:pt x="67" y="79"/>
                    <a:pt x="117" y="39"/>
                  </a:cubicBezTo>
                  <a:cubicBezTo>
                    <a:pt x="171" y="1"/>
                    <a:pt x="211" y="1"/>
                    <a:pt x="224" y="13"/>
                  </a:cubicBezTo>
                  <a:cubicBezTo>
                    <a:pt x="249" y="39"/>
                    <a:pt x="158" y="117"/>
                    <a:pt x="183" y="274"/>
                  </a:cubicBezTo>
                  <a:cubicBezTo>
                    <a:pt x="196" y="353"/>
                    <a:pt x="224" y="419"/>
                    <a:pt x="303" y="498"/>
                  </a:cubicBezTo>
                  <a:cubicBezTo>
                    <a:pt x="381" y="564"/>
                    <a:pt x="485" y="630"/>
                    <a:pt x="617" y="683"/>
                  </a:cubicBezTo>
                  <a:cubicBezTo>
                    <a:pt x="746" y="734"/>
                    <a:pt x="919" y="787"/>
                    <a:pt x="1076" y="891"/>
                  </a:cubicBezTo>
                  <a:cubicBezTo>
                    <a:pt x="1234" y="998"/>
                    <a:pt x="1350" y="1155"/>
                    <a:pt x="1416" y="1312"/>
                  </a:cubicBezTo>
                  <a:cubicBezTo>
                    <a:pt x="1482" y="1470"/>
                    <a:pt x="1495" y="1611"/>
                    <a:pt x="1495" y="1718"/>
                  </a:cubicBezTo>
                  <a:cubicBezTo>
                    <a:pt x="1495" y="1809"/>
                    <a:pt x="1470" y="1875"/>
                    <a:pt x="1454" y="187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3"/>
            <p:cNvSpPr/>
            <p:nvPr/>
          </p:nvSpPr>
          <p:spPr>
            <a:xfrm>
              <a:off x="4758791" y="4724261"/>
              <a:ext cx="229921" cy="157037"/>
            </a:xfrm>
            <a:custGeom>
              <a:rect b="b" l="l" r="r" t="t"/>
              <a:pathLst>
                <a:path extrusionOk="0" h="2355" w="3448">
                  <a:moveTo>
                    <a:pt x="2202" y="0"/>
                  </a:moveTo>
                  <a:cubicBezTo>
                    <a:pt x="1879" y="0"/>
                    <a:pt x="1518" y="95"/>
                    <a:pt x="1180" y="290"/>
                  </a:cubicBezTo>
                  <a:cubicBezTo>
                    <a:pt x="393" y="737"/>
                    <a:pt x="0" y="1523"/>
                    <a:pt x="302" y="2058"/>
                  </a:cubicBezTo>
                  <a:cubicBezTo>
                    <a:pt x="419" y="2269"/>
                    <a:pt x="589" y="2355"/>
                    <a:pt x="800" y="2355"/>
                  </a:cubicBezTo>
                  <a:cubicBezTo>
                    <a:pt x="1128" y="2355"/>
                    <a:pt x="1554" y="2147"/>
                    <a:pt x="2032" y="1875"/>
                  </a:cubicBezTo>
                  <a:cubicBezTo>
                    <a:pt x="2818" y="1429"/>
                    <a:pt x="3447" y="985"/>
                    <a:pt x="3146" y="460"/>
                  </a:cubicBezTo>
                  <a:cubicBezTo>
                    <a:pt x="2976" y="157"/>
                    <a:pt x="2619" y="0"/>
                    <a:pt x="2202"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3"/>
            <p:cNvSpPr/>
            <p:nvPr/>
          </p:nvSpPr>
          <p:spPr>
            <a:xfrm>
              <a:off x="4803269" y="4775007"/>
              <a:ext cx="158171" cy="90088"/>
            </a:xfrm>
            <a:custGeom>
              <a:rect b="b" l="l" r="r" t="t"/>
              <a:pathLst>
                <a:path extrusionOk="0" h="1351" w="2372">
                  <a:moveTo>
                    <a:pt x="2372" y="54"/>
                  </a:moveTo>
                  <a:cubicBezTo>
                    <a:pt x="2372" y="67"/>
                    <a:pt x="2309" y="67"/>
                    <a:pt x="2214" y="92"/>
                  </a:cubicBezTo>
                  <a:cubicBezTo>
                    <a:pt x="2123" y="105"/>
                    <a:pt x="1994" y="158"/>
                    <a:pt x="1850" y="237"/>
                  </a:cubicBezTo>
                  <a:cubicBezTo>
                    <a:pt x="1560" y="369"/>
                    <a:pt x="1220" y="564"/>
                    <a:pt x="972" y="721"/>
                  </a:cubicBezTo>
                  <a:cubicBezTo>
                    <a:pt x="459" y="1048"/>
                    <a:pt x="79" y="1350"/>
                    <a:pt x="28" y="1284"/>
                  </a:cubicBezTo>
                  <a:cubicBezTo>
                    <a:pt x="0" y="1259"/>
                    <a:pt x="66" y="1155"/>
                    <a:pt x="211" y="1011"/>
                  </a:cubicBezTo>
                  <a:cubicBezTo>
                    <a:pt x="356" y="866"/>
                    <a:pt x="563" y="696"/>
                    <a:pt x="840" y="526"/>
                  </a:cubicBezTo>
                  <a:cubicBezTo>
                    <a:pt x="1101" y="353"/>
                    <a:pt x="1482" y="183"/>
                    <a:pt x="1783" y="92"/>
                  </a:cubicBezTo>
                  <a:cubicBezTo>
                    <a:pt x="1941" y="39"/>
                    <a:pt x="2098" y="1"/>
                    <a:pt x="2202" y="14"/>
                  </a:cubicBezTo>
                  <a:cubicBezTo>
                    <a:pt x="2321" y="14"/>
                    <a:pt x="2372" y="54"/>
                    <a:pt x="2372"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13"/>
            <p:cNvSpPr/>
            <p:nvPr/>
          </p:nvSpPr>
          <p:spPr>
            <a:xfrm>
              <a:off x="4847080" y="4481599"/>
              <a:ext cx="177309" cy="157637"/>
            </a:xfrm>
            <a:custGeom>
              <a:rect b="b" l="l" r="r" t="t"/>
              <a:pathLst>
                <a:path extrusionOk="0" h="2364" w="2659">
                  <a:moveTo>
                    <a:pt x="948" y="0"/>
                  </a:moveTo>
                  <a:cubicBezTo>
                    <a:pt x="728" y="0"/>
                    <a:pt x="528" y="68"/>
                    <a:pt x="378" y="208"/>
                  </a:cubicBezTo>
                  <a:cubicBezTo>
                    <a:pt x="0" y="586"/>
                    <a:pt x="117" y="1322"/>
                    <a:pt x="630" y="1860"/>
                  </a:cubicBezTo>
                  <a:cubicBezTo>
                    <a:pt x="949" y="2187"/>
                    <a:pt x="1350" y="2364"/>
                    <a:pt x="1702" y="2364"/>
                  </a:cubicBezTo>
                  <a:cubicBezTo>
                    <a:pt x="1925" y="2364"/>
                    <a:pt x="2129" y="2293"/>
                    <a:pt x="2281" y="2146"/>
                  </a:cubicBezTo>
                  <a:cubicBezTo>
                    <a:pt x="2658" y="1781"/>
                    <a:pt x="2542" y="1032"/>
                    <a:pt x="2029" y="507"/>
                  </a:cubicBezTo>
                  <a:cubicBezTo>
                    <a:pt x="1707" y="177"/>
                    <a:pt x="1302" y="0"/>
                    <a:pt x="948"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13"/>
            <p:cNvSpPr/>
            <p:nvPr/>
          </p:nvSpPr>
          <p:spPr>
            <a:xfrm>
              <a:off x="4629358" y="4338030"/>
              <a:ext cx="229921" cy="157104"/>
            </a:xfrm>
            <a:custGeom>
              <a:rect b="b" l="l" r="r" t="t"/>
              <a:pathLst>
                <a:path extrusionOk="0" h="2356" w="3448">
                  <a:moveTo>
                    <a:pt x="2202" y="1"/>
                  </a:moveTo>
                  <a:cubicBezTo>
                    <a:pt x="1878" y="1"/>
                    <a:pt x="1518" y="95"/>
                    <a:pt x="1180" y="289"/>
                  </a:cubicBezTo>
                  <a:cubicBezTo>
                    <a:pt x="394" y="735"/>
                    <a:pt x="1" y="1522"/>
                    <a:pt x="303" y="2059"/>
                  </a:cubicBezTo>
                  <a:cubicBezTo>
                    <a:pt x="421" y="2269"/>
                    <a:pt x="590" y="2355"/>
                    <a:pt x="800" y="2355"/>
                  </a:cubicBezTo>
                  <a:cubicBezTo>
                    <a:pt x="1128" y="2355"/>
                    <a:pt x="1553" y="2146"/>
                    <a:pt x="2033" y="1874"/>
                  </a:cubicBezTo>
                  <a:cubicBezTo>
                    <a:pt x="2819" y="1443"/>
                    <a:pt x="3448" y="996"/>
                    <a:pt x="3146" y="459"/>
                  </a:cubicBezTo>
                  <a:cubicBezTo>
                    <a:pt x="2976" y="157"/>
                    <a:pt x="2619" y="1"/>
                    <a:pt x="2202"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3"/>
            <p:cNvSpPr/>
            <p:nvPr/>
          </p:nvSpPr>
          <p:spPr>
            <a:xfrm>
              <a:off x="4672969" y="4389576"/>
              <a:ext cx="159304" cy="89155"/>
            </a:xfrm>
            <a:custGeom>
              <a:rect b="b" l="l" r="r" t="t"/>
              <a:pathLst>
                <a:path extrusionOk="0" h="1337" w="2389">
                  <a:moveTo>
                    <a:pt x="2388" y="54"/>
                  </a:moveTo>
                  <a:cubicBezTo>
                    <a:pt x="2388" y="66"/>
                    <a:pt x="2322" y="66"/>
                    <a:pt x="2231" y="79"/>
                  </a:cubicBezTo>
                  <a:cubicBezTo>
                    <a:pt x="2124" y="107"/>
                    <a:pt x="2008" y="157"/>
                    <a:pt x="1863" y="223"/>
                  </a:cubicBezTo>
                  <a:cubicBezTo>
                    <a:pt x="1574" y="355"/>
                    <a:pt x="1234" y="550"/>
                    <a:pt x="985" y="723"/>
                  </a:cubicBezTo>
                  <a:cubicBezTo>
                    <a:pt x="473" y="1051"/>
                    <a:pt x="95" y="1337"/>
                    <a:pt x="29" y="1286"/>
                  </a:cubicBezTo>
                  <a:cubicBezTo>
                    <a:pt x="1" y="1258"/>
                    <a:pt x="80" y="1154"/>
                    <a:pt x="224" y="1010"/>
                  </a:cubicBezTo>
                  <a:cubicBezTo>
                    <a:pt x="369" y="865"/>
                    <a:pt x="580" y="683"/>
                    <a:pt x="853" y="513"/>
                  </a:cubicBezTo>
                  <a:cubicBezTo>
                    <a:pt x="1117" y="343"/>
                    <a:pt x="1482" y="173"/>
                    <a:pt x="1797" y="79"/>
                  </a:cubicBezTo>
                  <a:cubicBezTo>
                    <a:pt x="1954" y="28"/>
                    <a:pt x="2111" y="0"/>
                    <a:pt x="2218" y="0"/>
                  </a:cubicBezTo>
                  <a:cubicBezTo>
                    <a:pt x="2335" y="16"/>
                    <a:pt x="2388" y="41"/>
                    <a:pt x="2388"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USTOM_3_1">
    <p:spTree>
      <p:nvGrpSpPr>
        <p:cNvPr id="413" name="Shape 413"/>
        <p:cNvGrpSpPr/>
        <p:nvPr/>
      </p:nvGrpSpPr>
      <p:grpSpPr>
        <a:xfrm>
          <a:off x="0" y="0"/>
          <a:ext cx="0" cy="0"/>
          <a:chOff x="0" y="0"/>
          <a:chExt cx="0" cy="0"/>
        </a:xfrm>
      </p:grpSpPr>
      <p:sp>
        <p:nvSpPr>
          <p:cNvPr id="414" name="Google Shape;414;p14"/>
          <p:cNvSpPr txBox="1"/>
          <p:nvPr>
            <p:ph type="title"/>
          </p:nvPr>
        </p:nvSpPr>
        <p:spPr>
          <a:xfrm>
            <a:off x="720000" y="3247333"/>
            <a:ext cx="3848700" cy="398100"/>
          </a:xfrm>
          <a:prstGeom prst="rect">
            <a:avLst/>
          </a:prstGeom>
        </p:spPr>
        <p:txBody>
          <a:bodyPr anchorCtr="0" anchor="t" bIns="91425" lIns="91425" spcFirstLastPara="1" rIns="91425" wrap="square" tIns="91425">
            <a:noAutofit/>
          </a:bodyPr>
          <a:lstStyle>
            <a:lvl1pPr lvl="0" rtl="0" algn="l">
              <a:spcBef>
                <a:spcPts val="0"/>
              </a:spcBef>
              <a:spcAft>
                <a:spcPts val="0"/>
              </a:spcAft>
              <a:buClr>
                <a:schemeClr val="dk2"/>
              </a:buClr>
              <a:buSzPts val="1400"/>
              <a:buNone/>
              <a:defRPr sz="2400">
                <a:solidFill>
                  <a:schemeClr val="dk2"/>
                </a:solidFill>
              </a:defRPr>
            </a:lvl1pPr>
            <a:lvl2pPr lvl="1" rtl="0">
              <a:spcBef>
                <a:spcPts val="0"/>
              </a:spcBef>
              <a:spcAft>
                <a:spcPts val="0"/>
              </a:spcAft>
              <a:buSzPts val="2800"/>
              <a:buNone/>
              <a:defRPr>
                <a:latin typeface="Lato"/>
                <a:ea typeface="Lato"/>
                <a:cs typeface="Lato"/>
                <a:sym typeface="Lato"/>
              </a:defRPr>
            </a:lvl2pPr>
            <a:lvl3pPr lvl="2" rtl="0">
              <a:spcBef>
                <a:spcPts val="0"/>
              </a:spcBef>
              <a:spcAft>
                <a:spcPts val="0"/>
              </a:spcAft>
              <a:buSzPts val="2800"/>
              <a:buNone/>
              <a:defRPr>
                <a:latin typeface="Lato"/>
                <a:ea typeface="Lato"/>
                <a:cs typeface="Lato"/>
                <a:sym typeface="Lato"/>
              </a:defRPr>
            </a:lvl3pPr>
            <a:lvl4pPr lvl="3" rtl="0">
              <a:spcBef>
                <a:spcPts val="0"/>
              </a:spcBef>
              <a:spcAft>
                <a:spcPts val="0"/>
              </a:spcAft>
              <a:buSzPts val="2800"/>
              <a:buNone/>
              <a:defRPr>
                <a:latin typeface="Lato"/>
                <a:ea typeface="Lato"/>
                <a:cs typeface="Lato"/>
                <a:sym typeface="Lato"/>
              </a:defRPr>
            </a:lvl4pPr>
            <a:lvl5pPr lvl="4" rtl="0">
              <a:spcBef>
                <a:spcPts val="0"/>
              </a:spcBef>
              <a:spcAft>
                <a:spcPts val="0"/>
              </a:spcAft>
              <a:buSzPts val="2800"/>
              <a:buNone/>
              <a:defRPr>
                <a:latin typeface="Lato"/>
                <a:ea typeface="Lato"/>
                <a:cs typeface="Lato"/>
                <a:sym typeface="Lato"/>
              </a:defRPr>
            </a:lvl5pPr>
            <a:lvl6pPr lvl="5" rtl="0">
              <a:spcBef>
                <a:spcPts val="0"/>
              </a:spcBef>
              <a:spcAft>
                <a:spcPts val="0"/>
              </a:spcAft>
              <a:buSzPts val="2800"/>
              <a:buNone/>
              <a:defRPr>
                <a:latin typeface="Lato"/>
                <a:ea typeface="Lato"/>
                <a:cs typeface="Lato"/>
                <a:sym typeface="Lato"/>
              </a:defRPr>
            </a:lvl6pPr>
            <a:lvl7pPr lvl="6" rtl="0">
              <a:spcBef>
                <a:spcPts val="0"/>
              </a:spcBef>
              <a:spcAft>
                <a:spcPts val="0"/>
              </a:spcAft>
              <a:buSzPts val="2800"/>
              <a:buNone/>
              <a:defRPr>
                <a:latin typeface="Lato"/>
                <a:ea typeface="Lato"/>
                <a:cs typeface="Lato"/>
                <a:sym typeface="Lato"/>
              </a:defRPr>
            </a:lvl7pPr>
            <a:lvl8pPr lvl="7" rtl="0">
              <a:spcBef>
                <a:spcPts val="0"/>
              </a:spcBef>
              <a:spcAft>
                <a:spcPts val="0"/>
              </a:spcAft>
              <a:buSzPts val="2800"/>
              <a:buNone/>
              <a:defRPr>
                <a:latin typeface="Lato"/>
                <a:ea typeface="Lato"/>
                <a:cs typeface="Lato"/>
                <a:sym typeface="Lato"/>
              </a:defRPr>
            </a:lvl8pPr>
            <a:lvl9pPr lvl="8" rtl="0">
              <a:spcBef>
                <a:spcPts val="0"/>
              </a:spcBef>
              <a:spcAft>
                <a:spcPts val="0"/>
              </a:spcAft>
              <a:buSzPts val="2800"/>
              <a:buNone/>
              <a:defRPr>
                <a:latin typeface="Lato"/>
                <a:ea typeface="Lato"/>
                <a:cs typeface="Lato"/>
                <a:sym typeface="Lato"/>
              </a:defRPr>
            </a:lvl9pPr>
          </a:lstStyle>
          <a:p/>
        </p:txBody>
      </p:sp>
      <p:sp>
        <p:nvSpPr>
          <p:cNvPr id="415" name="Google Shape;415;p14"/>
          <p:cNvSpPr txBox="1"/>
          <p:nvPr>
            <p:ph idx="1" type="subTitle"/>
          </p:nvPr>
        </p:nvSpPr>
        <p:spPr>
          <a:xfrm>
            <a:off x="720000" y="1433750"/>
            <a:ext cx="4937400" cy="193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sz="30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5">
    <p:spTree>
      <p:nvGrpSpPr>
        <p:cNvPr id="416" name="Shape 416"/>
        <p:cNvGrpSpPr/>
        <p:nvPr/>
      </p:nvGrpSpPr>
      <p:grpSpPr>
        <a:xfrm>
          <a:off x="0" y="0"/>
          <a:ext cx="0" cy="0"/>
          <a:chOff x="0" y="0"/>
          <a:chExt cx="0" cy="0"/>
        </a:xfrm>
      </p:grpSpPr>
      <p:sp>
        <p:nvSpPr>
          <p:cNvPr id="417" name="Google Shape;417;p15"/>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418" name="Google Shape;418;p15"/>
          <p:cNvGrpSpPr/>
          <p:nvPr/>
        </p:nvGrpSpPr>
        <p:grpSpPr>
          <a:xfrm>
            <a:off x="-186331" y="-477964"/>
            <a:ext cx="1972391" cy="2183944"/>
            <a:chOff x="1180196" y="1611644"/>
            <a:chExt cx="1265489" cy="1401221"/>
          </a:xfrm>
        </p:grpSpPr>
        <p:sp>
          <p:nvSpPr>
            <p:cNvPr id="419" name="Google Shape;419;p15"/>
            <p:cNvSpPr/>
            <p:nvPr/>
          </p:nvSpPr>
          <p:spPr>
            <a:xfrm>
              <a:off x="1368110" y="1764685"/>
              <a:ext cx="719237" cy="825996"/>
            </a:xfrm>
            <a:custGeom>
              <a:rect b="b" l="l" r="r" t="t"/>
              <a:pathLst>
                <a:path extrusionOk="0" h="12387" w="10786">
                  <a:moveTo>
                    <a:pt x="394" y="7275"/>
                  </a:moveTo>
                  <a:cubicBezTo>
                    <a:pt x="236" y="7392"/>
                    <a:pt x="133" y="7549"/>
                    <a:pt x="79" y="7719"/>
                  </a:cubicBezTo>
                  <a:cubicBezTo>
                    <a:pt x="1" y="7942"/>
                    <a:pt x="38" y="8178"/>
                    <a:pt x="183" y="8364"/>
                  </a:cubicBezTo>
                  <a:lnTo>
                    <a:pt x="497" y="8757"/>
                  </a:lnTo>
                  <a:lnTo>
                    <a:pt x="604" y="8873"/>
                  </a:lnTo>
                  <a:cubicBezTo>
                    <a:pt x="762" y="9071"/>
                    <a:pt x="1035" y="9134"/>
                    <a:pt x="1312" y="9084"/>
                  </a:cubicBezTo>
                  <a:cubicBezTo>
                    <a:pt x="1454" y="9043"/>
                    <a:pt x="1586" y="8977"/>
                    <a:pt x="1718" y="8886"/>
                  </a:cubicBezTo>
                  <a:lnTo>
                    <a:pt x="4549" y="6580"/>
                  </a:lnTo>
                  <a:lnTo>
                    <a:pt x="2347" y="10892"/>
                  </a:lnTo>
                  <a:cubicBezTo>
                    <a:pt x="2256" y="11062"/>
                    <a:pt x="2215" y="11245"/>
                    <a:pt x="2240" y="11414"/>
                  </a:cubicBezTo>
                  <a:cubicBezTo>
                    <a:pt x="2268" y="11650"/>
                    <a:pt x="2385" y="11861"/>
                    <a:pt x="2583" y="11965"/>
                  </a:cubicBezTo>
                  <a:lnTo>
                    <a:pt x="3042" y="12201"/>
                  </a:lnTo>
                  <a:lnTo>
                    <a:pt x="3183" y="12267"/>
                  </a:lnTo>
                  <a:cubicBezTo>
                    <a:pt x="3407" y="12386"/>
                    <a:pt x="3684" y="12345"/>
                    <a:pt x="3907" y="12176"/>
                  </a:cubicBezTo>
                  <a:cubicBezTo>
                    <a:pt x="4036" y="12097"/>
                    <a:pt x="4127" y="11981"/>
                    <a:pt x="4206" y="11836"/>
                  </a:cubicBezTo>
                  <a:lnTo>
                    <a:pt x="8584" y="3316"/>
                  </a:lnTo>
                  <a:lnTo>
                    <a:pt x="10326" y="1900"/>
                  </a:lnTo>
                  <a:cubicBezTo>
                    <a:pt x="10694" y="1601"/>
                    <a:pt x="10785" y="1114"/>
                    <a:pt x="10537" y="815"/>
                  </a:cubicBezTo>
                  <a:lnTo>
                    <a:pt x="10446" y="696"/>
                  </a:lnTo>
                  <a:lnTo>
                    <a:pt x="10119" y="302"/>
                  </a:lnTo>
                  <a:cubicBezTo>
                    <a:pt x="9867" y="0"/>
                    <a:pt x="9370" y="0"/>
                    <a:pt x="9002" y="290"/>
                  </a:cubicBezTo>
                  <a:lnTo>
                    <a:pt x="8518" y="683"/>
                  </a:lnTo>
                  <a:lnTo>
                    <a:pt x="8414" y="630"/>
                  </a:lnTo>
                  <a:cubicBezTo>
                    <a:pt x="8059" y="447"/>
                    <a:pt x="7603" y="642"/>
                    <a:pt x="7392" y="1064"/>
                  </a:cubicBezTo>
                  <a:lnTo>
                    <a:pt x="6920" y="1979"/>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0" name="Google Shape;420;p15"/>
            <p:cNvSpPr/>
            <p:nvPr/>
          </p:nvSpPr>
          <p:spPr>
            <a:xfrm>
              <a:off x="1924578" y="1611644"/>
              <a:ext cx="145168" cy="114627"/>
            </a:xfrm>
            <a:custGeom>
              <a:rect b="b" l="l" r="r" t="t"/>
              <a:pathLst>
                <a:path extrusionOk="0" h="1719" w="2177">
                  <a:moveTo>
                    <a:pt x="1324" y="1533"/>
                  </a:moveTo>
                  <a:cubicBezTo>
                    <a:pt x="1850" y="1350"/>
                    <a:pt x="2177" y="903"/>
                    <a:pt x="2045" y="526"/>
                  </a:cubicBezTo>
                  <a:cubicBezTo>
                    <a:pt x="1916" y="158"/>
                    <a:pt x="1378" y="1"/>
                    <a:pt x="853" y="183"/>
                  </a:cubicBezTo>
                  <a:cubicBezTo>
                    <a:pt x="327" y="353"/>
                    <a:pt x="0" y="812"/>
                    <a:pt x="145" y="1180"/>
                  </a:cubicBezTo>
                  <a:cubicBezTo>
                    <a:pt x="277" y="1561"/>
                    <a:pt x="799" y="1718"/>
                    <a:pt x="1324" y="153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5"/>
            <p:cNvSpPr/>
            <p:nvPr/>
          </p:nvSpPr>
          <p:spPr>
            <a:xfrm>
              <a:off x="1228279" y="2027410"/>
              <a:ext cx="144168" cy="117295"/>
            </a:xfrm>
            <a:custGeom>
              <a:rect b="b" l="l" r="r" t="t"/>
              <a:pathLst>
                <a:path extrusionOk="0" h="1759" w="2162">
                  <a:moveTo>
                    <a:pt x="1441" y="1469"/>
                  </a:moveTo>
                  <a:cubicBezTo>
                    <a:pt x="1926" y="1180"/>
                    <a:pt x="2162" y="683"/>
                    <a:pt x="1967" y="356"/>
                  </a:cubicBezTo>
                  <a:cubicBezTo>
                    <a:pt x="1768" y="29"/>
                    <a:pt x="1218" y="1"/>
                    <a:pt x="721" y="290"/>
                  </a:cubicBezTo>
                  <a:cubicBezTo>
                    <a:pt x="237" y="567"/>
                    <a:pt x="1" y="1064"/>
                    <a:pt x="196" y="1391"/>
                  </a:cubicBezTo>
                  <a:cubicBezTo>
                    <a:pt x="394" y="1718"/>
                    <a:pt x="957" y="1759"/>
                    <a:pt x="1441" y="1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5"/>
            <p:cNvSpPr/>
            <p:nvPr/>
          </p:nvSpPr>
          <p:spPr>
            <a:xfrm>
              <a:off x="1603107" y="1794218"/>
              <a:ext cx="152103" cy="117895"/>
            </a:xfrm>
            <a:custGeom>
              <a:rect b="b" l="l" r="r" t="t"/>
              <a:pathLst>
                <a:path extrusionOk="0" h="1768" w="2281">
                  <a:moveTo>
                    <a:pt x="1457" y="1507"/>
                  </a:moveTo>
                  <a:cubicBezTo>
                    <a:pt x="1994" y="1246"/>
                    <a:pt x="2281" y="746"/>
                    <a:pt x="2111" y="406"/>
                  </a:cubicBezTo>
                  <a:cubicBezTo>
                    <a:pt x="1941" y="66"/>
                    <a:pt x="1365" y="0"/>
                    <a:pt x="828" y="261"/>
                  </a:cubicBezTo>
                  <a:cubicBezTo>
                    <a:pt x="290" y="525"/>
                    <a:pt x="0" y="1022"/>
                    <a:pt x="173" y="1362"/>
                  </a:cubicBezTo>
                  <a:cubicBezTo>
                    <a:pt x="343" y="1705"/>
                    <a:pt x="919" y="1768"/>
                    <a:pt x="1457" y="150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5"/>
            <p:cNvSpPr/>
            <p:nvPr/>
          </p:nvSpPr>
          <p:spPr>
            <a:xfrm>
              <a:off x="1403857" y="1957592"/>
              <a:ext cx="94422" cy="121496"/>
            </a:xfrm>
            <a:custGeom>
              <a:rect b="b" l="l" r="r" t="t"/>
              <a:pathLst>
                <a:path extrusionOk="0" h="1822" w="1416">
                  <a:moveTo>
                    <a:pt x="592" y="1771"/>
                  </a:moveTo>
                  <a:cubicBezTo>
                    <a:pt x="931" y="1821"/>
                    <a:pt x="1274" y="1469"/>
                    <a:pt x="1337" y="997"/>
                  </a:cubicBezTo>
                  <a:cubicBezTo>
                    <a:pt x="1416" y="525"/>
                    <a:pt x="1180" y="91"/>
                    <a:pt x="828" y="41"/>
                  </a:cubicBezTo>
                  <a:cubicBezTo>
                    <a:pt x="472" y="0"/>
                    <a:pt x="132" y="340"/>
                    <a:pt x="66" y="812"/>
                  </a:cubicBezTo>
                  <a:cubicBezTo>
                    <a:pt x="0" y="1299"/>
                    <a:pt x="236" y="1718"/>
                    <a:pt x="592" y="177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5"/>
            <p:cNvSpPr/>
            <p:nvPr/>
          </p:nvSpPr>
          <p:spPr>
            <a:xfrm>
              <a:off x="2326723" y="1640792"/>
              <a:ext cx="118962" cy="143301"/>
            </a:xfrm>
            <a:custGeom>
              <a:rect b="b" l="l" r="r" t="t"/>
              <a:pathLst>
                <a:path extrusionOk="0" h="2149" w="1784">
                  <a:moveTo>
                    <a:pt x="236" y="787"/>
                  </a:moveTo>
                  <a:cubicBezTo>
                    <a:pt x="0" y="1284"/>
                    <a:pt x="104" y="1822"/>
                    <a:pt x="472" y="1991"/>
                  </a:cubicBezTo>
                  <a:cubicBezTo>
                    <a:pt x="840" y="2149"/>
                    <a:pt x="1324" y="1875"/>
                    <a:pt x="1548" y="1378"/>
                  </a:cubicBezTo>
                  <a:cubicBezTo>
                    <a:pt x="1784" y="878"/>
                    <a:pt x="1664" y="340"/>
                    <a:pt x="1312" y="170"/>
                  </a:cubicBezTo>
                  <a:cubicBezTo>
                    <a:pt x="944" y="1"/>
                    <a:pt x="459" y="277"/>
                    <a:pt x="236" y="78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5"/>
            <p:cNvSpPr/>
            <p:nvPr/>
          </p:nvSpPr>
          <p:spPr>
            <a:xfrm>
              <a:off x="1425862" y="1826492"/>
              <a:ext cx="164306" cy="148569"/>
            </a:xfrm>
            <a:custGeom>
              <a:rect b="b" l="l" r="r" t="t"/>
              <a:pathLst>
                <a:path extrusionOk="0" h="2228" w="2464">
                  <a:moveTo>
                    <a:pt x="878" y="1494"/>
                  </a:moveTo>
                  <a:cubicBezTo>
                    <a:pt x="1400" y="1913"/>
                    <a:pt x="1888" y="2227"/>
                    <a:pt x="2174" y="1875"/>
                  </a:cubicBezTo>
                  <a:cubicBezTo>
                    <a:pt x="2463" y="1520"/>
                    <a:pt x="2265" y="906"/>
                    <a:pt x="1743" y="485"/>
                  </a:cubicBezTo>
                  <a:cubicBezTo>
                    <a:pt x="1230" y="54"/>
                    <a:pt x="576" y="0"/>
                    <a:pt x="287" y="356"/>
                  </a:cubicBezTo>
                  <a:cubicBezTo>
                    <a:pt x="1" y="696"/>
                    <a:pt x="353" y="1076"/>
                    <a:pt x="878" y="149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6" name="Google Shape;426;p15"/>
            <p:cNvSpPr/>
            <p:nvPr/>
          </p:nvSpPr>
          <p:spPr>
            <a:xfrm>
              <a:off x="1599715" y="2593958"/>
              <a:ext cx="156504" cy="124229"/>
            </a:xfrm>
            <a:custGeom>
              <a:rect b="b" l="l" r="r" t="t"/>
              <a:pathLst>
                <a:path extrusionOk="0" h="1863" w="2347">
                  <a:moveTo>
                    <a:pt x="931" y="170"/>
                  </a:moveTo>
                  <a:cubicBezTo>
                    <a:pt x="356" y="353"/>
                    <a:pt x="0" y="840"/>
                    <a:pt x="132" y="1259"/>
                  </a:cubicBezTo>
                  <a:cubicBezTo>
                    <a:pt x="277" y="1677"/>
                    <a:pt x="840" y="1863"/>
                    <a:pt x="1415" y="1690"/>
                  </a:cubicBezTo>
                  <a:cubicBezTo>
                    <a:pt x="1991" y="1507"/>
                    <a:pt x="2346" y="1023"/>
                    <a:pt x="2202" y="605"/>
                  </a:cubicBezTo>
                  <a:cubicBezTo>
                    <a:pt x="2070" y="183"/>
                    <a:pt x="1494" y="1"/>
                    <a:pt x="931" y="17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7" name="Google Shape;427;p15"/>
            <p:cNvSpPr/>
            <p:nvPr/>
          </p:nvSpPr>
          <p:spPr>
            <a:xfrm>
              <a:off x="1456412" y="2705786"/>
              <a:ext cx="113560" cy="147702"/>
            </a:xfrm>
            <a:custGeom>
              <a:rect b="b" l="l" r="r" t="t"/>
              <a:pathLst>
                <a:path extrusionOk="0" h="2215" w="1703">
                  <a:moveTo>
                    <a:pt x="1652" y="1180"/>
                  </a:moveTo>
                  <a:cubicBezTo>
                    <a:pt x="1703" y="591"/>
                    <a:pt x="1375" y="79"/>
                    <a:pt x="945" y="41"/>
                  </a:cubicBezTo>
                  <a:cubicBezTo>
                    <a:pt x="498" y="0"/>
                    <a:pt x="105" y="447"/>
                    <a:pt x="51" y="1035"/>
                  </a:cubicBezTo>
                  <a:cubicBezTo>
                    <a:pt x="1" y="1626"/>
                    <a:pt x="315" y="2136"/>
                    <a:pt x="759" y="2177"/>
                  </a:cubicBezTo>
                  <a:cubicBezTo>
                    <a:pt x="1206" y="2214"/>
                    <a:pt x="1599" y="1771"/>
                    <a:pt x="1652" y="118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15"/>
            <p:cNvSpPr/>
            <p:nvPr/>
          </p:nvSpPr>
          <p:spPr>
            <a:xfrm>
              <a:off x="2095558" y="1708737"/>
              <a:ext cx="173108" cy="115427"/>
            </a:xfrm>
            <a:custGeom>
              <a:rect b="b" l="l" r="r" t="t"/>
              <a:pathLst>
                <a:path extrusionOk="0" h="1731" w="2596">
                  <a:moveTo>
                    <a:pt x="1523" y="1548"/>
                  </a:moveTo>
                  <a:cubicBezTo>
                    <a:pt x="2177" y="1375"/>
                    <a:pt x="2595" y="878"/>
                    <a:pt x="2466" y="431"/>
                  </a:cubicBezTo>
                  <a:cubicBezTo>
                    <a:pt x="2334" y="0"/>
                    <a:pt x="1825" y="79"/>
                    <a:pt x="1180" y="261"/>
                  </a:cubicBezTo>
                  <a:cubicBezTo>
                    <a:pt x="538" y="447"/>
                    <a:pt x="0" y="655"/>
                    <a:pt x="132" y="1089"/>
                  </a:cubicBezTo>
                  <a:cubicBezTo>
                    <a:pt x="252" y="1520"/>
                    <a:pt x="881" y="1730"/>
                    <a:pt x="1523" y="154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5"/>
            <p:cNvSpPr/>
            <p:nvPr/>
          </p:nvSpPr>
          <p:spPr>
            <a:xfrm>
              <a:off x="1680002" y="2836019"/>
              <a:ext cx="141634" cy="166973"/>
            </a:xfrm>
            <a:custGeom>
              <a:rect b="b" l="l" r="r" t="t"/>
              <a:pathLst>
                <a:path extrusionOk="0" h="2504" w="2124">
                  <a:moveTo>
                    <a:pt x="369" y="261"/>
                  </a:moveTo>
                  <a:cubicBezTo>
                    <a:pt x="1" y="513"/>
                    <a:pt x="1" y="1167"/>
                    <a:pt x="381" y="1718"/>
                  </a:cubicBezTo>
                  <a:cubicBezTo>
                    <a:pt x="762" y="2268"/>
                    <a:pt x="1378" y="2504"/>
                    <a:pt x="1759" y="2243"/>
                  </a:cubicBezTo>
                  <a:cubicBezTo>
                    <a:pt x="2124" y="1991"/>
                    <a:pt x="1888" y="1535"/>
                    <a:pt x="1510" y="985"/>
                  </a:cubicBezTo>
                  <a:cubicBezTo>
                    <a:pt x="1117" y="434"/>
                    <a:pt x="749" y="0"/>
                    <a:pt x="369" y="2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5"/>
            <p:cNvSpPr/>
            <p:nvPr/>
          </p:nvSpPr>
          <p:spPr>
            <a:xfrm>
              <a:off x="1416989" y="1835703"/>
              <a:ext cx="444039" cy="732107"/>
            </a:xfrm>
            <a:custGeom>
              <a:rect b="b" l="l" r="r" t="t"/>
              <a:pathLst>
                <a:path extrusionOk="0" h="10979" w="6659">
                  <a:moveTo>
                    <a:pt x="5918" y="0"/>
                  </a:moveTo>
                  <a:cubicBezTo>
                    <a:pt x="5631" y="0"/>
                    <a:pt x="5335" y="183"/>
                    <a:pt x="5177" y="496"/>
                  </a:cubicBezTo>
                  <a:lnTo>
                    <a:pt x="120" y="10324"/>
                  </a:lnTo>
                  <a:cubicBezTo>
                    <a:pt x="41" y="10494"/>
                    <a:pt x="0" y="10680"/>
                    <a:pt x="29" y="10850"/>
                  </a:cubicBezTo>
                  <a:cubicBezTo>
                    <a:pt x="143" y="10792"/>
                    <a:pt x="283" y="10762"/>
                    <a:pt x="435" y="10762"/>
                  </a:cubicBezTo>
                  <a:cubicBezTo>
                    <a:pt x="632" y="10762"/>
                    <a:pt x="849" y="10811"/>
                    <a:pt x="1063" y="10916"/>
                  </a:cubicBezTo>
                  <a:cubicBezTo>
                    <a:pt x="1089" y="10941"/>
                    <a:pt x="1129" y="10953"/>
                    <a:pt x="1167" y="10979"/>
                  </a:cubicBezTo>
                  <a:lnTo>
                    <a:pt x="6659" y="301"/>
                  </a:lnTo>
                  <a:lnTo>
                    <a:pt x="6200" y="65"/>
                  </a:lnTo>
                  <a:cubicBezTo>
                    <a:pt x="6111" y="21"/>
                    <a:pt x="6015" y="0"/>
                    <a:pt x="591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5"/>
            <p:cNvSpPr/>
            <p:nvPr/>
          </p:nvSpPr>
          <p:spPr>
            <a:xfrm>
              <a:off x="1494809" y="1855708"/>
              <a:ext cx="405430" cy="755113"/>
            </a:xfrm>
            <a:custGeom>
              <a:rect b="b" l="l" r="r" t="t"/>
              <a:pathLst>
                <a:path extrusionOk="0" h="11324" w="6080">
                  <a:moveTo>
                    <a:pt x="5492" y="1"/>
                  </a:moveTo>
                  <a:lnTo>
                    <a:pt x="0" y="10679"/>
                  </a:lnTo>
                  <a:cubicBezTo>
                    <a:pt x="277" y="10851"/>
                    <a:pt x="459" y="11087"/>
                    <a:pt x="525" y="11323"/>
                  </a:cubicBezTo>
                  <a:cubicBezTo>
                    <a:pt x="642" y="11229"/>
                    <a:pt x="749" y="11113"/>
                    <a:pt x="827" y="10968"/>
                  </a:cubicBezTo>
                  <a:lnTo>
                    <a:pt x="5872" y="1139"/>
                  </a:lnTo>
                  <a:cubicBezTo>
                    <a:pt x="6080" y="733"/>
                    <a:pt x="5976" y="249"/>
                    <a:pt x="5624" y="63"/>
                  </a:cubicBezTo>
                  <a:lnTo>
                    <a:pt x="5492"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5"/>
            <p:cNvSpPr/>
            <p:nvPr/>
          </p:nvSpPr>
          <p:spPr>
            <a:xfrm>
              <a:off x="1418856" y="2553284"/>
              <a:ext cx="111026" cy="67283"/>
            </a:xfrm>
            <a:custGeom>
              <a:rect b="b" l="l" r="r" t="t"/>
              <a:pathLst>
                <a:path extrusionOk="0" h="1009" w="1665">
                  <a:moveTo>
                    <a:pt x="407" y="1"/>
                  </a:moveTo>
                  <a:cubicBezTo>
                    <a:pt x="255" y="1"/>
                    <a:pt x="115" y="31"/>
                    <a:pt x="1" y="89"/>
                  </a:cubicBezTo>
                  <a:cubicBezTo>
                    <a:pt x="13" y="337"/>
                    <a:pt x="142" y="532"/>
                    <a:pt x="340" y="639"/>
                  </a:cubicBezTo>
                  <a:lnTo>
                    <a:pt x="800" y="875"/>
                  </a:lnTo>
                  <a:lnTo>
                    <a:pt x="944" y="941"/>
                  </a:lnTo>
                  <a:cubicBezTo>
                    <a:pt x="1031" y="987"/>
                    <a:pt x="1127" y="1009"/>
                    <a:pt x="1225" y="1009"/>
                  </a:cubicBezTo>
                  <a:cubicBezTo>
                    <a:pt x="1375" y="1009"/>
                    <a:pt x="1529" y="957"/>
                    <a:pt x="1664" y="862"/>
                  </a:cubicBezTo>
                  <a:cubicBezTo>
                    <a:pt x="1598" y="626"/>
                    <a:pt x="1416" y="390"/>
                    <a:pt x="1139" y="218"/>
                  </a:cubicBezTo>
                  <a:cubicBezTo>
                    <a:pt x="1101" y="192"/>
                    <a:pt x="1061" y="180"/>
                    <a:pt x="1035" y="155"/>
                  </a:cubicBezTo>
                  <a:cubicBezTo>
                    <a:pt x="821" y="50"/>
                    <a:pt x="604" y="1"/>
                    <a:pt x="407"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5"/>
            <p:cNvSpPr/>
            <p:nvPr/>
          </p:nvSpPr>
          <p:spPr>
            <a:xfrm>
              <a:off x="1274553" y="1803295"/>
              <a:ext cx="690497" cy="546997"/>
            </a:xfrm>
            <a:custGeom>
              <a:rect b="b" l="l" r="r" t="t"/>
              <a:pathLst>
                <a:path extrusionOk="0" h="8203" w="10355">
                  <a:moveTo>
                    <a:pt x="9516" y="1"/>
                  </a:moveTo>
                  <a:cubicBezTo>
                    <a:pt x="9315" y="1"/>
                    <a:pt x="9101" y="73"/>
                    <a:pt x="8927" y="220"/>
                  </a:cubicBezTo>
                  <a:lnTo>
                    <a:pt x="303" y="7193"/>
                  </a:lnTo>
                  <a:cubicBezTo>
                    <a:pt x="158" y="7325"/>
                    <a:pt x="54" y="7483"/>
                    <a:pt x="1" y="7640"/>
                  </a:cubicBezTo>
                  <a:cubicBezTo>
                    <a:pt x="22" y="7638"/>
                    <a:pt x="44" y="7637"/>
                    <a:pt x="66" y="7637"/>
                  </a:cubicBezTo>
                  <a:cubicBezTo>
                    <a:pt x="352" y="7637"/>
                    <a:pt x="674" y="7808"/>
                    <a:pt x="919" y="8112"/>
                  </a:cubicBezTo>
                  <a:cubicBezTo>
                    <a:pt x="957" y="8137"/>
                    <a:pt x="969" y="8178"/>
                    <a:pt x="998" y="8203"/>
                  </a:cubicBezTo>
                  <a:lnTo>
                    <a:pt x="10355" y="629"/>
                  </a:lnTo>
                  <a:lnTo>
                    <a:pt x="10040" y="220"/>
                  </a:lnTo>
                  <a:cubicBezTo>
                    <a:pt x="9915" y="76"/>
                    <a:pt x="9722" y="1"/>
                    <a:pt x="951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15"/>
            <p:cNvSpPr/>
            <p:nvPr/>
          </p:nvSpPr>
          <p:spPr>
            <a:xfrm>
              <a:off x="1341036" y="1845239"/>
              <a:ext cx="647554" cy="558333"/>
            </a:xfrm>
            <a:custGeom>
              <a:rect b="b" l="l" r="r" t="t"/>
              <a:pathLst>
                <a:path extrusionOk="0" h="8373" w="9711">
                  <a:moveTo>
                    <a:pt x="9358" y="0"/>
                  </a:moveTo>
                  <a:lnTo>
                    <a:pt x="1" y="7574"/>
                  </a:lnTo>
                  <a:cubicBezTo>
                    <a:pt x="183" y="7835"/>
                    <a:pt x="262" y="8137"/>
                    <a:pt x="224" y="8373"/>
                  </a:cubicBezTo>
                  <a:cubicBezTo>
                    <a:pt x="366" y="8348"/>
                    <a:pt x="510" y="8282"/>
                    <a:pt x="642" y="8178"/>
                  </a:cubicBezTo>
                  <a:lnTo>
                    <a:pt x="9251" y="1192"/>
                  </a:lnTo>
                  <a:cubicBezTo>
                    <a:pt x="9619" y="903"/>
                    <a:pt x="9710" y="419"/>
                    <a:pt x="9462" y="117"/>
                  </a:cubicBezTo>
                  <a:lnTo>
                    <a:pt x="9358"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5" name="Google Shape;435;p15"/>
            <p:cNvSpPr/>
            <p:nvPr/>
          </p:nvSpPr>
          <p:spPr>
            <a:xfrm>
              <a:off x="1269352" y="2312490"/>
              <a:ext cx="89155" cy="92622"/>
            </a:xfrm>
            <a:custGeom>
              <a:rect b="b" l="l" r="r" t="t"/>
              <a:pathLst>
                <a:path extrusionOk="0" h="1389" w="1337">
                  <a:moveTo>
                    <a:pt x="144" y="1"/>
                  </a:moveTo>
                  <a:cubicBezTo>
                    <a:pt x="122" y="1"/>
                    <a:pt x="100" y="2"/>
                    <a:pt x="79" y="4"/>
                  </a:cubicBezTo>
                  <a:cubicBezTo>
                    <a:pt x="0" y="227"/>
                    <a:pt x="25" y="476"/>
                    <a:pt x="170" y="646"/>
                  </a:cubicBezTo>
                  <a:lnTo>
                    <a:pt x="497" y="1039"/>
                  </a:lnTo>
                  <a:lnTo>
                    <a:pt x="604" y="1155"/>
                  </a:lnTo>
                  <a:cubicBezTo>
                    <a:pt x="725" y="1307"/>
                    <a:pt x="914" y="1389"/>
                    <a:pt x="1114" y="1389"/>
                  </a:cubicBezTo>
                  <a:cubicBezTo>
                    <a:pt x="1175" y="1389"/>
                    <a:pt x="1238" y="1381"/>
                    <a:pt x="1299" y="1366"/>
                  </a:cubicBezTo>
                  <a:cubicBezTo>
                    <a:pt x="1337" y="1130"/>
                    <a:pt x="1258" y="828"/>
                    <a:pt x="1076" y="567"/>
                  </a:cubicBezTo>
                  <a:cubicBezTo>
                    <a:pt x="1047" y="542"/>
                    <a:pt x="1035" y="501"/>
                    <a:pt x="997" y="476"/>
                  </a:cubicBezTo>
                  <a:cubicBezTo>
                    <a:pt x="752" y="172"/>
                    <a:pt x="430" y="1"/>
                    <a:pt x="144"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5"/>
            <p:cNvSpPr/>
            <p:nvPr/>
          </p:nvSpPr>
          <p:spPr>
            <a:xfrm>
              <a:off x="1900178" y="1640787"/>
              <a:ext cx="145234" cy="100290"/>
            </a:xfrm>
            <a:custGeom>
              <a:rect b="b" l="l" r="r" t="t"/>
              <a:pathLst>
                <a:path extrusionOk="0" h="1504" w="2178">
                  <a:moveTo>
                    <a:pt x="1293" y="0"/>
                  </a:moveTo>
                  <a:cubicBezTo>
                    <a:pt x="1152" y="0"/>
                    <a:pt x="1003" y="25"/>
                    <a:pt x="853" y="78"/>
                  </a:cubicBezTo>
                  <a:cubicBezTo>
                    <a:pt x="331" y="261"/>
                    <a:pt x="1" y="707"/>
                    <a:pt x="133" y="1085"/>
                  </a:cubicBezTo>
                  <a:cubicBezTo>
                    <a:pt x="228" y="1348"/>
                    <a:pt x="530" y="1504"/>
                    <a:pt x="886" y="1504"/>
                  </a:cubicBezTo>
                  <a:cubicBezTo>
                    <a:pt x="1027" y="1504"/>
                    <a:pt x="1177" y="1479"/>
                    <a:pt x="1325" y="1428"/>
                  </a:cubicBezTo>
                  <a:cubicBezTo>
                    <a:pt x="1850" y="1258"/>
                    <a:pt x="2177" y="799"/>
                    <a:pt x="2045" y="431"/>
                  </a:cubicBezTo>
                  <a:cubicBezTo>
                    <a:pt x="1944" y="158"/>
                    <a:pt x="1647" y="0"/>
                    <a:pt x="12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5"/>
            <p:cNvSpPr/>
            <p:nvPr/>
          </p:nvSpPr>
          <p:spPr>
            <a:xfrm>
              <a:off x="1180196" y="2067295"/>
              <a:ext cx="144368" cy="105092"/>
            </a:xfrm>
            <a:custGeom>
              <a:rect b="b" l="l" r="r" t="t"/>
              <a:pathLst>
                <a:path extrusionOk="0" h="1576" w="2165">
                  <a:moveTo>
                    <a:pt x="1387" y="0"/>
                  </a:moveTo>
                  <a:cubicBezTo>
                    <a:pt x="1176" y="0"/>
                    <a:pt x="940" y="63"/>
                    <a:pt x="721" y="193"/>
                  </a:cubicBezTo>
                  <a:cubicBezTo>
                    <a:pt x="236" y="482"/>
                    <a:pt x="0" y="979"/>
                    <a:pt x="199" y="1309"/>
                  </a:cubicBezTo>
                  <a:cubicBezTo>
                    <a:pt x="304" y="1487"/>
                    <a:pt x="519" y="1576"/>
                    <a:pt x="770" y="1576"/>
                  </a:cubicBezTo>
                  <a:cubicBezTo>
                    <a:pt x="982" y="1576"/>
                    <a:pt x="1220" y="1513"/>
                    <a:pt x="1441" y="1388"/>
                  </a:cubicBezTo>
                  <a:cubicBezTo>
                    <a:pt x="1928" y="1099"/>
                    <a:pt x="2164" y="602"/>
                    <a:pt x="1966" y="272"/>
                  </a:cubicBezTo>
                  <a:cubicBezTo>
                    <a:pt x="1859" y="92"/>
                    <a:pt x="1642" y="0"/>
                    <a:pt x="138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5"/>
            <p:cNvSpPr/>
            <p:nvPr/>
          </p:nvSpPr>
          <p:spPr>
            <a:xfrm>
              <a:off x="1202868" y="2090634"/>
              <a:ext cx="94422" cy="61281"/>
            </a:xfrm>
            <a:custGeom>
              <a:rect b="b" l="l" r="r" t="t"/>
              <a:pathLst>
                <a:path extrusionOk="0" h="919" w="1416">
                  <a:moveTo>
                    <a:pt x="0" y="881"/>
                  </a:moveTo>
                  <a:cubicBezTo>
                    <a:pt x="0" y="865"/>
                    <a:pt x="41" y="865"/>
                    <a:pt x="107" y="852"/>
                  </a:cubicBezTo>
                  <a:cubicBezTo>
                    <a:pt x="173" y="852"/>
                    <a:pt x="264" y="827"/>
                    <a:pt x="355" y="786"/>
                  </a:cubicBezTo>
                  <a:cubicBezTo>
                    <a:pt x="447" y="736"/>
                    <a:pt x="538" y="670"/>
                    <a:pt x="604" y="591"/>
                  </a:cubicBezTo>
                  <a:cubicBezTo>
                    <a:pt x="670" y="513"/>
                    <a:pt x="708" y="409"/>
                    <a:pt x="761" y="330"/>
                  </a:cubicBezTo>
                  <a:cubicBezTo>
                    <a:pt x="815" y="236"/>
                    <a:pt x="881" y="145"/>
                    <a:pt x="972" y="79"/>
                  </a:cubicBezTo>
                  <a:cubicBezTo>
                    <a:pt x="1022" y="54"/>
                    <a:pt x="1063" y="28"/>
                    <a:pt x="1117" y="16"/>
                  </a:cubicBezTo>
                  <a:cubicBezTo>
                    <a:pt x="1167" y="0"/>
                    <a:pt x="1208" y="0"/>
                    <a:pt x="1246" y="16"/>
                  </a:cubicBezTo>
                  <a:cubicBezTo>
                    <a:pt x="1324" y="28"/>
                    <a:pt x="1378" y="66"/>
                    <a:pt x="1403" y="107"/>
                  </a:cubicBezTo>
                  <a:cubicBezTo>
                    <a:pt x="1415" y="145"/>
                    <a:pt x="1415" y="173"/>
                    <a:pt x="1403" y="173"/>
                  </a:cubicBezTo>
                  <a:cubicBezTo>
                    <a:pt x="1378" y="186"/>
                    <a:pt x="1337" y="132"/>
                    <a:pt x="1233" y="132"/>
                  </a:cubicBezTo>
                  <a:cubicBezTo>
                    <a:pt x="1180" y="132"/>
                    <a:pt x="1129" y="157"/>
                    <a:pt x="1063" y="198"/>
                  </a:cubicBezTo>
                  <a:cubicBezTo>
                    <a:pt x="1010" y="252"/>
                    <a:pt x="959" y="315"/>
                    <a:pt x="906" y="393"/>
                  </a:cubicBezTo>
                  <a:cubicBezTo>
                    <a:pt x="865" y="472"/>
                    <a:pt x="802" y="579"/>
                    <a:pt x="708" y="683"/>
                  </a:cubicBezTo>
                  <a:cubicBezTo>
                    <a:pt x="617" y="774"/>
                    <a:pt x="500" y="840"/>
                    <a:pt x="393" y="881"/>
                  </a:cubicBezTo>
                  <a:cubicBezTo>
                    <a:pt x="277" y="919"/>
                    <a:pt x="173" y="919"/>
                    <a:pt x="107" y="906"/>
                  </a:cubicBezTo>
                  <a:cubicBezTo>
                    <a:pt x="41" y="906"/>
                    <a:pt x="0" y="881"/>
                    <a:pt x="0" y="88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5"/>
            <p:cNvSpPr/>
            <p:nvPr/>
          </p:nvSpPr>
          <p:spPr>
            <a:xfrm>
              <a:off x="1554157" y="1834369"/>
              <a:ext cx="153170" cy="104558"/>
            </a:xfrm>
            <a:custGeom>
              <a:rect b="b" l="l" r="r" t="t"/>
              <a:pathLst>
                <a:path extrusionOk="0" h="1568" w="2297">
                  <a:moveTo>
                    <a:pt x="1497" y="1"/>
                  </a:moveTo>
                  <a:cubicBezTo>
                    <a:pt x="1293" y="1"/>
                    <a:pt x="1063" y="54"/>
                    <a:pt x="840" y="163"/>
                  </a:cubicBezTo>
                  <a:cubicBezTo>
                    <a:pt x="302" y="437"/>
                    <a:pt x="0" y="921"/>
                    <a:pt x="186" y="1264"/>
                  </a:cubicBezTo>
                  <a:cubicBezTo>
                    <a:pt x="285" y="1463"/>
                    <a:pt x="524" y="1568"/>
                    <a:pt x="810" y="1568"/>
                  </a:cubicBezTo>
                  <a:cubicBezTo>
                    <a:pt x="1012" y="1568"/>
                    <a:pt x="1239" y="1515"/>
                    <a:pt x="1457" y="1406"/>
                  </a:cubicBezTo>
                  <a:cubicBezTo>
                    <a:pt x="1994" y="1145"/>
                    <a:pt x="2296" y="648"/>
                    <a:pt x="2123" y="305"/>
                  </a:cubicBezTo>
                  <a:cubicBezTo>
                    <a:pt x="2024" y="106"/>
                    <a:pt x="1786" y="1"/>
                    <a:pt x="149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5"/>
            <p:cNvSpPr/>
            <p:nvPr/>
          </p:nvSpPr>
          <p:spPr>
            <a:xfrm>
              <a:off x="1575096" y="1859042"/>
              <a:ext cx="111226" cy="67416"/>
            </a:xfrm>
            <a:custGeom>
              <a:rect b="b" l="l" r="r" t="t"/>
              <a:pathLst>
                <a:path extrusionOk="0" h="1011" w="1668">
                  <a:moveTo>
                    <a:pt x="1652" y="1"/>
                  </a:moveTo>
                  <a:cubicBezTo>
                    <a:pt x="1652" y="1"/>
                    <a:pt x="1668" y="54"/>
                    <a:pt x="1640" y="133"/>
                  </a:cubicBezTo>
                  <a:cubicBezTo>
                    <a:pt x="1614" y="212"/>
                    <a:pt x="1548" y="328"/>
                    <a:pt x="1457" y="422"/>
                  </a:cubicBezTo>
                  <a:cubicBezTo>
                    <a:pt x="1404" y="473"/>
                    <a:pt x="1338" y="514"/>
                    <a:pt x="1275" y="551"/>
                  </a:cubicBezTo>
                  <a:cubicBezTo>
                    <a:pt x="1234" y="564"/>
                    <a:pt x="1196" y="580"/>
                    <a:pt x="1143" y="580"/>
                  </a:cubicBezTo>
                  <a:cubicBezTo>
                    <a:pt x="1089" y="580"/>
                    <a:pt x="1051" y="564"/>
                    <a:pt x="1010" y="551"/>
                  </a:cubicBezTo>
                  <a:cubicBezTo>
                    <a:pt x="973" y="539"/>
                    <a:pt x="944" y="539"/>
                    <a:pt x="919" y="526"/>
                  </a:cubicBezTo>
                  <a:cubicBezTo>
                    <a:pt x="882" y="526"/>
                    <a:pt x="853" y="514"/>
                    <a:pt x="828" y="514"/>
                  </a:cubicBezTo>
                  <a:cubicBezTo>
                    <a:pt x="762" y="514"/>
                    <a:pt x="709" y="514"/>
                    <a:pt x="658" y="526"/>
                  </a:cubicBezTo>
                  <a:cubicBezTo>
                    <a:pt x="435" y="551"/>
                    <a:pt x="278" y="683"/>
                    <a:pt x="186" y="800"/>
                  </a:cubicBezTo>
                  <a:cubicBezTo>
                    <a:pt x="95" y="919"/>
                    <a:pt x="54" y="1010"/>
                    <a:pt x="29" y="998"/>
                  </a:cubicBezTo>
                  <a:cubicBezTo>
                    <a:pt x="17" y="998"/>
                    <a:pt x="1" y="973"/>
                    <a:pt x="1" y="919"/>
                  </a:cubicBezTo>
                  <a:cubicBezTo>
                    <a:pt x="17" y="878"/>
                    <a:pt x="29" y="815"/>
                    <a:pt x="67" y="737"/>
                  </a:cubicBezTo>
                  <a:cubicBezTo>
                    <a:pt x="108" y="658"/>
                    <a:pt x="174" y="564"/>
                    <a:pt x="265" y="501"/>
                  </a:cubicBezTo>
                  <a:cubicBezTo>
                    <a:pt x="356" y="422"/>
                    <a:pt x="488" y="369"/>
                    <a:pt x="617" y="344"/>
                  </a:cubicBezTo>
                  <a:cubicBezTo>
                    <a:pt x="683" y="328"/>
                    <a:pt x="762" y="328"/>
                    <a:pt x="841" y="344"/>
                  </a:cubicBezTo>
                  <a:cubicBezTo>
                    <a:pt x="882" y="344"/>
                    <a:pt x="919" y="356"/>
                    <a:pt x="960" y="369"/>
                  </a:cubicBezTo>
                  <a:cubicBezTo>
                    <a:pt x="998" y="369"/>
                    <a:pt x="1039" y="394"/>
                    <a:pt x="1064" y="407"/>
                  </a:cubicBezTo>
                  <a:cubicBezTo>
                    <a:pt x="1089" y="422"/>
                    <a:pt x="1117" y="422"/>
                    <a:pt x="1143" y="422"/>
                  </a:cubicBezTo>
                  <a:cubicBezTo>
                    <a:pt x="1155" y="435"/>
                    <a:pt x="1180" y="422"/>
                    <a:pt x="1209" y="422"/>
                  </a:cubicBezTo>
                  <a:cubicBezTo>
                    <a:pt x="1275" y="394"/>
                    <a:pt x="1325" y="369"/>
                    <a:pt x="1378" y="328"/>
                  </a:cubicBezTo>
                  <a:cubicBezTo>
                    <a:pt x="1470" y="265"/>
                    <a:pt x="1536" y="186"/>
                    <a:pt x="1573" y="120"/>
                  </a:cubicBezTo>
                  <a:cubicBezTo>
                    <a:pt x="1627" y="42"/>
                    <a:pt x="1640" y="1"/>
                    <a:pt x="1652"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5"/>
            <p:cNvSpPr/>
            <p:nvPr/>
          </p:nvSpPr>
          <p:spPr>
            <a:xfrm>
              <a:off x="1355973" y="1994210"/>
              <a:ext cx="93356" cy="115294"/>
            </a:xfrm>
            <a:custGeom>
              <a:rect b="b" l="l" r="r" t="t"/>
              <a:pathLst>
                <a:path extrusionOk="0" h="1729" w="1400">
                  <a:moveTo>
                    <a:pt x="751" y="0"/>
                  </a:moveTo>
                  <a:cubicBezTo>
                    <a:pt x="426" y="0"/>
                    <a:pt x="124" y="328"/>
                    <a:pt x="63" y="779"/>
                  </a:cubicBezTo>
                  <a:cubicBezTo>
                    <a:pt x="0" y="1251"/>
                    <a:pt x="220" y="1682"/>
                    <a:pt x="576" y="1723"/>
                  </a:cubicBezTo>
                  <a:cubicBezTo>
                    <a:pt x="600" y="1727"/>
                    <a:pt x="624" y="1728"/>
                    <a:pt x="648" y="1728"/>
                  </a:cubicBezTo>
                  <a:cubicBezTo>
                    <a:pt x="974" y="1728"/>
                    <a:pt x="1275" y="1400"/>
                    <a:pt x="1337" y="949"/>
                  </a:cubicBezTo>
                  <a:cubicBezTo>
                    <a:pt x="1400" y="477"/>
                    <a:pt x="1180" y="59"/>
                    <a:pt x="824" y="6"/>
                  </a:cubicBezTo>
                  <a:cubicBezTo>
                    <a:pt x="800" y="2"/>
                    <a:pt x="776" y="0"/>
                    <a:pt x="75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15"/>
            <p:cNvSpPr/>
            <p:nvPr/>
          </p:nvSpPr>
          <p:spPr>
            <a:xfrm>
              <a:off x="1386381" y="2003345"/>
              <a:ext cx="33408" cy="97823"/>
            </a:xfrm>
            <a:custGeom>
              <a:rect b="b" l="l" r="r" t="t"/>
              <a:pathLst>
                <a:path extrusionOk="0" h="1467" w="501">
                  <a:moveTo>
                    <a:pt x="95" y="1454"/>
                  </a:moveTo>
                  <a:cubicBezTo>
                    <a:pt x="79" y="1441"/>
                    <a:pt x="107" y="1416"/>
                    <a:pt x="145" y="1375"/>
                  </a:cubicBezTo>
                  <a:cubicBezTo>
                    <a:pt x="198" y="1325"/>
                    <a:pt x="252" y="1259"/>
                    <a:pt x="290" y="1180"/>
                  </a:cubicBezTo>
                  <a:cubicBezTo>
                    <a:pt x="330" y="1102"/>
                    <a:pt x="330" y="995"/>
                    <a:pt x="302" y="916"/>
                  </a:cubicBezTo>
                  <a:cubicBezTo>
                    <a:pt x="290" y="878"/>
                    <a:pt x="264" y="853"/>
                    <a:pt x="223" y="812"/>
                  </a:cubicBezTo>
                  <a:cubicBezTo>
                    <a:pt x="186" y="774"/>
                    <a:pt x="145" y="721"/>
                    <a:pt x="120" y="680"/>
                  </a:cubicBezTo>
                  <a:cubicBezTo>
                    <a:pt x="54" y="589"/>
                    <a:pt x="16" y="485"/>
                    <a:pt x="16" y="394"/>
                  </a:cubicBezTo>
                  <a:cubicBezTo>
                    <a:pt x="0" y="340"/>
                    <a:pt x="0" y="303"/>
                    <a:pt x="16" y="249"/>
                  </a:cubicBezTo>
                  <a:cubicBezTo>
                    <a:pt x="16" y="208"/>
                    <a:pt x="28" y="171"/>
                    <a:pt x="54" y="130"/>
                  </a:cubicBezTo>
                  <a:cubicBezTo>
                    <a:pt x="95" y="67"/>
                    <a:pt x="145" y="26"/>
                    <a:pt x="198" y="13"/>
                  </a:cubicBezTo>
                  <a:cubicBezTo>
                    <a:pt x="236" y="1"/>
                    <a:pt x="264" y="26"/>
                    <a:pt x="264" y="38"/>
                  </a:cubicBezTo>
                  <a:cubicBezTo>
                    <a:pt x="264" y="51"/>
                    <a:pt x="252" y="67"/>
                    <a:pt x="223" y="79"/>
                  </a:cubicBezTo>
                  <a:cubicBezTo>
                    <a:pt x="211" y="105"/>
                    <a:pt x="198" y="130"/>
                    <a:pt x="186" y="183"/>
                  </a:cubicBezTo>
                  <a:cubicBezTo>
                    <a:pt x="173" y="237"/>
                    <a:pt x="173" y="287"/>
                    <a:pt x="186" y="366"/>
                  </a:cubicBezTo>
                  <a:cubicBezTo>
                    <a:pt x="198" y="432"/>
                    <a:pt x="223" y="510"/>
                    <a:pt x="264" y="576"/>
                  </a:cubicBezTo>
                  <a:cubicBezTo>
                    <a:pt x="290" y="617"/>
                    <a:pt x="315" y="642"/>
                    <a:pt x="356" y="696"/>
                  </a:cubicBezTo>
                  <a:cubicBezTo>
                    <a:pt x="368" y="708"/>
                    <a:pt x="393" y="734"/>
                    <a:pt x="409" y="759"/>
                  </a:cubicBezTo>
                  <a:cubicBezTo>
                    <a:pt x="434" y="787"/>
                    <a:pt x="447" y="825"/>
                    <a:pt x="459" y="866"/>
                  </a:cubicBezTo>
                  <a:cubicBezTo>
                    <a:pt x="500" y="995"/>
                    <a:pt x="459" y="1139"/>
                    <a:pt x="393" y="1231"/>
                  </a:cubicBezTo>
                  <a:cubicBezTo>
                    <a:pt x="330" y="1325"/>
                    <a:pt x="252" y="1375"/>
                    <a:pt x="186" y="1416"/>
                  </a:cubicBezTo>
                  <a:cubicBezTo>
                    <a:pt x="132" y="1454"/>
                    <a:pt x="95" y="1466"/>
                    <a:pt x="95" y="1454"/>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15"/>
            <p:cNvSpPr/>
            <p:nvPr/>
          </p:nvSpPr>
          <p:spPr>
            <a:xfrm>
              <a:off x="2276873" y="1669261"/>
              <a:ext cx="119028" cy="127764"/>
            </a:xfrm>
            <a:custGeom>
              <a:rect b="b" l="l" r="r" t="t"/>
              <a:pathLst>
                <a:path extrusionOk="0" h="1916" w="1785">
                  <a:moveTo>
                    <a:pt x="1084" y="0"/>
                  </a:moveTo>
                  <a:cubicBezTo>
                    <a:pt x="768" y="0"/>
                    <a:pt x="415" y="256"/>
                    <a:pt x="224" y="658"/>
                  </a:cubicBezTo>
                  <a:cubicBezTo>
                    <a:pt x="1" y="1158"/>
                    <a:pt x="108" y="1696"/>
                    <a:pt x="473" y="1866"/>
                  </a:cubicBezTo>
                  <a:cubicBezTo>
                    <a:pt x="546" y="1899"/>
                    <a:pt x="624" y="1916"/>
                    <a:pt x="704" y="1916"/>
                  </a:cubicBezTo>
                  <a:cubicBezTo>
                    <a:pt x="1024" y="1916"/>
                    <a:pt x="1370" y="1657"/>
                    <a:pt x="1548" y="1249"/>
                  </a:cubicBezTo>
                  <a:cubicBezTo>
                    <a:pt x="1784" y="752"/>
                    <a:pt x="1665" y="214"/>
                    <a:pt x="1300" y="44"/>
                  </a:cubicBezTo>
                  <a:cubicBezTo>
                    <a:pt x="1232" y="14"/>
                    <a:pt x="1159" y="0"/>
                    <a:pt x="108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5"/>
            <p:cNvSpPr/>
            <p:nvPr/>
          </p:nvSpPr>
          <p:spPr>
            <a:xfrm>
              <a:off x="1376912" y="1868245"/>
              <a:ext cx="164306" cy="127297"/>
            </a:xfrm>
            <a:custGeom>
              <a:rect b="b" l="l" r="r" t="t"/>
              <a:pathLst>
                <a:path extrusionOk="0" h="1909" w="2464">
                  <a:moveTo>
                    <a:pt x="837" y="1"/>
                  </a:moveTo>
                  <a:cubicBezTo>
                    <a:pt x="611" y="1"/>
                    <a:pt x="413" y="76"/>
                    <a:pt x="287" y="231"/>
                  </a:cubicBezTo>
                  <a:cubicBezTo>
                    <a:pt x="1" y="583"/>
                    <a:pt x="365" y="951"/>
                    <a:pt x="891" y="1369"/>
                  </a:cubicBezTo>
                  <a:cubicBezTo>
                    <a:pt x="1259" y="1665"/>
                    <a:pt x="1602" y="1908"/>
                    <a:pt x="1872" y="1908"/>
                  </a:cubicBezTo>
                  <a:cubicBezTo>
                    <a:pt x="1987" y="1908"/>
                    <a:pt x="2089" y="1865"/>
                    <a:pt x="2174" y="1763"/>
                  </a:cubicBezTo>
                  <a:cubicBezTo>
                    <a:pt x="2463" y="1410"/>
                    <a:pt x="2281" y="781"/>
                    <a:pt x="1756" y="363"/>
                  </a:cubicBezTo>
                  <a:cubicBezTo>
                    <a:pt x="1467" y="125"/>
                    <a:pt x="1129"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5"/>
            <p:cNvSpPr/>
            <p:nvPr/>
          </p:nvSpPr>
          <p:spPr>
            <a:xfrm>
              <a:off x="1402118" y="1899319"/>
              <a:ext cx="102358" cy="88354"/>
            </a:xfrm>
            <a:custGeom>
              <a:rect b="b" l="l" r="r" t="t"/>
              <a:pathLst>
                <a:path extrusionOk="0" h="1325" w="1535">
                  <a:moveTo>
                    <a:pt x="1522" y="1325"/>
                  </a:moveTo>
                  <a:cubicBezTo>
                    <a:pt x="1510" y="1325"/>
                    <a:pt x="1494" y="1284"/>
                    <a:pt x="1456" y="1218"/>
                  </a:cubicBezTo>
                  <a:cubicBezTo>
                    <a:pt x="1415" y="1155"/>
                    <a:pt x="1352" y="1089"/>
                    <a:pt x="1258" y="1010"/>
                  </a:cubicBezTo>
                  <a:cubicBezTo>
                    <a:pt x="1088" y="853"/>
                    <a:pt x="852" y="667"/>
                    <a:pt x="683" y="539"/>
                  </a:cubicBezTo>
                  <a:cubicBezTo>
                    <a:pt x="315" y="274"/>
                    <a:pt x="0" y="79"/>
                    <a:pt x="28" y="26"/>
                  </a:cubicBezTo>
                  <a:cubicBezTo>
                    <a:pt x="41" y="1"/>
                    <a:pt x="132" y="26"/>
                    <a:pt x="264" y="79"/>
                  </a:cubicBezTo>
                  <a:cubicBezTo>
                    <a:pt x="409" y="145"/>
                    <a:pt x="591" y="249"/>
                    <a:pt x="786" y="394"/>
                  </a:cubicBezTo>
                  <a:cubicBezTo>
                    <a:pt x="972" y="526"/>
                    <a:pt x="1195" y="734"/>
                    <a:pt x="1337" y="932"/>
                  </a:cubicBezTo>
                  <a:cubicBezTo>
                    <a:pt x="1415" y="1023"/>
                    <a:pt x="1481" y="1114"/>
                    <a:pt x="1510" y="1193"/>
                  </a:cubicBezTo>
                  <a:cubicBezTo>
                    <a:pt x="1535" y="1271"/>
                    <a:pt x="1535" y="1325"/>
                    <a:pt x="1522" y="132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5"/>
            <p:cNvSpPr/>
            <p:nvPr/>
          </p:nvSpPr>
          <p:spPr>
            <a:xfrm>
              <a:off x="1553290" y="2621835"/>
              <a:ext cx="155704" cy="109759"/>
            </a:xfrm>
            <a:custGeom>
              <a:rect b="b" l="l" r="r" t="t"/>
              <a:pathLst>
                <a:path extrusionOk="0" h="1646" w="2335">
                  <a:moveTo>
                    <a:pt x="1359" y="0"/>
                  </a:moveTo>
                  <a:cubicBezTo>
                    <a:pt x="1221" y="0"/>
                    <a:pt x="1076" y="23"/>
                    <a:pt x="932" y="70"/>
                  </a:cubicBezTo>
                  <a:cubicBezTo>
                    <a:pt x="356" y="240"/>
                    <a:pt x="1" y="724"/>
                    <a:pt x="133" y="1143"/>
                  </a:cubicBezTo>
                  <a:cubicBezTo>
                    <a:pt x="231" y="1457"/>
                    <a:pt x="576" y="1645"/>
                    <a:pt x="984" y="1645"/>
                  </a:cubicBezTo>
                  <a:cubicBezTo>
                    <a:pt x="1123" y="1645"/>
                    <a:pt x="1270" y="1623"/>
                    <a:pt x="1416" y="1577"/>
                  </a:cubicBezTo>
                  <a:cubicBezTo>
                    <a:pt x="1979" y="1407"/>
                    <a:pt x="2335" y="919"/>
                    <a:pt x="2202" y="501"/>
                  </a:cubicBezTo>
                  <a:cubicBezTo>
                    <a:pt x="2106" y="190"/>
                    <a:pt x="1761" y="0"/>
                    <a:pt x="135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5"/>
            <p:cNvSpPr/>
            <p:nvPr/>
          </p:nvSpPr>
          <p:spPr>
            <a:xfrm>
              <a:off x="1579497" y="2649975"/>
              <a:ext cx="110226" cy="50812"/>
            </a:xfrm>
            <a:custGeom>
              <a:rect b="b" l="l" r="r" t="t"/>
              <a:pathLst>
                <a:path extrusionOk="0" h="762" w="1653">
                  <a:moveTo>
                    <a:pt x="1640" y="120"/>
                  </a:moveTo>
                  <a:cubicBezTo>
                    <a:pt x="1640" y="133"/>
                    <a:pt x="1602" y="120"/>
                    <a:pt x="1523" y="120"/>
                  </a:cubicBezTo>
                  <a:cubicBezTo>
                    <a:pt x="1457" y="104"/>
                    <a:pt x="1366" y="104"/>
                    <a:pt x="1259" y="133"/>
                  </a:cubicBezTo>
                  <a:cubicBezTo>
                    <a:pt x="1155" y="145"/>
                    <a:pt x="1051" y="199"/>
                    <a:pt x="957" y="261"/>
                  </a:cubicBezTo>
                  <a:cubicBezTo>
                    <a:pt x="878" y="340"/>
                    <a:pt x="800" y="434"/>
                    <a:pt x="737" y="513"/>
                  </a:cubicBezTo>
                  <a:cubicBezTo>
                    <a:pt x="658" y="604"/>
                    <a:pt x="564" y="683"/>
                    <a:pt x="460" y="721"/>
                  </a:cubicBezTo>
                  <a:cubicBezTo>
                    <a:pt x="407" y="749"/>
                    <a:pt x="356" y="762"/>
                    <a:pt x="290" y="762"/>
                  </a:cubicBezTo>
                  <a:cubicBezTo>
                    <a:pt x="237" y="749"/>
                    <a:pt x="199" y="733"/>
                    <a:pt x="158" y="721"/>
                  </a:cubicBezTo>
                  <a:cubicBezTo>
                    <a:pt x="80" y="683"/>
                    <a:pt x="29" y="617"/>
                    <a:pt x="13" y="576"/>
                  </a:cubicBezTo>
                  <a:cubicBezTo>
                    <a:pt x="1" y="526"/>
                    <a:pt x="13" y="497"/>
                    <a:pt x="29" y="497"/>
                  </a:cubicBezTo>
                  <a:cubicBezTo>
                    <a:pt x="54" y="497"/>
                    <a:pt x="80" y="563"/>
                    <a:pt x="199" y="592"/>
                  </a:cubicBezTo>
                  <a:cubicBezTo>
                    <a:pt x="249" y="604"/>
                    <a:pt x="315" y="604"/>
                    <a:pt x="381" y="563"/>
                  </a:cubicBezTo>
                  <a:cubicBezTo>
                    <a:pt x="448" y="538"/>
                    <a:pt x="526" y="472"/>
                    <a:pt x="592" y="394"/>
                  </a:cubicBezTo>
                  <a:cubicBezTo>
                    <a:pt x="658" y="328"/>
                    <a:pt x="737" y="224"/>
                    <a:pt x="853" y="145"/>
                  </a:cubicBezTo>
                  <a:cubicBezTo>
                    <a:pt x="973" y="54"/>
                    <a:pt x="1114" y="13"/>
                    <a:pt x="1234" y="13"/>
                  </a:cubicBezTo>
                  <a:cubicBezTo>
                    <a:pt x="1366" y="0"/>
                    <a:pt x="1470" y="26"/>
                    <a:pt x="1536" y="54"/>
                  </a:cubicBezTo>
                  <a:cubicBezTo>
                    <a:pt x="1614" y="92"/>
                    <a:pt x="1652" y="120"/>
                    <a:pt x="1640" y="12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5"/>
            <p:cNvSpPr/>
            <p:nvPr/>
          </p:nvSpPr>
          <p:spPr>
            <a:xfrm>
              <a:off x="1410054" y="2728462"/>
              <a:ext cx="112693" cy="143634"/>
            </a:xfrm>
            <a:custGeom>
              <a:rect b="b" l="l" r="r" t="t"/>
              <a:pathLst>
                <a:path extrusionOk="0" h="2154" w="1690">
                  <a:moveTo>
                    <a:pt x="891" y="1"/>
                  </a:moveTo>
                  <a:cubicBezTo>
                    <a:pt x="467" y="1"/>
                    <a:pt x="102" y="433"/>
                    <a:pt x="54" y="1012"/>
                  </a:cubicBezTo>
                  <a:cubicBezTo>
                    <a:pt x="1" y="1601"/>
                    <a:pt x="315" y="2113"/>
                    <a:pt x="762" y="2151"/>
                  </a:cubicBezTo>
                  <a:cubicBezTo>
                    <a:pt x="780" y="2153"/>
                    <a:pt x="797" y="2154"/>
                    <a:pt x="815" y="2154"/>
                  </a:cubicBezTo>
                  <a:cubicBezTo>
                    <a:pt x="1226" y="2154"/>
                    <a:pt x="1601" y="1708"/>
                    <a:pt x="1652" y="1145"/>
                  </a:cubicBezTo>
                  <a:cubicBezTo>
                    <a:pt x="1690" y="553"/>
                    <a:pt x="1375" y="44"/>
                    <a:pt x="944" y="3"/>
                  </a:cubicBezTo>
                  <a:cubicBezTo>
                    <a:pt x="926" y="1"/>
                    <a:pt x="909" y="1"/>
                    <a:pt x="8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5"/>
            <p:cNvSpPr/>
            <p:nvPr/>
          </p:nvSpPr>
          <p:spPr>
            <a:xfrm>
              <a:off x="1450331" y="2739932"/>
              <a:ext cx="28807" cy="112093"/>
            </a:xfrm>
            <a:custGeom>
              <a:rect b="b" l="l" r="r" t="t"/>
              <a:pathLst>
                <a:path extrusionOk="0" h="1681" w="432">
                  <a:moveTo>
                    <a:pt x="315" y="1"/>
                  </a:moveTo>
                  <a:cubicBezTo>
                    <a:pt x="328" y="13"/>
                    <a:pt x="299" y="54"/>
                    <a:pt x="261" y="108"/>
                  </a:cubicBezTo>
                  <a:cubicBezTo>
                    <a:pt x="221" y="171"/>
                    <a:pt x="195" y="249"/>
                    <a:pt x="170" y="356"/>
                  </a:cubicBezTo>
                  <a:cubicBezTo>
                    <a:pt x="158" y="460"/>
                    <a:pt x="158" y="579"/>
                    <a:pt x="195" y="683"/>
                  </a:cubicBezTo>
                  <a:cubicBezTo>
                    <a:pt x="221" y="787"/>
                    <a:pt x="287" y="894"/>
                    <a:pt x="340" y="998"/>
                  </a:cubicBezTo>
                  <a:cubicBezTo>
                    <a:pt x="394" y="1089"/>
                    <a:pt x="431" y="1208"/>
                    <a:pt x="431" y="1325"/>
                  </a:cubicBezTo>
                  <a:cubicBezTo>
                    <a:pt x="431" y="1378"/>
                    <a:pt x="419" y="1429"/>
                    <a:pt x="394" y="1482"/>
                  </a:cubicBezTo>
                  <a:cubicBezTo>
                    <a:pt x="365" y="1536"/>
                    <a:pt x="340" y="1573"/>
                    <a:pt x="315" y="1602"/>
                  </a:cubicBezTo>
                  <a:cubicBezTo>
                    <a:pt x="249" y="1652"/>
                    <a:pt x="170" y="1680"/>
                    <a:pt x="117" y="1665"/>
                  </a:cubicBezTo>
                  <a:cubicBezTo>
                    <a:pt x="79" y="1665"/>
                    <a:pt x="51" y="1639"/>
                    <a:pt x="51" y="1627"/>
                  </a:cubicBezTo>
                  <a:cubicBezTo>
                    <a:pt x="63" y="1602"/>
                    <a:pt x="142" y="1602"/>
                    <a:pt x="208" y="1507"/>
                  </a:cubicBezTo>
                  <a:cubicBezTo>
                    <a:pt x="236" y="1470"/>
                    <a:pt x="261" y="1403"/>
                    <a:pt x="249" y="1325"/>
                  </a:cubicBezTo>
                  <a:cubicBezTo>
                    <a:pt x="249" y="1246"/>
                    <a:pt x="221" y="1168"/>
                    <a:pt x="170" y="1076"/>
                  </a:cubicBezTo>
                  <a:cubicBezTo>
                    <a:pt x="129" y="985"/>
                    <a:pt x="63" y="866"/>
                    <a:pt x="38" y="721"/>
                  </a:cubicBezTo>
                  <a:cubicBezTo>
                    <a:pt x="0" y="592"/>
                    <a:pt x="13" y="447"/>
                    <a:pt x="51" y="328"/>
                  </a:cubicBezTo>
                  <a:cubicBezTo>
                    <a:pt x="92" y="211"/>
                    <a:pt x="158" y="120"/>
                    <a:pt x="208" y="67"/>
                  </a:cubicBezTo>
                  <a:cubicBezTo>
                    <a:pt x="274" y="13"/>
                    <a:pt x="315" y="1"/>
                    <a:pt x="31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15"/>
            <p:cNvSpPr/>
            <p:nvPr/>
          </p:nvSpPr>
          <p:spPr>
            <a:xfrm>
              <a:off x="2037612" y="1746614"/>
              <a:ext cx="172041" cy="100357"/>
            </a:xfrm>
            <a:custGeom>
              <a:rect b="b" l="l" r="r" t="t"/>
              <a:pathLst>
                <a:path extrusionOk="0" h="1505" w="2580">
                  <a:moveTo>
                    <a:pt x="1960" y="0"/>
                  </a:moveTo>
                  <a:cubicBezTo>
                    <a:pt x="1744" y="0"/>
                    <a:pt x="1476" y="63"/>
                    <a:pt x="1180" y="143"/>
                  </a:cubicBezTo>
                  <a:cubicBezTo>
                    <a:pt x="535" y="325"/>
                    <a:pt x="0" y="536"/>
                    <a:pt x="129" y="979"/>
                  </a:cubicBezTo>
                  <a:cubicBezTo>
                    <a:pt x="219" y="1306"/>
                    <a:pt x="598" y="1505"/>
                    <a:pt x="1054" y="1505"/>
                  </a:cubicBezTo>
                  <a:cubicBezTo>
                    <a:pt x="1203" y="1505"/>
                    <a:pt x="1361" y="1483"/>
                    <a:pt x="1519" y="1438"/>
                  </a:cubicBezTo>
                  <a:cubicBezTo>
                    <a:pt x="2161" y="1256"/>
                    <a:pt x="2579" y="756"/>
                    <a:pt x="2463" y="325"/>
                  </a:cubicBezTo>
                  <a:cubicBezTo>
                    <a:pt x="2392" y="85"/>
                    <a:pt x="2211" y="0"/>
                    <a:pt x="196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1" name="Google Shape;451;p15"/>
            <p:cNvSpPr/>
            <p:nvPr/>
          </p:nvSpPr>
          <p:spPr>
            <a:xfrm>
              <a:off x="2055017" y="1760284"/>
              <a:ext cx="128364" cy="41143"/>
            </a:xfrm>
            <a:custGeom>
              <a:rect b="b" l="l" r="r" t="t"/>
              <a:pathLst>
                <a:path extrusionOk="0" h="617" w="1925">
                  <a:moveTo>
                    <a:pt x="0" y="526"/>
                  </a:moveTo>
                  <a:cubicBezTo>
                    <a:pt x="0" y="513"/>
                    <a:pt x="54" y="526"/>
                    <a:pt x="116" y="526"/>
                  </a:cubicBezTo>
                  <a:cubicBezTo>
                    <a:pt x="195" y="526"/>
                    <a:pt x="289" y="513"/>
                    <a:pt x="406" y="488"/>
                  </a:cubicBezTo>
                  <a:cubicBezTo>
                    <a:pt x="642" y="447"/>
                    <a:pt x="919" y="368"/>
                    <a:pt x="1126" y="290"/>
                  </a:cubicBezTo>
                  <a:cubicBezTo>
                    <a:pt x="1560" y="145"/>
                    <a:pt x="1887" y="0"/>
                    <a:pt x="1912" y="54"/>
                  </a:cubicBezTo>
                  <a:cubicBezTo>
                    <a:pt x="1925" y="79"/>
                    <a:pt x="1862" y="133"/>
                    <a:pt x="1730" y="211"/>
                  </a:cubicBezTo>
                  <a:cubicBezTo>
                    <a:pt x="1610" y="290"/>
                    <a:pt x="1415" y="381"/>
                    <a:pt x="1192" y="460"/>
                  </a:cubicBezTo>
                  <a:cubicBezTo>
                    <a:pt x="969" y="538"/>
                    <a:pt x="667" y="592"/>
                    <a:pt x="431" y="604"/>
                  </a:cubicBezTo>
                  <a:cubicBezTo>
                    <a:pt x="302" y="617"/>
                    <a:pt x="195" y="604"/>
                    <a:pt x="116" y="592"/>
                  </a:cubicBezTo>
                  <a:cubicBezTo>
                    <a:pt x="38" y="567"/>
                    <a:pt x="0" y="526"/>
                    <a:pt x="0" y="5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5"/>
            <p:cNvSpPr/>
            <p:nvPr/>
          </p:nvSpPr>
          <p:spPr>
            <a:xfrm>
              <a:off x="1632777" y="2868431"/>
              <a:ext cx="142701" cy="144434"/>
            </a:xfrm>
            <a:custGeom>
              <a:rect b="b" l="l" r="r" t="t"/>
              <a:pathLst>
                <a:path extrusionOk="0" h="2166" w="2140">
                  <a:moveTo>
                    <a:pt x="616" y="1"/>
                  </a:moveTo>
                  <a:cubicBezTo>
                    <a:pt x="538" y="1"/>
                    <a:pt x="460" y="26"/>
                    <a:pt x="381" y="80"/>
                  </a:cubicBezTo>
                  <a:cubicBezTo>
                    <a:pt x="1" y="329"/>
                    <a:pt x="17" y="983"/>
                    <a:pt x="394" y="1533"/>
                  </a:cubicBezTo>
                  <a:cubicBezTo>
                    <a:pt x="669" y="1932"/>
                    <a:pt x="1068" y="2165"/>
                    <a:pt x="1407" y="2165"/>
                  </a:cubicBezTo>
                  <a:cubicBezTo>
                    <a:pt x="1536" y="2165"/>
                    <a:pt x="1657" y="2131"/>
                    <a:pt x="1759" y="2059"/>
                  </a:cubicBezTo>
                  <a:cubicBezTo>
                    <a:pt x="2140" y="1810"/>
                    <a:pt x="1888" y="1351"/>
                    <a:pt x="1510" y="801"/>
                  </a:cubicBezTo>
                  <a:cubicBezTo>
                    <a:pt x="1209" y="364"/>
                    <a:pt x="915" y="1"/>
                    <a:pt x="61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15"/>
            <p:cNvSpPr/>
            <p:nvPr/>
          </p:nvSpPr>
          <p:spPr>
            <a:xfrm>
              <a:off x="1674721" y="2877100"/>
              <a:ext cx="76218" cy="111226"/>
            </a:xfrm>
            <a:custGeom>
              <a:rect b="b" l="l" r="r" t="t"/>
              <a:pathLst>
                <a:path extrusionOk="0" h="1668" w="1143">
                  <a:moveTo>
                    <a:pt x="29" y="1"/>
                  </a:moveTo>
                  <a:cubicBezTo>
                    <a:pt x="42" y="1"/>
                    <a:pt x="42" y="42"/>
                    <a:pt x="67" y="120"/>
                  </a:cubicBezTo>
                  <a:cubicBezTo>
                    <a:pt x="95" y="186"/>
                    <a:pt x="133" y="277"/>
                    <a:pt x="199" y="369"/>
                  </a:cubicBezTo>
                  <a:cubicBezTo>
                    <a:pt x="315" y="579"/>
                    <a:pt x="488" y="815"/>
                    <a:pt x="617" y="985"/>
                  </a:cubicBezTo>
                  <a:cubicBezTo>
                    <a:pt x="907" y="1337"/>
                    <a:pt x="1143" y="1602"/>
                    <a:pt x="1102" y="1652"/>
                  </a:cubicBezTo>
                  <a:cubicBezTo>
                    <a:pt x="1089" y="1668"/>
                    <a:pt x="998" y="1627"/>
                    <a:pt x="894" y="1536"/>
                  </a:cubicBezTo>
                  <a:cubicBezTo>
                    <a:pt x="775" y="1432"/>
                    <a:pt x="617" y="1287"/>
                    <a:pt x="473" y="1089"/>
                  </a:cubicBezTo>
                  <a:cubicBezTo>
                    <a:pt x="331" y="919"/>
                    <a:pt x="186" y="645"/>
                    <a:pt x="95" y="422"/>
                  </a:cubicBezTo>
                  <a:cubicBezTo>
                    <a:pt x="42" y="315"/>
                    <a:pt x="17" y="199"/>
                    <a:pt x="17" y="120"/>
                  </a:cubicBezTo>
                  <a:cubicBezTo>
                    <a:pt x="1" y="42"/>
                    <a:pt x="29" y="1"/>
                    <a:pt x="29"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54" name="Google Shape;454;p15"/>
          <p:cNvGrpSpPr/>
          <p:nvPr/>
        </p:nvGrpSpPr>
        <p:grpSpPr>
          <a:xfrm>
            <a:off x="7778255" y="4478979"/>
            <a:ext cx="1871024" cy="1154800"/>
            <a:chOff x="3070431" y="1341472"/>
            <a:chExt cx="1032118" cy="637025"/>
          </a:xfrm>
        </p:grpSpPr>
        <p:sp>
          <p:nvSpPr>
            <p:cNvPr id="455" name="Google Shape;455;p15"/>
            <p:cNvSpPr/>
            <p:nvPr/>
          </p:nvSpPr>
          <p:spPr>
            <a:xfrm>
              <a:off x="3489870" y="1341472"/>
              <a:ext cx="612679" cy="611879"/>
            </a:xfrm>
            <a:custGeom>
              <a:rect b="b" l="l" r="r" t="t"/>
              <a:pathLst>
                <a:path extrusionOk="0" h="9176" w="9188">
                  <a:moveTo>
                    <a:pt x="6920" y="9005"/>
                  </a:moveTo>
                  <a:cubicBezTo>
                    <a:pt x="7364" y="8848"/>
                    <a:pt x="7521" y="8219"/>
                    <a:pt x="7301" y="7615"/>
                  </a:cubicBezTo>
                  <a:cubicBezTo>
                    <a:pt x="7077" y="7052"/>
                    <a:pt x="6606" y="6709"/>
                    <a:pt x="6184" y="6788"/>
                  </a:cubicBezTo>
                  <a:cubicBezTo>
                    <a:pt x="6357" y="6568"/>
                    <a:pt x="6448" y="6200"/>
                    <a:pt x="6540" y="5766"/>
                  </a:cubicBezTo>
                  <a:cubicBezTo>
                    <a:pt x="6697" y="5008"/>
                    <a:pt x="6763" y="4351"/>
                    <a:pt x="6250" y="4234"/>
                  </a:cubicBezTo>
                  <a:cubicBezTo>
                    <a:pt x="6027" y="4193"/>
                    <a:pt x="5791" y="4259"/>
                    <a:pt x="5596" y="4417"/>
                  </a:cubicBezTo>
                  <a:cubicBezTo>
                    <a:pt x="5766" y="3973"/>
                    <a:pt x="5700" y="3526"/>
                    <a:pt x="5385" y="3316"/>
                  </a:cubicBezTo>
                  <a:cubicBezTo>
                    <a:pt x="5319" y="3265"/>
                    <a:pt x="5228" y="3237"/>
                    <a:pt x="5137" y="3225"/>
                  </a:cubicBezTo>
                  <a:cubicBezTo>
                    <a:pt x="5215" y="3108"/>
                    <a:pt x="5256" y="2976"/>
                    <a:pt x="5241" y="2831"/>
                  </a:cubicBezTo>
                  <a:cubicBezTo>
                    <a:pt x="5241" y="2753"/>
                    <a:pt x="5215" y="2687"/>
                    <a:pt x="5190" y="2621"/>
                  </a:cubicBezTo>
                  <a:cubicBezTo>
                    <a:pt x="5451" y="3080"/>
                    <a:pt x="5911" y="3328"/>
                    <a:pt x="6291" y="3199"/>
                  </a:cubicBezTo>
                  <a:cubicBezTo>
                    <a:pt x="6370" y="3159"/>
                    <a:pt x="6436" y="3121"/>
                    <a:pt x="6499" y="3055"/>
                  </a:cubicBezTo>
                  <a:cubicBezTo>
                    <a:pt x="6514" y="3080"/>
                    <a:pt x="6540" y="3092"/>
                    <a:pt x="6565" y="3121"/>
                  </a:cubicBezTo>
                  <a:cubicBezTo>
                    <a:pt x="6697" y="3212"/>
                    <a:pt x="6867" y="3265"/>
                    <a:pt x="7037" y="3265"/>
                  </a:cubicBezTo>
                  <a:cubicBezTo>
                    <a:pt x="7049" y="3382"/>
                    <a:pt x="7090" y="3514"/>
                    <a:pt x="7128" y="3643"/>
                  </a:cubicBezTo>
                  <a:cubicBezTo>
                    <a:pt x="7260" y="3986"/>
                    <a:pt x="7483" y="4234"/>
                    <a:pt x="7732" y="4379"/>
                  </a:cubicBezTo>
                  <a:cubicBezTo>
                    <a:pt x="7339" y="4351"/>
                    <a:pt x="6986" y="4508"/>
                    <a:pt x="6854" y="4810"/>
                  </a:cubicBezTo>
                  <a:cubicBezTo>
                    <a:pt x="6672" y="5244"/>
                    <a:pt x="7011" y="5794"/>
                    <a:pt x="7600" y="6043"/>
                  </a:cubicBezTo>
                  <a:cubicBezTo>
                    <a:pt x="8203" y="6291"/>
                    <a:pt x="8833" y="6146"/>
                    <a:pt x="9015" y="5728"/>
                  </a:cubicBezTo>
                  <a:cubicBezTo>
                    <a:pt x="9188" y="5294"/>
                    <a:pt x="8858" y="4744"/>
                    <a:pt x="8257" y="4495"/>
                  </a:cubicBezTo>
                  <a:cubicBezTo>
                    <a:pt x="8244" y="4483"/>
                    <a:pt x="8216" y="4483"/>
                    <a:pt x="8191" y="4470"/>
                  </a:cubicBezTo>
                  <a:cubicBezTo>
                    <a:pt x="8244" y="4470"/>
                    <a:pt x="8295" y="4457"/>
                    <a:pt x="8336" y="4429"/>
                  </a:cubicBezTo>
                  <a:cubicBezTo>
                    <a:pt x="8766" y="4272"/>
                    <a:pt x="8936" y="3643"/>
                    <a:pt x="8700" y="3042"/>
                  </a:cubicBezTo>
                  <a:cubicBezTo>
                    <a:pt x="8609" y="2794"/>
                    <a:pt x="8465" y="2583"/>
                    <a:pt x="8282" y="2438"/>
                  </a:cubicBezTo>
                  <a:cubicBezTo>
                    <a:pt x="8663" y="1850"/>
                    <a:pt x="8675" y="1180"/>
                    <a:pt x="8282" y="878"/>
                  </a:cubicBezTo>
                  <a:cubicBezTo>
                    <a:pt x="7864" y="551"/>
                    <a:pt x="7442" y="998"/>
                    <a:pt x="6971" y="1614"/>
                  </a:cubicBezTo>
                  <a:cubicBezTo>
                    <a:pt x="6879" y="1731"/>
                    <a:pt x="6788" y="1850"/>
                    <a:pt x="6709" y="1966"/>
                  </a:cubicBezTo>
                  <a:cubicBezTo>
                    <a:pt x="6697" y="1900"/>
                    <a:pt x="6684" y="1850"/>
                    <a:pt x="6656" y="1797"/>
                  </a:cubicBezTo>
                  <a:cubicBezTo>
                    <a:pt x="6436" y="1193"/>
                    <a:pt x="5898" y="840"/>
                    <a:pt x="5464" y="1010"/>
                  </a:cubicBezTo>
                  <a:cubicBezTo>
                    <a:pt x="5020" y="1168"/>
                    <a:pt x="4863" y="1797"/>
                    <a:pt x="5083" y="2401"/>
                  </a:cubicBezTo>
                  <a:cubicBezTo>
                    <a:pt x="5112" y="2451"/>
                    <a:pt x="5124" y="2492"/>
                    <a:pt x="5149" y="2542"/>
                  </a:cubicBezTo>
                  <a:cubicBezTo>
                    <a:pt x="4967" y="2228"/>
                    <a:pt x="4533" y="2033"/>
                    <a:pt x="4036" y="2058"/>
                  </a:cubicBezTo>
                  <a:cubicBezTo>
                    <a:pt x="3800" y="2070"/>
                    <a:pt x="3577" y="2136"/>
                    <a:pt x="3394" y="2228"/>
                  </a:cubicBezTo>
                  <a:cubicBezTo>
                    <a:pt x="3394" y="2086"/>
                    <a:pt x="3369" y="1941"/>
                    <a:pt x="3316" y="1809"/>
                  </a:cubicBezTo>
                  <a:cubicBezTo>
                    <a:pt x="3709" y="1677"/>
                    <a:pt x="3970" y="1391"/>
                    <a:pt x="3998" y="1048"/>
                  </a:cubicBezTo>
                  <a:cubicBezTo>
                    <a:pt x="4023" y="539"/>
                    <a:pt x="3486" y="79"/>
                    <a:pt x="2791" y="42"/>
                  </a:cubicBezTo>
                  <a:cubicBezTo>
                    <a:pt x="2095" y="1"/>
                    <a:pt x="1507" y="394"/>
                    <a:pt x="1482" y="907"/>
                  </a:cubicBezTo>
                  <a:cubicBezTo>
                    <a:pt x="1466" y="1180"/>
                    <a:pt x="1611" y="1429"/>
                    <a:pt x="1860" y="1614"/>
                  </a:cubicBezTo>
                  <a:cubicBezTo>
                    <a:pt x="1768" y="1822"/>
                    <a:pt x="1718" y="2058"/>
                    <a:pt x="1718" y="2322"/>
                  </a:cubicBezTo>
                  <a:cubicBezTo>
                    <a:pt x="1731" y="2401"/>
                    <a:pt x="1731" y="2479"/>
                    <a:pt x="1743" y="2558"/>
                  </a:cubicBezTo>
                  <a:cubicBezTo>
                    <a:pt x="1690" y="2372"/>
                    <a:pt x="1586" y="2256"/>
                    <a:pt x="1375" y="2202"/>
                  </a:cubicBezTo>
                  <a:cubicBezTo>
                    <a:pt x="866" y="2099"/>
                    <a:pt x="315" y="2636"/>
                    <a:pt x="158" y="3394"/>
                  </a:cubicBezTo>
                  <a:cubicBezTo>
                    <a:pt x="1" y="4156"/>
                    <a:pt x="287" y="4863"/>
                    <a:pt x="800" y="4967"/>
                  </a:cubicBezTo>
                  <a:cubicBezTo>
                    <a:pt x="903" y="4995"/>
                    <a:pt x="982" y="4980"/>
                    <a:pt x="1061" y="4967"/>
                  </a:cubicBezTo>
                  <a:cubicBezTo>
                    <a:pt x="1010" y="5203"/>
                    <a:pt x="1035" y="5492"/>
                    <a:pt x="1139" y="5766"/>
                  </a:cubicBezTo>
                  <a:cubicBezTo>
                    <a:pt x="1363" y="6370"/>
                    <a:pt x="1900" y="6725"/>
                    <a:pt x="2331" y="6568"/>
                  </a:cubicBezTo>
                  <a:cubicBezTo>
                    <a:pt x="2529" y="6489"/>
                    <a:pt x="2662" y="6332"/>
                    <a:pt x="2740" y="6121"/>
                  </a:cubicBezTo>
                  <a:cubicBezTo>
                    <a:pt x="3001" y="6659"/>
                    <a:pt x="3511" y="6974"/>
                    <a:pt x="3957" y="6816"/>
                  </a:cubicBezTo>
                  <a:cubicBezTo>
                    <a:pt x="4429" y="6647"/>
                    <a:pt x="4640" y="6002"/>
                    <a:pt x="4429" y="5360"/>
                  </a:cubicBezTo>
                  <a:cubicBezTo>
                    <a:pt x="4653" y="5360"/>
                    <a:pt x="4901" y="5269"/>
                    <a:pt x="5124" y="5087"/>
                  </a:cubicBezTo>
                  <a:cubicBezTo>
                    <a:pt x="5083" y="5190"/>
                    <a:pt x="5046" y="5310"/>
                    <a:pt x="5020" y="5426"/>
                  </a:cubicBezTo>
                  <a:cubicBezTo>
                    <a:pt x="4863" y="6187"/>
                    <a:pt x="5149" y="6895"/>
                    <a:pt x="5675" y="6999"/>
                  </a:cubicBezTo>
                  <a:cubicBezTo>
                    <a:pt x="5728" y="7011"/>
                    <a:pt x="5778" y="7011"/>
                    <a:pt x="5832" y="7011"/>
                  </a:cubicBezTo>
                  <a:cubicBezTo>
                    <a:pt x="5609" y="7288"/>
                    <a:pt x="5555" y="7760"/>
                    <a:pt x="5728" y="8219"/>
                  </a:cubicBezTo>
                  <a:cubicBezTo>
                    <a:pt x="5948" y="8820"/>
                    <a:pt x="6486" y="9175"/>
                    <a:pt x="6920" y="9005"/>
                  </a:cubicBezTo>
                  <a:close/>
                  <a:moveTo>
                    <a:pt x="2633" y="4995"/>
                  </a:moveTo>
                  <a:cubicBezTo>
                    <a:pt x="2372" y="4495"/>
                    <a:pt x="1900" y="4234"/>
                    <a:pt x="1507" y="4379"/>
                  </a:cubicBezTo>
                  <a:cubicBezTo>
                    <a:pt x="1573" y="4193"/>
                    <a:pt x="1624" y="3973"/>
                    <a:pt x="1677" y="3737"/>
                  </a:cubicBezTo>
                  <a:cubicBezTo>
                    <a:pt x="1756" y="3328"/>
                    <a:pt x="1822" y="2951"/>
                    <a:pt x="1768" y="2674"/>
                  </a:cubicBezTo>
                  <a:cubicBezTo>
                    <a:pt x="1900" y="3133"/>
                    <a:pt x="2228" y="3473"/>
                    <a:pt x="2608" y="3460"/>
                  </a:cubicBezTo>
                  <a:cubicBezTo>
                    <a:pt x="2753" y="3448"/>
                    <a:pt x="2897" y="3394"/>
                    <a:pt x="3014" y="3291"/>
                  </a:cubicBezTo>
                  <a:cubicBezTo>
                    <a:pt x="3212" y="3564"/>
                    <a:pt x="3618" y="3750"/>
                    <a:pt x="4090" y="3737"/>
                  </a:cubicBezTo>
                  <a:cubicBezTo>
                    <a:pt x="4077" y="3762"/>
                    <a:pt x="4049" y="3788"/>
                    <a:pt x="4036" y="3800"/>
                  </a:cubicBezTo>
                  <a:cubicBezTo>
                    <a:pt x="3879" y="4036"/>
                    <a:pt x="3800" y="4288"/>
                    <a:pt x="3775" y="4508"/>
                  </a:cubicBezTo>
                  <a:cubicBezTo>
                    <a:pt x="3564" y="4391"/>
                    <a:pt x="3341" y="4366"/>
                    <a:pt x="3118" y="4429"/>
                  </a:cubicBezTo>
                  <a:cubicBezTo>
                    <a:pt x="2882" y="4524"/>
                    <a:pt x="2712" y="4731"/>
                    <a:pt x="2633" y="499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15"/>
            <p:cNvSpPr/>
            <p:nvPr/>
          </p:nvSpPr>
          <p:spPr>
            <a:xfrm>
              <a:off x="3120004" y="1394137"/>
              <a:ext cx="138300" cy="165906"/>
            </a:xfrm>
            <a:custGeom>
              <a:rect b="b" l="l" r="r" t="t"/>
              <a:pathLst>
                <a:path extrusionOk="0" h="2488" w="2074">
                  <a:moveTo>
                    <a:pt x="1680" y="2252"/>
                  </a:moveTo>
                  <a:cubicBezTo>
                    <a:pt x="2058" y="2016"/>
                    <a:pt x="2073" y="1362"/>
                    <a:pt x="1718" y="811"/>
                  </a:cubicBezTo>
                  <a:cubicBezTo>
                    <a:pt x="1366" y="248"/>
                    <a:pt x="774" y="0"/>
                    <a:pt x="394" y="236"/>
                  </a:cubicBezTo>
                  <a:cubicBezTo>
                    <a:pt x="29" y="472"/>
                    <a:pt x="1" y="1113"/>
                    <a:pt x="356" y="1676"/>
                  </a:cubicBezTo>
                  <a:cubicBezTo>
                    <a:pt x="708" y="2227"/>
                    <a:pt x="1300" y="2488"/>
                    <a:pt x="1680" y="2252"/>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15"/>
            <p:cNvSpPr/>
            <p:nvPr/>
          </p:nvSpPr>
          <p:spPr>
            <a:xfrm>
              <a:off x="3912802" y="1778567"/>
              <a:ext cx="133632" cy="174775"/>
            </a:xfrm>
            <a:custGeom>
              <a:rect b="b" l="l" r="r" t="t"/>
              <a:pathLst>
                <a:path extrusionOk="0" h="2621" w="2004">
                  <a:moveTo>
                    <a:pt x="79" y="1205"/>
                  </a:moveTo>
                  <a:cubicBezTo>
                    <a:pt x="0" y="1900"/>
                    <a:pt x="353" y="2504"/>
                    <a:pt x="853" y="2570"/>
                  </a:cubicBezTo>
                  <a:cubicBezTo>
                    <a:pt x="1362" y="2620"/>
                    <a:pt x="1847" y="2111"/>
                    <a:pt x="1925" y="1428"/>
                  </a:cubicBezTo>
                  <a:cubicBezTo>
                    <a:pt x="2004" y="733"/>
                    <a:pt x="1664" y="117"/>
                    <a:pt x="1151" y="66"/>
                  </a:cubicBezTo>
                  <a:cubicBezTo>
                    <a:pt x="642" y="0"/>
                    <a:pt x="170" y="510"/>
                    <a:pt x="79" y="120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5"/>
            <p:cNvSpPr/>
            <p:nvPr/>
          </p:nvSpPr>
          <p:spPr>
            <a:xfrm>
              <a:off x="3288646" y="1628996"/>
              <a:ext cx="139100" cy="176642"/>
            </a:xfrm>
            <a:custGeom>
              <a:rect b="b" l="l" r="r" t="t"/>
              <a:pathLst>
                <a:path extrusionOk="0" h="2649" w="2086">
                  <a:moveTo>
                    <a:pt x="1626" y="2438"/>
                  </a:moveTo>
                  <a:cubicBezTo>
                    <a:pt x="2020" y="2231"/>
                    <a:pt x="2086" y="1561"/>
                    <a:pt x="1759" y="944"/>
                  </a:cubicBezTo>
                  <a:cubicBezTo>
                    <a:pt x="1431" y="331"/>
                    <a:pt x="840" y="1"/>
                    <a:pt x="447" y="211"/>
                  </a:cubicBezTo>
                  <a:cubicBezTo>
                    <a:pt x="54" y="422"/>
                    <a:pt x="0" y="1089"/>
                    <a:pt x="331" y="1705"/>
                  </a:cubicBezTo>
                  <a:cubicBezTo>
                    <a:pt x="658" y="2322"/>
                    <a:pt x="1233" y="2649"/>
                    <a:pt x="1626" y="243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5"/>
            <p:cNvSpPr/>
            <p:nvPr/>
          </p:nvSpPr>
          <p:spPr>
            <a:xfrm>
              <a:off x="3111402" y="1595854"/>
              <a:ext cx="141634" cy="107692"/>
            </a:xfrm>
            <a:custGeom>
              <a:rect b="b" l="l" r="r" t="t"/>
              <a:pathLst>
                <a:path extrusionOk="0" h="1615" w="2124">
                  <a:moveTo>
                    <a:pt x="969" y="1561"/>
                  </a:moveTo>
                  <a:cubicBezTo>
                    <a:pt x="1532" y="1614"/>
                    <a:pt x="2029" y="1337"/>
                    <a:pt x="2070" y="919"/>
                  </a:cubicBezTo>
                  <a:cubicBezTo>
                    <a:pt x="2124" y="513"/>
                    <a:pt x="1702" y="133"/>
                    <a:pt x="1139" y="67"/>
                  </a:cubicBezTo>
                  <a:cubicBezTo>
                    <a:pt x="576" y="1"/>
                    <a:pt x="92" y="290"/>
                    <a:pt x="38" y="696"/>
                  </a:cubicBezTo>
                  <a:cubicBezTo>
                    <a:pt x="1" y="1114"/>
                    <a:pt x="419" y="1495"/>
                    <a:pt x="969" y="15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5"/>
            <p:cNvSpPr/>
            <p:nvPr/>
          </p:nvSpPr>
          <p:spPr>
            <a:xfrm>
              <a:off x="3256372" y="1413208"/>
              <a:ext cx="170574" cy="192379"/>
            </a:xfrm>
            <a:custGeom>
              <a:rect b="b" l="l" r="r" t="t"/>
              <a:pathLst>
                <a:path extrusionOk="0" h="2885" w="2558">
                  <a:moveTo>
                    <a:pt x="2136" y="327"/>
                  </a:moveTo>
                  <a:cubicBezTo>
                    <a:pt x="1717" y="0"/>
                    <a:pt x="1299" y="434"/>
                    <a:pt x="827" y="1051"/>
                  </a:cubicBezTo>
                  <a:cubicBezTo>
                    <a:pt x="343" y="1664"/>
                    <a:pt x="0" y="2230"/>
                    <a:pt x="421" y="2557"/>
                  </a:cubicBezTo>
                  <a:cubicBezTo>
                    <a:pt x="840" y="2884"/>
                    <a:pt x="1560" y="2648"/>
                    <a:pt x="2032" y="2032"/>
                  </a:cubicBezTo>
                  <a:cubicBezTo>
                    <a:pt x="2516" y="1416"/>
                    <a:pt x="2557" y="642"/>
                    <a:pt x="2136" y="32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5"/>
            <p:cNvSpPr/>
            <p:nvPr/>
          </p:nvSpPr>
          <p:spPr>
            <a:xfrm>
              <a:off x="3635840" y="1588802"/>
              <a:ext cx="140633" cy="143767"/>
            </a:xfrm>
            <a:custGeom>
              <a:rect b="b" l="l" r="r" t="t"/>
              <a:pathLst>
                <a:path extrusionOk="0" h="2156" w="2109">
                  <a:moveTo>
                    <a:pt x="1337" y="0"/>
                  </a:moveTo>
                  <a:cubicBezTo>
                    <a:pt x="1004" y="0"/>
                    <a:pt x="626" y="223"/>
                    <a:pt x="366" y="604"/>
                  </a:cubicBezTo>
                  <a:cubicBezTo>
                    <a:pt x="1" y="1129"/>
                    <a:pt x="13" y="1783"/>
                    <a:pt x="394" y="2044"/>
                  </a:cubicBezTo>
                  <a:cubicBezTo>
                    <a:pt x="502" y="2120"/>
                    <a:pt x="629" y="2155"/>
                    <a:pt x="764" y="2155"/>
                  </a:cubicBezTo>
                  <a:cubicBezTo>
                    <a:pt x="1102" y="2155"/>
                    <a:pt x="1489" y="1932"/>
                    <a:pt x="1743" y="1547"/>
                  </a:cubicBezTo>
                  <a:cubicBezTo>
                    <a:pt x="2108" y="1022"/>
                    <a:pt x="2096" y="380"/>
                    <a:pt x="1715" y="119"/>
                  </a:cubicBezTo>
                  <a:cubicBezTo>
                    <a:pt x="1604" y="38"/>
                    <a:pt x="1475" y="0"/>
                    <a:pt x="133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2" name="Google Shape;462;p15"/>
            <p:cNvSpPr/>
            <p:nvPr/>
          </p:nvSpPr>
          <p:spPr>
            <a:xfrm>
              <a:off x="3503740" y="1449900"/>
              <a:ext cx="115427" cy="155570"/>
            </a:xfrm>
            <a:custGeom>
              <a:rect b="b" l="l" r="r" t="t"/>
              <a:pathLst>
                <a:path extrusionOk="0" h="2333" w="1731">
                  <a:moveTo>
                    <a:pt x="845" y="1"/>
                  </a:moveTo>
                  <a:cubicBezTo>
                    <a:pt x="839" y="1"/>
                    <a:pt x="833" y="1"/>
                    <a:pt x="827" y="1"/>
                  </a:cubicBezTo>
                  <a:cubicBezTo>
                    <a:pt x="368" y="13"/>
                    <a:pt x="0" y="551"/>
                    <a:pt x="29" y="1193"/>
                  </a:cubicBezTo>
                  <a:cubicBezTo>
                    <a:pt x="53" y="1830"/>
                    <a:pt x="426" y="2333"/>
                    <a:pt x="870" y="2333"/>
                  </a:cubicBezTo>
                  <a:cubicBezTo>
                    <a:pt x="882" y="2333"/>
                    <a:pt x="894" y="2332"/>
                    <a:pt x="906" y="2331"/>
                  </a:cubicBezTo>
                  <a:cubicBezTo>
                    <a:pt x="1378" y="2319"/>
                    <a:pt x="1730" y="1781"/>
                    <a:pt x="1705" y="1139"/>
                  </a:cubicBezTo>
                  <a:cubicBezTo>
                    <a:pt x="1680" y="493"/>
                    <a:pt x="1296" y="1"/>
                    <a:pt x="845"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3" name="Google Shape;463;p15"/>
            <p:cNvSpPr/>
            <p:nvPr/>
          </p:nvSpPr>
          <p:spPr>
            <a:xfrm>
              <a:off x="3451260" y="1664087"/>
              <a:ext cx="135566" cy="151303"/>
            </a:xfrm>
            <a:custGeom>
              <a:rect b="b" l="l" r="r" t="t"/>
              <a:pathLst>
                <a:path extrusionOk="0" h="2269" w="2033">
                  <a:moveTo>
                    <a:pt x="819" y="1"/>
                  </a:moveTo>
                  <a:cubicBezTo>
                    <a:pt x="746" y="1"/>
                    <a:pt x="674" y="13"/>
                    <a:pt x="605" y="38"/>
                  </a:cubicBezTo>
                  <a:cubicBezTo>
                    <a:pt x="174" y="208"/>
                    <a:pt x="1" y="824"/>
                    <a:pt x="237" y="1428"/>
                  </a:cubicBezTo>
                  <a:cubicBezTo>
                    <a:pt x="423" y="1929"/>
                    <a:pt x="828" y="2268"/>
                    <a:pt x="1210" y="2268"/>
                  </a:cubicBezTo>
                  <a:cubicBezTo>
                    <a:pt x="1285" y="2268"/>
                    <a:pt x="1360" y="2255"/>
                    <a:pt x="1432" y="2227"/>
                  </a:cubicBezTo>
                  <a:cubicBezTo>
                    <a:pt x="1863" y="2057"/>
                    <a:pt x="2033" y="1441"/>
                    <a:pt x="1797" y="837"/>
                  </a:cubicBezTo>
                  <a:cubicBezTo>
                    <a:pt x="1609" y="332"/>
                    <a:pt x="1202" y="1"/>
                    <a:pt x="819"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15"/>
            <p:cNvSpPr/>
            <p:nvPr/>
          </p:nvSpPr>
          <p:spPr>
            <a:xfrm>
              <a:off x="3851695" y="1522251"/>
              <a:ext cx="135566" cy="151303"/>
            </a:xfrm>
            <a:custGeom>
              <a:rect b="b" l="l" r="r" t="t"/>
              <a:pathLst>
                <a:path extrusionOk="0" h="2269" w="2033">
                  <a:moveTo>
                    <a:pt x="823" y="0"/>
                  </a:moveTo>
                  <a:cubicBezTo>
                    <a:pt x="748" y="0"/>
                    <a:pt x="673" y="14"/>
                    <a:pt x="601" y="42"/>
                  </a:cubicBezTo>
                  <a:cubicBezTo>
                    <a:pt x="157" y="199"/>
                    <a:pt x="0" y="828"/>
                    <a:pt x="224" y="1432"/>
                  </a:cubicBezTo>
                  <a:cubicBezTo>
                    <a:pt x="422" y="1937"/>
                    <a:pt x="831" y="2268"/>
                    <a:pt x="1214" y="2268"/>
                  </a:cubicBezTo>
                  <a:cubicBezTo>
                    <a:pt x="1287" y="2268"/>
                    <a:pt x="1359" y="2256"/>
                    <a:pt x="1428" y="2231"/>
                  </a:cubicBezTo>
                  <a:cubicBezTo>
                    <a:pt x="1859" y="2061"/>
                    <a:pt x="2032" y="1445"/>
                    <a:pt x="1796" y="841"/>
                  </a:cubicBezTo>
                  <a:cubicBezTo>
                    <a:pt x="1610" y="339"/>
                    <a:pt x="1205" y="0"/>
                    <a:pt x="82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15"/>
            <p:cNvSpPr/>
            <p:nvPr/>
          </p:nvSpPr>
          <p:spPr>
            <a:xfrm>
              <a:off x="3715327" y="1439164"/>
              <a:ext cx="134499" cy="151303"/>
            </a:xfrm>
            <a:custGeom>
              <a:rect b="b" l="l" r="r" t="t"/>
              <a:pathLst>
                <a:path extrusionOk="0" h="2269" w="2017">
                  <a:moveTo>
                    <a:pt x="811" y="1"/>
                  </a:moveTo>
                  <a:cubicBezTo>
                    <a:pt x="736" y="1"/>
                    <a:pt x="661" y="14"/>
                    <a:pt x="589" y="42"/>
                  </a:cubicBezTo>
                  <a:cubicBezTo>
                    <a:pt x="158" y="212"/>
                    <a:pt x="1" y="829"/>
                    <a:pt x="224" y="1432"/>
                  </a:cubicBezTo>
                  <a:cubicBezTo>
                    <a:pt x="422" y="1939"/>
                    <a:pt x="830" y="2269"/>
                    <a:pt x="1213" y="2269"/>
                  </a:cubicBezTo>
                  <a:cubicBezTo>
                    <a:pt x="1287" y="2269"/>
                    <a:pt x="1359" y="2257"/>
                    <a:pt x="1429" y="2231"/>
                  </a:cubicBezTo>
                  <a:cubicBezTo>
                    <a:pt x="1860" y="2061"/>
                    <a:pt x="2017" y="1445"/>
                    <a:pt x="1797" y="841"/>
                  </a:cubicBezTo>
                  <a:cubicBezTo>
                    <a:pt x="1600" y="340"/>
                    <a:pt x="1193" y="1"/>
                    <a:pt x="81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5"/>
            <p:cNvSpPr/>
            <p:nvPr/>
          </p:nvSpPr>
          <p:spPr>
            <a:xfrm>
              <a:off x="3757271" y="1827128"/>
              <a:ext cx="135566" cy="151369"/>
            </a:xfrm>
            <a:custGeom>
              <a:rect b="b" l="l" r="r" t="t"/>
              <a:pathLst>
                <a:path extrusionOk="0" h="2270" w="2033">
                  <a:moveTo>
                    <a:pt x="828" y="1"/>
                  </a:moveTo>
                  <a:cubicBezTo>
                    <a:pt x="751" y="1"/>
                    <a:pt x="675" y="14"/>
                    <a:pt x="602" y="43"/>
                  </a:cubicBezTo>
                  <a:cubicBezTo>
                    <a:pt x="171" y="200"/>
                    <a:pt x="1" y="829"/>
                    <a:pt x="237" y="1433"/>
                  </a:cubicBezTo>
                  <a:cubicBezTo>
                    <a:pt x="424" y="1940"/>
                    <a:pt x="831" y="2269"/>
                    <a:pt x="1213" y="2269"/>
                  </a:cubicBezTo>
                  <a:cubicBezTo>
                    <a:pt x="1287" y="2269"/>
                    <a:pt x="1359" y="2257"/>
                    <a:pt x="1429" y="2232"/>
                  </a:cubicBezTo>
                  <a:cubicBezTo>
                    <a:pt x="1860" y="2062"/>
                    <a:pt x="2033" y="1446"/>
                    <a:pt x="1797" y="842"/>
                  </a:cubicBezTo>
                  <a:cubicBezTo>
                    <a:pt x="1611" y="332"/>
                    <a:pt x="1208" y="1"/>
                    <a:pt x="82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5"/>
            <p:cNvSpPr/>
            <p:nvPr/>
          </p:nvSpPr>
          <p:spPr>
            <a:xfrm>
              <a:off x="3079033" y="1423960"/>
              <a:ext cx="138233" cy="146435"/>
            </a:xfrm>
            <a:custGeom>
              <a:rect b="b" l="l" r="r" t="t"/>
              <a:pathLst>
                <a:path extrusionOk="0" h="2196" w="2073">
                  <a:moveTo>
                    <a:pt x="712" y="1"/>
                  </a:moveTo>
                  <a:cubicBezTo>
                    <a:pt x="597" y="1"/>
                    <a:pt x="489" y="29"/>
                    <a:pt x="393" y="88"/>
                  </a:cubicBezTo>
                  <a:cubicBezTo>
                    <a:pt x="16" y="336"/>
                    <a:pt x="0" y="978"/>
                    <a:pt x="356" y="1528"/>
                  </a:cubicBezTo>
                  <a:cubicBezTo>
                    <a:pt x="619" y="1949"/>
                    <a:pt x="1015" y="2195"/>
                    <a:pt x="1357" y="2195"/>
                  </a:cubicBezTo>
                  <a:cubicBezTo>
                    <a:pt x="1473" y="2195"/>
                    <a:pt x="1583" y="2167"/>
                    <a:pt x="1680" y="2107"/>
                  </a:cubicBezTo>
                  <a:cubicBezTo>
                    <a:pt x="2045" y="1871"/>
                    <a:pt x="2073" y="1226"/>
                    <a:pt x="1718" y="663"/>
                  </a:cubicBezTo>
                  <a:cubicBezTo>
                    <a:pt x="1453" y="251"/>
                    <a:pt x="1055" y="1"/>
                    <a:pt x="71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5"/>
            <p:cNvSpPr/>
            <p:nvPr/>
          </p:nvSpPr>
          <p:spPr>
            <a:xfrm>
              <a:off x="3109641" y="1441098"/>
              <a:ext cx="73484" cy="108492"/>
            </a:xfrm>
            <a:custGeom>
              <a:rect b="b" l="l" r="r" t="t"/>
              <a:pathLst>
                <a:path extrusionOk="0" h="1627" w="1102">
                  <a:moveTo>
                    <a:pt x="41" y="1"/>
                  </a:moveTo>
                  <a:cubicBezTo>
                    <a:pt x="54" y="1"/>
                    <a:pt x="54" y="54"/>
                    <a:pt x="66" y="120"/>
                  </a:cubicBezTo>
                  <a:cubicBezTo>
                    <a:pt x="79" y="199"/>
                    <a:pt x="107" y="303"/>
                    <a:pt x="158" y="406"/>
                  </a:cubicBezTo>
                  <a:cubicBezTo>
                    <a:pt x="211" y="513"/>
                    <a:pt x="290" y="605"/>
                    <a:pt x="394" y="683"/>
                  </a:cubicBezTo>
                  <a:cubicBezTo>
                    <a:pt x="485" y="762"/>
                    <a:pt x="604" y="800"/>
                    <a:pt x="708" y="866"/>
                  </a:cubicBezTo>
                  <a:cubicBezTo>
                    <a:pt x="815" y="919"/>
                    <a:pt x="919" y="998"/>
                    <a:pt x="997" y="1102"/>
                  </a:cubicBezTo>
                  <a:cubicBezTo>
                    <a:pt x="1035" y="1155"/>
                    <a:pt x="1064" y="1205"/>
                    <a:pt x="1076" y="1259"/>
                  </a:cubicBezTo>
                  <a:cubicBezTo>
                    <a:pt x="1089" y="1325"/>
                    <a:pt x="1101" y="1378"/>
                    <a:pt x="1089" y="1416"/>
                  </a:cubicBezTo>
                  <a:cubicBezTo>
                    <a:pt x="1076" y="1507"/>
                    <a:pt x="1023" y="1573"/>
                    <a:pt x="985" y="1598"/>
                  </a:cubicBezTo>
                  <a:cubicBezTo>
                    <a:pt x="944" y="1627"/>
                    <a:pt x="919" y="1614"/>
                    <a:pt x="906" y="1598"/>
                  </a:cubicBezTo>
                  <a:cubicBezTo>
                    <a:pt x="894" y="1573"/>
                    <a:pt x="957" y="1520"/>
                    <a:pt x="944" y="1403"/>
                  </a:cubicBezTo>
                  <a:cubicBezTo>
                    <a:pt x="944" y="1337"/>
                    <a:pt x="919" y="1284"/>
                    <a:pt x="865" y="1221"/>
                  </a:cubicBezTo>
                  <a:cubicBezTo>
                    <a:pt x="815" y="1155"/>
                    <a:pt x="736" y="1089"/>
                    <a:pt x="629" y="1035"/>
                  </a:cubicBezTo>
                  <a:cubicBezTo>
                    <a:pt x="538" y="985"/>
                    <a:pt x="406" y="919"/>
                    <a:pt x="290" y="812"/>
                  </a:cubicBezTo>
                  <a:cubicBezTo>
                    <a:pt x="170" y="708"/>
                    <a:pt x="92" y="576"/>
                    <a:pt x="54" y="447"/>
                  </a:cubicBezTo>
                  <a:cubicBezTo>
                    <a:pt x="0" y="315"/>
                    <a:pt x="0" y="199"/>
                    <a:pt x="0" y="120"/>
                  </a:cubicBezTo>
                  <a:cubicBezTo>
                    <a:pt x="13" y="42"/>
                    <a:pt x="29" y="1"/>
                    <a:pt x="41"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5"/>
            <p:cNvSpPr/>
            <p:nvPr/>
          </p:nvSpPr>
          <p:spPr>
            <a:xfrm>
              <a:off x="3894439" y="1802656"/>
              <a:ext cx="133698" cy="167640"/>
            </a:xfrm>
            <a:custGeom>
              <a:rect b="b" l="l" r="r" t="t"/>
              <a:pathLst>
                <a:path extrusionOk="0" h="2514" w="2005">
                  <a:moveTo>
                    <a:pt x="1082" y="0"/>
                  </a:moveTo>
                  <a:cubicBezTo>
                    <a:pt x="597" y="0"/>
                    <a:pt x="154" y="496"/>
                    <a:pt x="79" y="1146"/>
                  </a:cubicBezTo>
                  <a:cubicBezTo>
                    <a:pt x="1" y="1838"/>
                    <a:pt x="341" y="2454"/>
                    <a:pt x="853" y="2508"/>
                  </a:cubicBezTo>
                  <a:cubicBezTo>
                    <a:pt x="883" y="2512"/>
                    <a:pt x="912" y="2513"/>
                    <a:pt x="942" y="2513"/>
                  </a:cubicBezTo>
                  <a:cubicBezTo>
                    <a:pt x="1418" y="2513"/>
                    <a:pt x="1852" y="2021"/>
                    <a:pt x="1926" y="1366"/>
                  </a:cubicBezTo>
                  <a:cubicBezTo>
                    <a:pt x="2004" y="674"/>
                    <a:pt x="1665" y="70"/>
                    <a:pt x="1155" y="4"/>
                  </a:cubicBezTo>
                  <a:cubicBezTo>
                    <a:pt x="1131" y="2"/>
                    <a:pt x="1106" y="0"/>
                    <a:pt x="1082"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15"/>
            <p:cNvSpPr/>
            <p:nvPr/>
          </p:nvSpPr>
          <p:spPr>
            <a:xfrm>
              <a:off x="3943318" y="1816126"/>
              <a:ext cx="31541" cy="130098"/>
            </a:xfrm>
            <a:custGeom>
              <a:rect b="b" l="l" r="r" t="t"/>
              <a:pathLst>
                <a:path extrusionOk="0" h="1951" w="473">
                  <a:moveTo>
                    <a:pt x="394" y="0"/>
                  </a:moveTo>
                  <a:cubicBezTo>
                    <a:pt x="394" y="13"/>
                    <a:pt x="369" y="51"/>
                    <a:pt x="328" y="129"/>
                  </a:cubicBezTo>
                  <a:cubicBezTo>
                    <a:pt x="290" y="195"/>
                    <a:pt x="237" y="299"/>
                    <a:pt x="211" y="419"/>
                  </a:cubicBezTo>
                  <a:cubicBezTo>
                    <a:pt x="186" y="535"/>
                    <a:pt x="186" y="680"/>
                    <a:pt x="211" y="799"/>
                  </a:cubicBezTo>
                  <a:cubicBezTo>
                    <a:pt x="249" y="916"/>
                    <a:pt x="328" y="1048"/>
                    <a:pt x="381" y="1164"/>
                  </a:cubicBezTo>
                  <a:cubicBezTo>
                    <a:pt x="435" y="1284"/>
                    <a:pt x="472" y="1416"/>
                    <a:pt x="460" y="1545"/>
                  </a:cubicBezTo>
                  <a:cubicBezTo>
                    <a:pt x="460" y="1623"/>
                    <a:pt x="447" y="1677"/>
                    <a:pt x="422" y="1743"/>
                  </a:cubicBezTo>
                  <a:cubicBezTo>
                    <a:pt x="394" y="1793"/>
                    <a:pt x="356" y="1834"/>
                    <a:pt x="315" y="1872"/>
                  </a:cubicBezTo>
                  <a:cubicBezTo>
                    <a:pt x="237" y="1938"/>
                    <a:pt x="158" y="1950"/>
                    <a:pt x="92" y="1950"/>
                  </a:cubicBezTo>
                  <a:cubicBezTo>
                    <a:pt x="42" y="1938"/>
                    <a:pt x="13" y="1913"/>
                    <a:pt x="29" y="1900"/>
                  </a:cubicBezTo>
                  <a:cubicBezTo>
                    <a:pt x="29" y="1872"/>
                    <a:pt x="120" y="1872"/>
                    <a:pt x="199" y="1768"/>
                  </a:cubicBezTo>
                  <a:cubicBezTo>
                    <a:pt x="237" y="1714"/>
                    <a:pt x="265" y="1652"/>
                    <a:pt x="265" y="1557"/>
                  </a:cubicBezTo>
                  <a:cubicBezTo>
                    <a:pt x="265" y="1466"/>
                    <a:pt x="237" y="1362"/>
                    <a:pt x="186" y="1258"/>
                  </a:cubicBezTo>
                  <a:cubicBezTo>
                    <a:pt x="133" y="1139"/>
                    <a:pt x="67" y="1007"/>
                    <a:pt x="29" y="837"/>
                  </a:cubicBezTo>
                  <a:cubicBezTo>
                    <a:pt x="1" y="680"/>
                    <a:pt x="29" y="510"/>
                    <a:pt x="79" y="378"/>
                  </a:cubicBezTo>
                  <a:cubicBezTo>
                    <a:pt x="133" y="249"/>
                    <a:pt x="211" y="142"/>
                    <a:pt x="277" y="79"/>
                  </a:cubicBezTo>
                  <a:cubicBezTo>
                    <a:pt x="344" y="25"/>
                    <a:pt x="381" y="0"/>
                    <a:pt x="394"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1" name="Google Shape;471;p15"/>
            <p:cNvSpPr/>
            <p:nvPr/>
          </p:nvSpPr>
          <p:spPr>
            <a:xfrm>
              <a:off x="3246809" y="1658819"/>
              <a:ext cx="139100" cy="157104"/>
            </a:xfrm>
            <a:custGeom>
              <a:rect b="b" l="l" r="r" t="t"/>
              <a:pathLst>
                <a:path extrusionOk="0" h="2356" w="2086">
                  <a:moveTo>
                    <a:pt x="721" y="1"/>
                  </a:moveTo>
                  <a:cubicBezTo>
                    <a:pt x="628" y="1"/>
                    <a:pt x="540" y="21"/>
                    <a:pt x="460" y="63"/>
                  </a:cubicBezTo>
                  <a:cubicBezTo>
                    <a:pt x="66" y="274"/>
                    <a:pt x="0" y="944"/>
                    <a:pt x="331" y="1557"/>
                  </a:cubicBezTo>
                  <a:cubicBezTo>
                    <a:pt x="591" y="2048"/>
                    <a:pt x="1017" y="2356"/>
                    <a:pt x="1378" y="2356"/>
                  </a:cubicBezTo>
                  <a:cubicBezTo>
                    <a:pt x="1471" y="2356"/>
                    <a:pt x="1559" y="2336"/>
                    <a:pt x="1639" y="2293"/>
                  </a:cubicBezTo>
                  <a:cubicBezTo>
                    <a:pt x="2032" y="2083"/>
                    <a:pt x="2086" y="1416"/>
                    <a:pt x="1771" y="799"/>
                  </a:cubicBezTo>
                  <a:cubicBezTo>
                    <a:pt x="1511" y="308"/>
                    <a:pt x="1083" y="1"/>
                    <a:pt x="72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15"/>
            <p:cNvSpPr/>
            <p:nvPr/>
          </p:nvSpPr>
          <p:spPr>
            <a:xfrm>
              <a:off x="3268814" y="1674557"/>
              <a:ext cx="82086" cy="125897"/>
            </a:xfrm>
            <a:custGeom>
              <a:rect b="b" l="l" r="r" t="t"/>
              <a:pathLst>
                <a:path extrusionOk="0" h="1888" w="1231">
                  <a:moveTo>
                    <a:pt x="1230" y="1872"/>
                  </a:moveTo>
                  <a:cubicBezTo>
                    <a:pt x="1230" y="1887"/>
                    <a:pt x="1164" y="1887"/>
                    <a:pt x="1073" y="1859"/>
                  </a:cubicBezTo>
                  <a:cubicBezTo>
                    <a:pt x="982" y="1834"/>
                    <a:pt x="850" y="1780"/>
                    <a:pt x="733" y="1664"/>
                  </a:cubicBezTo>
                  <a:cubicBezTo>
                    <a:pt x="680" y="1598"/>
                    <a:pt x="630" y="1532"/>
                    <a:pt x="589" y="1453"/>
                  </a:cubicBezTo>
                  <a:cubicBezTo>
                    <a:pt x="564" y="1416"/>
                    <a:pt x="551" y="1362"/>
                    <a:pt x="535" y="1309"/>
                  </a:cubicBezTo>
                  <a:cubicBezTo>
                    <a:pt x="535" y="1243"/>
                    <a:pt x="551" y="1192"/>
                    <a:pt x="564" y="1151"/>
                  </a:cubicBezTo>
                  <a:cubicBezTo>
                    <a:pt x="576" y="1114"/>
                    <a:pt x="589" y="1073"/>
                    <a:pt x="589" y="1035"/>
                  </a:cubicBezTo>
                  <a:cubicBezTo>
                    <a:pt x="601" y="1007"/>
                    <a:pt x="601" y="969"/>
                    <a:pt x="601" y="928"/>
                  </a:cubicBezTo>
                  <a:cubicBezTo>
                    <a:pt x="601" y="865"/>
                    <a:pt x="601" y="799"/>
                    <a:pt x="589" y="733"/>
                  </a:cubicBezTo>
                  <a:cubicBezTo>
                    <a:pt x="551" y="485"/>
                    <a:pt x="394" y="299"/>
                    <a:pt x="249" y="195"/>
                  </a:cubicBezTo>
                  <a:cubicBezTo>
                    <a:pt x="117" y="92"/>
                    <a:pt x="1" y="51"/>
                    <a:pt x="13" y="25"/>
                  </a:cubicBezTo>
                  <a:cubicBezTo>
                    <a:pt x="13" y="0"/>
                    <a:pt x="38" y="0"/>
                    <a:pt x="104" y="0"/>
                  </a:cubicBezTo>
                  <a:cubicBezTo>
                    <a:pt x="158" y="0"/>
                    <a:pt x="237" y="13"/>
                    <a:pt x="328" y="63"/>
                  </a:cubicBezTo>
                  <a:cubicBezTo>
                    <a:pt x="419" y="104"/>
                    <a:pt x="523" y="170"/>
                    <a:pt x="614" y="287"/>
                  </a:cubicBezTo>
                  <a:cubicBezTo>
                    <a:pt x="693" y="393"/>
                    <a:pt x="771" y="535"/>
                    <a:pt x="800" y="692"/>
                  </a:cubicBezTo>
                  <a:cubicBezTo>
                    <a:pt x="812" y="771"/>
                    <a:pt x="825" y="865"/>
                    <a:pt x="812" y="944"/>
                  </a:cubicBezTo>
                  <a:cubicBezTo>
                    <a:pt x="812" y="994"/>
                    <a:pt x="800" y="1035"/>
                    <a:pt x="787" y="1085"/>
                  </a:cubicBezTo>
                  <a:cubicBezTo>
                    <a:pt x="771" y="1126"/>
                    <a:pt x="759" y="1180"/>
                    <a:pt x="746" y="1205"/>
                  </a:cubicBezTo>
                  <a:cubicBezTo>
                    <a:pt x="733" y="1243"/>
                    <a:pt x="721" y="1271"/>
                    <a:pt x="721" y="1296"/>
                  </a:cubicBezTo>
                  <a:cubicBezTo>
                    <a:pt x="721" y="1321"/>
                    <a:pt x="721" y="1350"/>
                    <a:pt x="733" y="1387"/>
                  </a:cubicBezTo>
                  <a:cubicBezTo>
                    <a:pt x="759" y="1453"/>
                    <a:pt x="800" y="1519"/>
                    <a:pt x="837" y="1573"/>
                  </a:cubicBezTo>
                  <a:cubicBezTo>
                    <a:pt x="916" y="1677"/>
                    <a:pt x="1023" y="1755"/>
                    <a:pt x="1101" y="1793"/>
                  </a:cubicBezTo>
                  <a:cubicBezTo>
                    <a:pt x="1180" y="1847"/>
                    <a:pt x="1230" y="1859"/>
                    <a:pt x="1230" y="1872"/>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3" name="Google Shape;473;p15"/>
            <p:cNvSpPr/>
            <p:nvPr/>
          </p:nvSpPr>
          <p:spPr>
            <a:xfrm>
              <a:off x="3070431" y="1619809"/>
              <a:ext cx="140767" cy="100757"/>
            </a:xfrm>
            <a:custGeom>
              <a:rect b="b" l="l" r="r" t="t"/>
              <a:pathLst>
                <a:path extrusionOk="0" h="1511" w="2111">
                  <a:moveTo>
                    <a:pt x="1006" y="1"/>
                  </a:moveTo>
                  <a:cubicBezTo>
                    <a:pt x="502" y="1"/>
                    <a:pt x="87" y="263"/>
                    <a:pt x="38" y="648"/>
                  </a:cubicBezTo>
                  <a:cubicBezTo>
                    <a:pt x="0" y="1057"/>
                    <a:pt x="419" y="1435"/>
                    <a:pt x="969" y="1501"/>
                  </a:cubicBezTo>
                  <a:cubicBezTo>
                    <a:pt x="1023" y="1507"/>
                    <a:pt x="1076" y="1510"/>
                    <a:pt x="1129" y="1510"/>
                  </a:cubicBezTo>
                  <a:cubicBezTo>
                    <a:pt x="1621" y="1510"/>
                    <a:pt x="2021" y="1238"/>
                    <a:pt x="2070" y="872"/>
                  </a:cubicBezTo>
                  <a:cubicBezTo>
                    <a:pt x="2111" y="453"/>
                    <a:pt x="1702" y="73"/>
                    <a:pt x="1139" y="7"/>
                  </a:cubicBezTo>
                  <a:cubicBezTo>
                    <a:pt x="1094" y="3"/>
                    <a:pt x="1050" y="1"/>
                    <a:pt x="100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5"/>
            <p:cNvSpPr/>
            <p:nvPr/>
          </p:nvSpPr>
          <p:spPr>
            <a:xfrm>
              <a:off x="3083434" y="1650817"/>
              <a:ext cx="113694" cy="39543"/>
            </a:xfrm>
            <a:custGeom>
              <a:rect b="b" l="l" r="r" t="t"/>
              <a:pathLst>
                <a:path extrusionOk="0" h="593" w="1705">
                  <a:moveTo>
                    <a:pt x="0" y="133"/>
                  </a:moveTo>
                  <a:cubicBezTo>
                    <a:pt x="13" y="133"/>
                    <a:pt x="54" y="158"/>
                    <a:pt x="107" y="212"/>
                  </a:cubicBezTo>
                  <a:cubicBezTo>
                    <a:pt x="158" y="249"/>
                    <a:pt x="236" y="315"/>
                    <a:pt x="343" y="356"/>
                  </a:cubicBezTo>
                  <a:cubicBezTo>
                    <a:pt x="434" y="394"/>
                    <a:pt x="551" y="407"/>
                    <a:pt x="642" y="369"/>
                  </a:cubicBezTo>
                  <a:cubicBezTo>
                    <a:pt x="695" y="341"/>
                    <a:pt x="721" y="315"/>
                    <a:pt x="761" y="278"/>
                  </a:cubicBezTo>
                  <a:cubicBezTo>
                    <a:pt x="799" y="224"/>
                    <a:pt x="853" y="171"/>
                    <a:pt x="906" y="146"/>
                  </a:cubicBezTo>
                  <a:cubicBezTo>
                    <a:pt x="1022" y="67"/>
                    <a:pt x="1142" y="26"/>
                    <a:pt x="1246" y="13"/>
                  </a:cubicBezTo>
                  <a:cubicBezTo>
                    <a:pt x="1312" y="1"/>
                    <a:pt x="1350" y="1"/>
                    <a:pt x="1403" y="13"/>
                  </a:cubicBezTo>
                  <a:cubicBezTo>
                    <a:pt x="1469" y="13"/>
                    <a:pt x="1507" y="26"/>
                    <a:pt x="1548" y="54"/>
                  </a:cubicBezTo>
                  <a:cubicBezTo>
                    <a:pt x="1626" y="92"/>
                    <a:pt x="1680" y="158"/>
                    <a:pt x="1692" y="212"/>
                  </a:cubicBezTo>
                  <a:cubicBezTo>
                    <a:pt x="1705" y="262"/>
                    <a:pt x="1692" y="290"/>
                    <a:pt x="1680" y="290"/>
                  </a:cubicBezTo>
                  <a:cubicBezTo>
                    <a:pt x="1652" y="290"/>
                    <a:pt x="1639" y="278"/>
                    <a:pt x="1614" y="249"/>
                  </a:cubicBezTo>
                  <a:cubicBezTo>
                    <a:pt x="1585" y="237"/>
                    <a:pt x="1560" y="212"/>
                    <a:pt x="1494" y="199"/>
                  </a:cubicBezTo>
                  <a:cubicBezTo>
                    <a:pt x="1444" y="183"/>
                    <a:pt x="1378" y="183"/>
                    <a:pt x="1287" y="212"/>
                  </a:cubicBezTo>
                  <a:cubicBezTo>
                    <a:pt x="1208" y="224"/>
                    <a:pt x="1114" y="262"/>
                    <a:pt x="1035" y="315"/>
                  </a:cubicBezTo>
                  <a:cubicBezTo>
                    <a:pt x="997" y="341"/>
                    <a:pt x="956" y="369"/>
                    <a:pt x="906" y="419"/>
                  </a:cubicBezTo>
                  <a:cubicBezTo>
                    <a:pt x="878" y="448"/>
                    <a:pt x="853" y="460"/>
                    <a:pt x="827" y="485"/>
                  </a:cubicBezTo>
                  <a:cubicBezTo>
                    <a:pt x="787" y="514"/>
                    <a:pt x="749" y="526"/>
                    <a:pt x="708" y="539"/>
                  </a:cubicBezTo>
                  <a:cubicBezTo>
                    <a:pt x="551" y="592"/>
                    <a:pt x="393" y="551"/>
                    <a:pt x="277" y="473"/>
                  </a:cubicBezTo>
                  <a:cubicBezTo>
                    <a:pt x="158" y="407"/>
                    <a:pt x="91" y="315"/>
                    <a:pt x="54" y="249"/>
                  </a:cubicBezTo>
                  <a:cubicBezTo>
                    <a:pt x="13" y="183"/>
                    <a:pt x="0" y="146"/>
                    <a:pt x="0" y="13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5"/>
            <p:cNvSpPr/>
            <p:nvPr/>
          </p:nvSpPr>
          <p:spPr>
            <a:xfrm>
              <a:off x="3800949" y="1426694"/>
              <a:ext cx="170574" cy="165839"/>
            </a:xfrm>
            <a:custGeom>
              <a:rect b="b" l="l" r="r" t="t"/>
              <a:pathLst>
                <a:path extrusionOk="0" h="2487" w="2558">
                  <a:moveTo>
                    <a:pt x="1838" y="0"/>
                  </a:moveTo>
                  <a:cubicBezTo>
                    <a:pt x="1516" y="0"/>
                    <a:pt x="1187" y="363"/>
                    <a:pt x="827" y="833"/>
                  </a:cubicBezTo>
                  <a:cubicBezTo>
                    <a:pt x="340" y="1450"/>
                    <a:pt x="0" y="2013"/>
                    <a:pt x="418" y="2340"/>
                  </a:cubicBezTo>
                  <a:cubicBezTo>
                    <a:pt x="547" y="2439"/>
                    <a:pt x="703" y="2487"/>
                    <a:pt x="871" y="2487"/>
                  </a:cubicBezTo>
                  <a:cubicBezTo>
                    <a:pt x="1255" y="2487"/>
                    <a:pt x="1704" y="2239"/>
                    <a:pt x="2032" y="1802"/>
                  </a:cubicBezTo>
                  <a:cubicBezTo>
                    <a:pt x="2516" y="1185"/>
                    <a:pt x="2557" y="427"/>
                    <a:pt x="2136" y="113"/>
                  </a:cubicBezTo>
                  <a:cubicBezTo>
                    <a:pt x="2037" y="35"/>
                    <a:pt x="1937" y="0"/>
                    <a:pt x="183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5"/>
            <p:cNvSpPr/>
            <p:nvPr/>
          </p:nvSpPr>
          <p:spPr>
            <a:xfrm>
              <a:off x="3825488" y="1441098"/>
              <a:ext cx="99690" cy="120695"/>
            </a:xfrm>
            <a:custGeom>
              <a:rect b="b" l="l" r="r" t="t"/>
              <a:pathLst>
                <a:path extrusionOk="0" h="1810" w="1495">
                  <a:moveTo>
                    <a:pt x="0" y="1797"/>
                  </a:moveTo>
                  <a:cubicBezTo>
                    <a:pt x="0" y="1784"/>
                    <a:pt x="50" y="1771"/>
                    <a:pt x="116" y="1718"/>
                  </a:cubicBezTo>
                  <a:cubicBezTo>
                    <a:pt x="195" y="1665"/>
                    <a:pt x="274" y="1586"/>
                    <a:pt x="365" y="1482"/>
                  </a:cubicBezTo>
                  <a:cubicBezTo>
                    <a:pt x="550" y="1271"/>
                    <a:pt x="745" y="1010"/>
                    <a:pt x="890" y="800"/>
                  </a:cubicBezTo>
                  <a:cubicBezTo>
                    <a:pt x="1192" y="369"/>
                    <a:pt x="1403" y="1"/>
                    <a:pt x="1466" y="26"/>
                  </a:cubicBezTo>
                  <a:cubicBezTo>
                    <a:pt x="1494" y="42"/>
                    <a:pt x="1466" y="145"/>
                    <a:pt x="1403" y="303"/>
                  </a:cubicBezTo>
                  <a:cubicBezTo>
                    <a:pt x="1337" y="472"/>
                    <a:pt x="1230" y="683"/>
                    <a:pt x="1073" y="919"/>
                  </a:cubicBezTo>
                  <a:cubicBezTo>
                    <a:pt x="915" y="1142"/>
                    <a:pt x="679" y="1403"/>
                    <a:pt x="459" y="1573"/>
                  </a:cubicBezTo>
                  <a:cubicBezTo>
                    <a:pt x="352" y="1677"/>
                    <a:pt x="236" y="1743"/>
                    <a:pt x="157" y="1784"/>
                  </a:cubicBezTo>
                  <a:cubicBezTo>
                    <a:pt x="66" y="1809"/>
                    <a:pt x="0" y="1809"/>
                    <a:pt x="0" y="1797"/>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5"/>
            <p:cNvSpPr/>
            <p:nvPr/>
          </p:nvSpPr>
          <p:spPr>
            <a:xfrm>
              <a:off x="3835958" y="1666288"/>
              <a:ext cx="167840" cy="120095"/>
            </a:xfrm>
            <a:custGeom>
              <a:rect b="b" l="l" r="r" t="t"/>
              <a:pathLst>
                <a:path extrusionOk="0" h="1801" w="2517">
                  <a:moveTo>
                    <a:pt x="1001" y="1"/>
                  </a:moveTo>
                  <a:cubicBezTo>
                    <a:pt x="625" y="1"/>
                    <a:pt x="305" y="162"/>
                    <a:pt x="183" y="451"/>
                  </a:cubicBezTo>
                  <a:cubicBezTo>
                    <a:pt x="0" y="870"/>
                    <a:pt x="340" y="1420"/>
                    <a:pt x="931" y="1669"/>
                  </a:cubicBezTo>
                  <a:cubicBezTo>
                    <a:pt x="1136" y="1758"/>
                    <a:pt x="1343" y="1801"/>
                    <a:pt x="1535" y="1801"/>
                  </a:cubicBezTo>
                  <a:cubicBezTo>
                    <a:pt x="1907" y="1801"/>
                    <a:pt x="2219" y="1641"/>
                    <a:pt x="2331" y="1354"/>
                  </a:cubicBezTo>
                  <a:cubicBezTo>
                    <a:pt x="2517" y="923"/>
                    <a:pt x="2174" y="373"/>
                    <a:pt x="1586" y="124"/>
                  </a:cubicBezTo>
                  <a:cubicBezTo>
                    <a:pt x="1389" y="41"/>
                    <a:pt x="1188" y="1"/>
                    <a:pt x="1001"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8" name="Google Shape;478;p15"/>
            <p:cNvSpPr/>
            <p:nvPr/>
          </p:nvSpPr>
          <p:spPr>
            <a:xfrm>
              <a:off x="3214534" y="1447633"/>
              <a:ext cx="171374" cy="165906"/>
            </a:xfrm>
            <a:custGeom>
              <a:rect b="b" l="l" r="r" t="t"/>
              <a:pathLst>
                <a:path extrusionOk="0" h="2488" w="2570">
                  <a:moveTo>
                    <a:pt x="1851" y="1"/>
                  </a:moveTo>
                  <a:cubicBezTo>
                    <a:pt x="1528" y="1"/>
                    <a:pt x="1197" y="363"/>
                    <a:pt x="827" y="834"/>
                  </a:cubicBezTo>
                  <a:cubicBezTo>
                    <a:pt x="355" y="1463"/>
                    <a:pt x="0" y="2026"/>
                    <a:pt x="421" y="2340"/>
                  </a:cubicBezTo>
                  <a:cubicBezTo>
                    <a:pt x="553" y="2440"/>
                    <a:pt x="712" y="2488"/>
                    <a:pt x="882" y="2488"/>
                  </a:cubicBezTo>
                  <a:cubicBezTo>
                    <a:pt x="1269" y="2488"/>
                    <a:pt x="1717" y="2243"/>
                    <a:pt x="2044" y="1815"/>
                  </a:cubicBezTo>
                  <a:cubicBezTo>
                    <a:pt x="2529" y="1202"/>
                    <a:pt x="2570" y="441"/>
                    <a:pt x="2151" y="113"/>
                  </a:cubicBezTo>
                  <a:cubicBezTo>
                    <a:pt x="2051" y="36"/>
                    <a:pt x="1952" y="1"/>
                    <a:pt x="185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9" name="Google Shape;479;p15"/>
            <p:cNvSpPr/>
            <p:nvPr/>
          </p:nvSpPr>
          <p:spPr>
            <a:xfrm>
              <a:off x="3239874" y="1462103"/>
              <a:ext cx="99690" cy="121496"/>
            </a:xfrm>
            <a:custGeom>
              <a:rect b="b" l="l" r="r" t="t"/>
              <a:pathLst>
                <a:path extrusionOk="0" h="1822" w="1495">
                  <a:moveTo>
                    <a:pt x="1" y="1809"/>
                  </a:moveTo>
                  <a:cubicBezTo>
                    <a:pt x="1" y="1796"/>
                    <a:pt x="54" y="1771"/>
                    <a:pt x="120" y="1730"/>
                  </a:cubicBezTo>
                  <a:cubicBezTo>
                    <a:pt x="183" y="1677"/>
                    <a:pt x="277" y="1598"/>
                    <a:pt x="369" y="1494"/>
                  </a:cubicBezTo>
                  <a:cubicBezTo>
                    <a:pt x="538" y="1283"/>
                    <a:pt x="749" y="1022"/>
                    <a:pt x="891" y="799"/>
                  </a:cubicBezTo>
                  <a:cubicBezTo>
                    <a:pt x="1193" y="368"/>
                    <a:pt x="1403" y="0"/>
                    <a:pt x="1457" y="25"/>
                  </a:cubicBezTo>
                  <a:cubicBezTo>
                    <a:pt x="1495" y="41"/>
                    <a:pt x="1469" y="157"/>
                    <a:pt x="1403" y="315"/>
                  </a:cubicBezTo>
                  <a:cubicBezTo>
                    <a:pt x="1337" y="472"/>
                    <a:pt x="1221" y="695"/>
                    <a:pt x="1064" y="919"/>
                  </a:cubicBezTo>
                  <a:cubicBezTo>
                    <a:pt x="919" y="1142"/>
                    <a:pt x="683" y="1403"/>
                    <a:pt x="460" y="1585"/>
                  </a:cubicBezTo>
                  <a:cubicBezTo>
                    <a:pt x="356" y="1677"/>
                    <a:pt x="236" y="1755"/>
                    <a:pt x="145" y="1784"/>
                  </a:cubicBezTo>
                  <a:cubicBezTo>
                    <a:pt x="67" y="1821"/>
                    <a:pt x="1" y="1809"/>
                    <a:pt x="1" y="180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0" name="Google Shape;480;p15"/>
            <p:cNvSpPr/>
            <p:nvPr/>
          </p:nvSpPr>
          <p:spPr>
            <a:xfrm>
              <a:off x="3552819" y="1668355"/>
              <a:ext cx="147702" cy="163439"/>
            </a:xfrm>
            <a:custGeom>
              <a:rect b="b" l="l" r="r" t="t"/>
              <a:pathLst>
                <a:path extrusionOk="0" h="2451" w="2215">
                  <a:moveTo>
                    <a:pt x="929" y="0"/>
                  </a:moveTo>
                  <a:cubicBezTo>
                    <a:pt x="850" y="0"/>
                    <a:pt x="772" y="13"/>
                    <a:pt x="695" y="40"/>
                  </a:cubicBezTo>
                  <a:cubicBezTo>
                    <a:pt x="208" y="210"/>
                    <a:pt x="0" y="880"/>
                    <a:pt x="236" y="1534"/>
                  </a:cubicBezTo>
                  <a:cubicBezTo>
                    <a:pt x="424" y="2085"/>
                    <a:pt x="863" y="2451"/>
                    <a:pt x="1286" y="2451"/>
                  </a:cubicBezTo>
                  <a:cubicBezTo>
                    <a:pt x="1365" y="2451"/>
                    <a:pt x="1443" y="2438"/>
                    <a:pt x="1519" y="2411"/>
                  </a:cubicBezTo>
                  <a:cubicBezTo>
                    <a:pt x="2004" y="2254"/>
                    <a:pt x="2215" y="1572"/>
                    <a:pt x="1991" y="917"/>
                  </a:cubicBezTo>
                  <a:cubicBezTo>
                    <a:pt x="1792" y="366"/>
                    <a:pt x="1353" y="0"/>
                    <a:pt x="92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1" name="Google Shape;481;p15"/>
            <p:cNvSpPr/>
            <p:nvPr/>
          </p:nvSpPr>
          <p:spPr>
            <a:xfrm>
              <a:off x="3598097" y="1690294"/>
              <a:ext cx="61348" cy="126697"/>
            </a:xfrm>
            <a:custGeom>
              <a:rect b="b" l="l" r="r" t="t"/>
              <a:pathLst>
                <a:path extrusionOk="0" h="1900" w="920">
                  <a:moveTo>
                    <a:pt x="787" y="1900"/>
                  </a:moveTo>
                  <a:cubicBezTo>
                    <a:pt x="774" y="1887"/>
                    <a:pt x="787" y="1846"/>
                    <a:pt x="787" y="1755"/>
                  </a:cubicBezTo>
                  <a:cubicBezTo>
                    <a:pt x="803" y="1677"/>
                    <a:pt x="803" y="1573"/>
                    <a:pt x="762" y="1441"/>
                  </a:cubicBezTo>
                  <a:cubicBezTo>
                    <a:pt x="737" y="1321"/>
                    <a:pt x="683" y="1205"/>
                    <a:pt x="592" y="1114"/>
                  </a:cubicBezTo>
                  <a:cubicBezTo>
                    <a:pt x="513" y="1007"/>
                    <a:pt x="394" y="928"/>
                    <a:pt x="290" y="849"/>
                  </a:cubicBezTo>
                  <a:cubicBezTo>
                    <a:pt x="186" y="758"/>
                    <a:pt x="95" y="654"/>
                    <a:pt x="42" y="535"/>
                  </a:cubicBezTo>
                  <a:cubicBezTo>
                    <a:pt x="16" y="472"/>
                    <a:pt x="1" y="419"/>
                    <a:pt x="1" y="352"/>
                  </a:cubicBezTo>
                  <a:cubicBezTo>
                    <a:pt x="1" y="286"/>
                    <a:pt x="16" y="236"/>
                    <a:pt x="29" y="183"/>
                  </a:cubicBezTo>
                  <a:cubicBezTo>
                    <a:pt x="67" y="91"/>
                    <a:pt x="145" y="38"/>
                    <a:pt x="199" y="25"/>
                  </a:cubicBezTo>
                  <a:cubicBezTo>
                    <a:pt x="252" y="0"/>
                    <a:pt x="277" y="13"/>
                    <a:pt x="290" y="25"/>
                  </a:cubicBezTo>
                  <a:cubicBezTo>
                    <a:pt x="290" y="63"/>
                    <a:pt x="211" y="104"/>
                    <a:pt x="186" y="236"/>
                  </a:cubicBezTo>
                  <a:cubicBezTo>
                    <a:pt x="174" y="299"/>
                    <a:pt x="174" y="365"/>
                    <a:pt x="224" y="444"/>
                  </a:cubicBezTo>
                  <a:cubicBezTo>
                    <a:pt x="265" y="522"/>
                    <a:pt x="331" y="601"/>
                    <a:pt x="422" y="680"/>
                  </a:cubicBezTo>
                  <a:cubicBezTo>
                    <a:pt x="513" y="758"/>
                    <a:pt x="645" y="849"/>
                    <a:pt x="737" y="982"/>
                  </a:cubicBezTo>
                  <a:cubicBezTo>
                    <a:pt x="840" y="1114"/>
                    <a:pt x="894" y="1283"/>
                    <a:pt x="906" y="1428"/>
                  </a:cubicBezTo>
                  <a:cubicBezTo>
                    <a:pt x="919" y="1573"/>
                    <a:pt x="894" y="1689"/>
                    <a:pt x="853" y="1780"/>
                  </a:cubicBezTo>
                  <a:cubicBezTo>
                    <a:pt x="828" y="1859"/>
                    <a:pt x="787" y="1900"/>
                    <a:pt x="787" y="190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5"/>
            <p:cNvSpPr/>
            <p:nvPr/>
          </p:nvSpPr>
          <p:spPr>
            <a:xfrm>
              <a:off x="3488003" y="1378015"/>
              <a:ext cx="171441" cy="123763"/>
            </a:xfrm>
            <a:custGeom>
              <a:rect b="b" l="l" r="r" t="t"/>
              <a:pathLst>
                <a:path extrusionOk="0" h="1856" w="2571">
                  <a:moveTo>
                    <a:pt x="1242" y="1"/>
                  </a:moveTo>
                  <a:cubicBezTo>
                    <a:pt x="592" y="1"/>
                    <a:pt x="53" y="366"/>
                    <a:pt x="29" y="855"/>
                  </a:cubicBezTo>
                  <a:cubicBezTo>
                    <a:pt x="0" y="1365"/>
                    <a:pt x="538" y="1812"/>
                    <a:pt x="1233" y="1853"/>
                  </a:cubicBezTo>
                  <a:cubicBezTo>
                    <a:pt x="1265" y="1854"/>
                    <a:pt x="1297" y="1855"/>
                    <a:pt x="1328" y="1855"/>
                  </a:cubicBezTo>
                  <a:cubicBezTo>
                    <a:pt x="1980" y="1855"/>
                    <a:pt x="2506" y="1486"/>
                    <a:pt x="2545" y="1000"/>
                  </a:cubicBezTo>
                  <a:cubicBezTo>
                    <a:pt x="2570" y="487"/>
                    <a:pt x="2032" y="44"/>
                    <a:pt x="1337" y="3"/>
                  </a:cubicBezTo>
                  <a:cubicBezTo>
                    <a:pt x="1305" y="1"/>
                    <a:pt x="1273" y="1"/>
                    <a:pt x="124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5"/>
            <p:cNvSpPr/>
            <p:nvPr/>
          </p:nvSpPr>
          <p:spPr>
            <a:xfrm>
              <a:off x="3513343" y="1420159"/>
              <a:ext cx="131164" cy="35075"/>
            </a:xfrm>
            <a:custGeom>
              <a:rect b="b" l="l" r="r" t="t"/>
              <a:pathLst>
                <a:path extrusionOk="0" h="526" w="1967">
                  <a:moveTo>
                    <a:pt x="1954" y="356"/>
                  </a:moveTo>
                  <a:cubicBezTo>
                    <a:pt x="1954" y="368"/>
                    <a:pt x="1901" y="327"/>
                    <a:pt x="1838" y="290"/>
                  </a:cubicBezTo>
                  <a:cubicBezTo>
                    <a:pt x="1759" y="261"/>
                    <a:pt x="1665" y="211"/>
                    <a:pt x="1536" y="198"/>
                  </a:cubicBezTo>
                  <a:cubicBezTo>
                    <a:pt x="1416" y="170"/>
                    <a:pt x="1272" y="183"/>
                    <a:pt x="1155" y="223"/>
                  </a:cubicBezTo>
                  <a:cubicBezTo>
                    <a:pt x="1036" y="261"/>
                    <a:pt x="919" y="340"/>
                    <a:pt x="800" y="406"/>
                  </a:cubicBezTo>
                  <a:cubicBezTo>
                    <a:pt x="683" y="472"/>
                    <a:pt x="551" y="525"/>
                    <a:pt x="422" y="525"/>
                  </a:cubicBezTo>
                  <a:cubicBezTo>
                    <a:pt x="356" y="525"/>
                    <a:pt x="290" y="513"/>
                    <a:pt x="237" y="485"/>
                  </a:cubicBezTo>
                  <a:cubicBezTo>
                    <a:pt x="171" y="459"/>
                    <a:pt x="133" y="434"/>
                    <a:pt x="92" y="393"/>
                  </a:cubicBezTo>
                  <a:cubicBezTo>
                    <a:pt x="14" y="315"/>
                    <a:pt x="1" y="236"/>
                    <a:pt x="1" y="183"/>
                  </a:cubicBezTo>
                  <a:cubicBezTo>
                    <a:pt x="1" y="120"/>
                    <a:pt x="29" y="91"/>
                    <a:pt x="42" y="104"/>
                  </a:cubicBezTo>
                  <a:cubicBezTo>
                    <a:pt x="80" y="104"/>
                    <a:pt x="80" y="198"/>
                    <a:pt x="199" y="277"/>
                  </a:cubicBezTo>
                  <a:cubicBezTo>
                    <a:pt x="249" y="315"/>
                    <a:pt x="316" y="327"/>
                    <a:pt x="407" y="315"/>
                  </a:cubicBezTo>
                  <a:cubicBezTo>
                    <a:pt x="501" y="315"/>
                    <a:pt x="592" y="277"/>
                    <a:pt x="709" y="223"/>
                  </a:cubicBezTo>
                  <a:cubicBezTo>
                    <a:pt x="816" y="170"/>
                    <a:pt x="945" y="91"/>
                    <a:pt x="1102" y="54"/>
                  </a:cubicBezTo>
                  <a:cubicBezTo>
                    <a:pt x="1259" y="0"/>
                    <a:pt x="1429" y="13"/>
                    <a:pt x="1561" y="66"/>
                  </a:cubicBezTo>
                  <a:cubicBezTo>
                    <a:pt x="1706" y="104"/>
                    <a:pt x="1809" y="183"/>
                    <a:pt x="1876" y="236"/>
                  </a:cubicBezTo>
                  <a:cubicBezTo>
                    <a:pt x="1942" y="302"/>
                    <a:pt x="1967" y="340"/>
                    <a:pt x="1954" y="35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5"/>
            <p:cNvSpPr/>
            <p:nvPr/>
          </p:nvSpPr>
          <p:spPr>
            <a:xfrm>
              <a:off x="3715327" y="1656885"/>
              <a:ext cx="126763" cy="185511"/>
            </a:xfrm>
            <a:custGeom>
              <a:rect b="b" l="l" r="r" t="t"/>
              <a:pathLst>
                <a:path extrusionOk="0" h="2782" w="1901">
                  <a:moveTo>
                    <a:pt x="1255" y="1"/>
                  </a:moveTo>
                  <a:cubicBezTo>
                    <a:pt x="775" y="1"/>
                    <a:pt x="302" y="499"/>
                    <a:pt x="158" y="1193"/>
                  </a:cubicBezTo>
                  <a:cubicBezTo>
                    <a:pt x="1" y="1954"/>
                    <a:pt x="287" y="2662"/>
                    <a:pt x="812" y="2766"/>
                  </a:cubicBezTo>
                  <a:cubicBezTo>
                    <a:pt x="858" y="2776"/>
                    <a:pt x="901" y="2782"/>
                    <a:pt x="942" y="2782"/>
                  </a:cubicBezTo>
                  <a:cubicBezTo>
                    <a:pt x="1359" y="2782"/>
                    <a:pt x="1534" y="2242"/>
                    <a:pt x="1677" y="1549"/>
                  </a:cubicBezTo>
                  <a:cubicBezTo>
                    <a:pt x="1834" y="787"/>
                    <a:pt x="1901" y="121"/>
                    <a:pt x="1388" y="14"/>
                  </a:cubicBezTo>
                  <a:cubicBezTo>
                    <a:pt x="1344" y="5"/>
                    <a:pt x="1299" y="1"/>
                    <a:pt x="1255"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5"/>
            <p:cNvSpPr/>
            <p:nvPr/>
          </p:nvSpPr>
          <p:spPr>
            <a:xfrm>
              <a:off x="3778276" y="1675357"/>
              <a:ext cx="42010" cy="149435"/>
            </a:xfrm>
            <a:custGeom>
              <a:rect b="b" l="l" r="r" t="t"/>
              <a:pathLst>
                <a:path extrusionOk="0" h="2241" w="630">
                  <a:moveTo>
                    <a:pt x="617" y="13"/>
                  </a:moveTo>
                  <a:cubicBezTo>
                    <a:pt x="629" y="13"/>
                    <a:pt x="589" y="51"/>
                    <a:pt x="551" y="130"/>
                  </a:cubicBezTo>
                  <a:cubicBezTo>
                    <a:pt x="510" y="208"/>
                    <a:pt x="472" y="315"/>
                    <a:pt x="431" y="444"/>
                  </a:cubicBezTo>
                  <a:cubicBezTo>
                    <a:pt x="365" y="709"/>
                    <a:pt x="302" y="1048"/>
                    <a:pt x="261" y="1297"/>
                  </a:cubicBezTo>
                  <a:cubicBezTo>
                    <a:pt x="183" y="1822"/>
                    <a:pt x="158" y="2240"/>
                    <a:pt x="92" y="2240"/>
                  </a:cubicBezTo>
                  <a:cubicBezTo>
                    <a:pt x="51" y="2240"/>
                    <a:pt x="26" y="2136"/>
                    <a:pt x="13" y="1967"/>
                  </a:cubicBezTo>
                  <a:cubicBezTo>
                    <a:pt x="0" y="1781"/>
                    <a:pt x="13" y="1545"/>
                    <a:pt x="51" y="1272"/>
                  </a:cubicBezTo>
                  <a:cubicBezTo>
                    <a:pt x="92" y="995"/>
                    <a:pt x="195" y="668"/>
                    <a:pt x="315" y="407"/>
                  </a:cubicBezTo>
                  <a:cubicBezTo>
                    <a:pt x="365" y="275"/>
                    <a:pt x="431" y="158"/>
                    <a:pt x="497" y="92"/>
                  </a:cubicBezTo>
                  <a:cubicBezTo>
                    <a:pt x="563" y="26"/>
                    <a:pt x="617" y="1"/>
                    <a:pt x="617"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6" name="Google Shape;486;p15"/>
            <p:cNvSpPr/>
            <p:nvPr/>
          </p:nvSpPr>
          <p:spPr>
            <a:xfrm>
              <a:off x="3583427" y="1512649"/>
              <a:ext cx="159038" cy="112160"/>
            </a:xfrm>
            <a:custGeom>
              <a:rect b="b" l="l" r="r" t="t"/>
              <a:pathLst>
                <a:path extrusionOk="0" h="1682" w="2385">
                  <a:moveTo>
                    <a:pt x="1244" y="0"/>
                  </a:moveTo>
                  <a:cubicBezTo>
                    <a:pt x="1210" y="0"/>
                    <a:pt x="1175" y="1"/>
                    <a:pt x="1139" y="3"/>
                  </a:cubicBezTo>
                  <a:cubicBezTo>
                    <a:pt x="497" y="29"/>
                    <a:pt x="0" y="434"/>
                    <a:pt x="26" y="893"/>
                  </a:cubicBezTo>
                  <a:cubicBezTo>
                    <a:pt x="50" y="1349"/>
                    <a:pt x="552" y="1681"/>
                    <a:pt x="1164" y="1681"/>
                  </a:cubicBezTo>
                  <a:cubicBezTo>
                    <a:pt x="1186" y="1681"/>
                    <a:pt x="1208" y="1681"/>
                    <a:pt x="1230" y="1680"/>
                  </a:cubicBezTo>
                  <a:cubicBezTo>
                    <a:pt x="1888" y="1642"/>
                    <a:pt x="2385" y="1233"/>
                    <a:pt x="2359" y="777"/>
                  </a:cubicBezTo>
                  <a:cubicBezTo>
                    <a:pt x="2333" y="331"/>
                    <a:pt x="1850" y="0"/>
                    <a:pt x="124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15"/>
            <p:cNvSpPr/>
            <p:nvPr/>
          </p:nvSpPr>
          <p:spPr>
            <a:xfrm>
              <a:off x="3390245" y="1521585"/>
              <a:ext cx="127630" cy="186111"/>
            </a:xfrm>
            <a:custGeom>
              <a:rect b="b" l="l" r="r" t="t"/>
              <a:pathLst>
                <a:path extrusionOk="0" h="2791" w="1914">
                  <a:moveTo>
                    <a:pt x="1251" y="0"/>
                  </a:moveTo>
                  <a:cubicBezTo>
                    <a:pt x="775" y="0"/>
                    <a:pt x="313" y="499"/>
                    <a:pt x="158" y="1193"/>
                  </a:cubicBezTo>
                  <a:cubicBezTo>
                    <a:pt x="1" y="1951"/>
                    <a:pt x="303" y="2659"/>
                    <a:pt x="812" y="2779"/>
                  </a:cubicBezTo>
                  <a:cubicBezTo>
                    <a:pt x="854" y="2787"/>
                    <a:pt x="893" y="2791"/>
                    <a:pt x="930" y="2791"/>
                  </a:cubicBezTo>
                  <a:cubicBezTo>
                    <a:pt x="1366" y="2791"/>
                    <a:pt x="1532" y="2247"/>
                    <a:pt x="1677" y="1546"/>
                  </a:cubicBezTo>
                  <a:cubicBezTo>
                    <a:pt x="1847" y="785"/>
                    <a:pt x="1913" y="118"/>
                    <a:pt x="1388" y="14"/>
                  </a:cubicBezTo>
                  <a:cubicBezTo>
                    <a:pt x="1342" y="5"/>
                    <a:pt x="1297" y="0"/>
                    <a:pt x="125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15"/>
            <p:cNvSpPr/>
            <p:nvPr/>
          </p:nvSpPr>
          <p:spPr>
            <a:xfrm>
              <a:off x="3453194" y="1539923"/>
              <a:ext cx="42010" cy="149369"/>
            </a:xfrm>
            <a:custGeom>
              <a:rect b="b" l="l" r="r" t="t"/>
              <a:pathLst>
                <a:path extrusionOk="0" h="2240" w="630">
                  <a:moveTo>
                    <a:pt x="629" y="13"/>
                  </a:moveTo>
                  <a:cubicBezTo>
                    <a:pt x="629" y="13"/>
                    <a:pt x="601" y="54"/>
                    <a:pt x="563" y="132"/>
                  </a:cubicBezTo>
                  <a:cubicBezTo>
                    <a:pt x="510" y="211"/>
                    <a:pt x="472" y="315"/>
                    <a:pt x="444" y="447"/>
                  </a:cubicBezTo>
                  <a:cubicBezTo>
                    <a:pt x="365" y="708"/>
                    <a:pt x="302" y="1047"/>
                    <a:pt x="261" y="1296"/>
                  </a:cubicBezTo>
                  <a:cubicBezTo>
                    <a:pt x="183" y="1821"/>
                    <a:pt x="158" y="2239"/>
                    <a:pt x="92" y="2239"/>
                  </a:cubicBezTo>
                  <a:cubicBezTo>
                    <a:pt x="51" y="2239"/>
                    <a:pt x="25" y="2136"/>
                    <a:pt x="13" y="1966"/>
                  </a:cubicBezTo>
                  <a:cubicBezTo>
                    <a:pt x="0" y="1783"/>
                    <a:pt x="13" y="1548"/>
                    <a:pt x="51" y="1271"/>
                  </a:cubicBezTo>
                  <a:cubicBezTo>
                    <a:pt x="92" y="997"/>
                    <a:pt x="195" y="667"/>
                    <a:pt x="315" y="406"/>
                  </a:cubicBezTo>
                  <a:cubicBezTo>
                    <a:pt x="365" y="274"/>
                    <a:pt x="431" y="157"/>
                    <a:pt x="497" y="91"/>
                  </a:cubicBezTo>
                  <a:cubicBezTo>
                    <a:pt x="563" y="25"/>
                    <a:pt x="617" y="0"/>
                    <a:pt x="629"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5_1">
    <p:spTree>
      <p:nvGrpSpPr>
        <p:cNvPr id="489" name="Shape 489"/>
        <p:cNvGrpSpPr/>
        <p:nvPr/>
      </p:nvGrpSpPr>
      <p:grpSpPr>
        <a:xfrm>
          <a:off x="0" y="0"/>
          <a:ext cx="0" cy="0"/>
          <a:chOff x="0" y="0"/>
          <a:chExt cx="0" cy="0"/>
        </a:xfrm>
      </p:grpSpPr>
      <p:sp>
        <p:nvSpPr>
          <p:cNvPr id="490" name="Google Shape;490;p16"/>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491" name="Google Shape;491;p16"/>
          <p:cNvGrpSpPr/>
          <p:nvPr/>
        </p:nvGrpSpPr>
        <p:grpSpPr>
          <a:xfrm rot="383285">
            <a:off x="-206230" y="-236781"/>
            <a:ext cx="2156495" cy="2387794"/>
            <a:chOff x="1180196" y="1611644"/>
            <a:chExt cx="1265489" cy="1401221"/>
          </a:xfrm>
        </p:grpSpPr>
        <p:sp>
          <p:nvSpPr>
            <p:cNvPr id="492" name="Google Shape;492;p16"/>
            <p:cNvSpPr/>
            <p:nvPr/>
          </p:nvSpPr>
          <p:spPr>
            <a:xfrm>
              <a:off x="1368110" y="1764685"/>
              <a:ext cx="719237" cy="825996"/>
            </a:xfrm>
            <a:custGeom>
              <a:rect b="b" l="l" r="r" t="t"/>
              <a:pathLst>
                <a:path extrusionOk="0" h="12387" w="10786">
                  <a:moveTo>
                    <a:pt x="394" y="7275"/>
                  </a:moveTo>
                  <a:cubicBezTo>
                    <a:pt x="236" y="7392"/>
                    <a:pt x="133" y="7549"/>
                    <a:pt x="79" y="7719"/>
                  </a:cubicBezTo>
                  <a:cubicBezTo>
                    <a:pt x="1" y="7942"/>
                    <a:pt x="38" y="8178"/>
                    <a:pt x="183" y="8364"/>
                  </a:cubicBezTo>
                  <a:lnTo>
                    <a:pt x="497" y="8757"/>
                  </a:lnTo>
                  <a:lnTo>
                    <a:pt x="604" y="8873"/>
                  </a:lnTo>
                  <a:cubicBezTo>
                    <a:pt x="762" y="9071"/>
                    <a:pt x="1035" y="9134"/>
                    <a:pt x="1312" y="9084"/>
                  </a:cubicBezTo>
                  <a:cubicBezTo>
                    <a:pt x="1454" y="9043"/>
                    <a:pt x="1586" y="8977"/>
                    <a:pt x="1718" y="8886"/>
                  </a:cubicBezTo>
                  <a:lnTo>
                    <a:pt x="4549" y="6580"/>
                  </a:lnTo>
                  <a:lnTo>
                    <a:pt x="2347" y="10892"/>
                  </a:lnTo>
                  <a:cubicBezTo>
                    <a:pt x="2256" y="11062"/>
                    <a:pt x="2215" y="11245"/>
                    <a:pt x="2240" y="11414"/>
                  </a:cubicBezTo>
                  <a:cubicBezTo>
                    <a:pt x="2268" y="11650"/>
                    <a:pt x="2385" y="11861"/>
                    <a:pt x="2583" y="11965"/>
                  </a:cubicBezTo>
                  <a:lnTo>
                    <a:pt x="3042" y="12201"/>
                  </a:lnTo>
                  <a:lnTo>
                    <a:pt x="3183" y="12267"/>
                  </a:lnTo>
                  <a:cubicBezTo>
                    <a:pt x="3407" y="12386"/>
                    <a:pt x="3684" y="12345"/>
                    <a:pt x="3907" y="12176"/>
                  </a:cubicBezTo>
                  <a:cubicBezTo>
                    <a:pt x="4036" y="12097"/>
                    <a:pt x="4127" y="11981"/>
                    <a:pt x="4206" y="11836"/>
                  </a:cubicBezTo>
                  <a:lnTo>
                    <a:pt x="8584" y="3316"/>
                  </a:lnTo>
                  <a:lnTo>
                    <a:pt x="10326" y="1900"/>
                  </a:lnTo>
                  <a:cubicBezTo>
                    <a:pt x="10694" y="1601"/>
                    <a:pt x="10785" y="1114"/>
                    <a:pt x="10537" y="815"/>
                  </a:cubicBezTo>
                  <a:lnTo>
                    <a:pt x="10446" y="696"/>
                  </a:lnTo>
                  <a:lnTo>
                    <a:pt x="10119" y="302"/>
                  </a:lnTo>
                  <a:cubicBezTo>
                    <a:pt x="9867" y="0"/>
                    <a:pt x="9370" y="0"/>
                    <a:pt x="9002" y="290"/>
                  </a:cubicBezTo>
                  <a:lnTo>
                    <a:pt x="8518" y="683"/>
                  </a:lnTo>
                  <a:lnTo>
                    <a:pt x="8414" y="630"/>
                  </a:lnTo>
                  <a:cubicBezTo>
                    <a:pt x="8059" y="447"/>
                    <a:pt x="7603" y="642"/>
                    <a:pt x="7392" y="1064"/>
                  </a:cubicBezTo>
                  <a:lnTo>
                    <a:pt x="6920" y="1979"/>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3" name="Google Shape;493;p16"/>
            <p:cNvSpPr/>
            <p:nvPr/>
          </p:nvSpPr>
          <p:spPr>
            <a:xfrm>
              <a:off x="1924578" y="1611644"/>
              <a:ext cx="145168" cy="114627"/>
            </a:xfrm>
            <a:custGeom>
              <a:rect b="b" l="l" r="r" t="t"/>
              <a:pathLst>
                <a:path extrusionOk="0" h="1719" w="2177">
                  <a:moveTo>
                    <a:pt x="1324" y="1533"/>
                  </a:moveTo>
                  <a:cubicBezTo>
                    <a:pt x="1850" y="1350"/>
                    <a:pt x="2177" y="903"/>
                    <a:pt x="2045" y="526"/>
                  </a:cubicBezTo>
                  <a:cubicBezTo>
                    <a:pt x="1916" y="158"/>
                    <a:pt x="1378" y="1"/>
                    <a:pt x="853" y="183"/>
                  </a:cubicBezTo>
                  <a:cubicBezTo>
                    <a:pt x="327" y="353"/>
                    <a:pt x="0" y="812"/>
                    <a:pt x="145" y="1180"/>
                  </a:cubicBezTo>
                  <a:cubicBezTo>
                    <a:pt x="277" y="1561"/>
                    <a:pt x="799" y="1718"/>
                    <a:pt x="1324" y="153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16"/>
            <p:cNvSpPr/>
            <p:nvPr/>
          </p:nvSpPr>
          <p:spPr>
            <a:xfrm>
              <a:off x="1228279" y="2027410"/>
              <a:ext cx="144168" cy="117295"/>
            </a:xfrm>
            <a:custGeom>
              <a:rect b="b" l="l" r="r" t="t"/>
              <a:pathLst>
                <a:path extrusionOk="0" h="1759" w="2162">
                  <a:moveTo>
                    <a:pt x="1441" y="1469"/>
                  </a:moveTo>
                  <a:cubicBezTo>
                    <a:pt x="1926" y="1180"/>
                    <a:pt x="2162" y="683"/>
                    <a:pt x="1967" y="356"/>
                  </a:cubicBezTo>
                  <a:cubicBezTo>
                    <a:pt x="1768" y="29"/>
                    <a:pt x="1218" y="1"/>
                    <a:pt x="721" y="290"/>
                  </a:cubicBezTo>
                  <a:cubicBezTo>
                    <a:pt x="237" y="567"/>
                    <a:pt x="1" y="1064"/>
                    <a:pt x="196" y="1391"/>
                  </a:cubicBezTo>
                  <a:cubicBezTo>
                    <a:pt x="394" y="1718"/>
                    <a:pt x="957" y="1759"/>
                    <a:pt x="1441" y="1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5" name="Google Shape;495;p16"/>
            <p:cNvSpPr/>
            <p:nvPr/>
          </p:nvSpPr>
          <p:spPr>
            <a:xfrm>
              <a:off x="1603107" y="1794218"/>
              <a:ext cx="152103" cy="117895"/>
            </a:xfrm>
            <a:custGeom>
              <a:rect b="b" l="l" r="r" t="t"/>
              <a:pathLst>
                <a:path extrusionOk="0" h="1768" w="2281">
                  <a:moveTo>
                    <a:pt x="1457" y="1507"/>
                  </a:moveTo>
                  <a:cubicBezTo>
                    <a:pt x="1994" y="1246"/>
                    <a:pt x="2281" y="746"/>
                    <a:pt x="2111" y="406"/>
                  </a:cubicBezTo>
                  <a:cubicBezTo>
                    <a:pt x="1941" y="66"/>
                    <a:pt x="1365" y="0"/>
                    <a:pt x="828" y="261"/>
                  </a:cubicBezTo>
                  <a:cubicBezTo>
                    <a:pt x="290" y="525"/>
                    <a:pt x="0" y="1022"/>
                    <a:pt x="173" y="1362"/>
                  </a:cubicBezTo>
                  <a:cubicBezTo>
                    <a:pt x="343" y="1705"/>
                    <a:pt x="919" y="1768"/>
                    <a:pt x="1457" y="150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16"/>
            <p:cNvSpPr/>
            <p:nvPr/>
          </p:nvSpPr>
          <p:spPr>
            <a:xfrm>
              <a:off x="1403857" y="1957592"/>
              <a:ext cx="94422" cy="121496"/>
            </a:xfrm>
            <a:custGeom>
              <a:rect b="b" l="l" r="r" t="t"/>
              <a:pathLst>
                <a:path extrusionOk="0" h="1822" w="1416">
                  <a:moveTo>
                    <a:pt x="592" y="1771"/>
                  </a:moveTo>
                  <a:cubicBezTo>
                    <a:pt x="931" y="1821"/>
                    <a:pt x="1274" y="1469"/>
                    <a:pt x="1337" y="997"/>
                  </a:cubicBezTo>
                  <a:cubicBezTo>
                    <a:pt x="1416" y="525"/>
                    <a:pt x="1180" y="91"/>
                    <a:pt x="828" y="41"/>
                  </a:cubicBezTo>
                  <a:cubicBezTo>
                    <a:pt x="472" y="0"/>
                    <a:pt x="132" y="340"/>
                    <a:pt x="66" y="812"/>
                  </a:cubicBezTo>
                  <a:cubicBezTo>
                    <a:pt x="0" y="1299"/>
                    <a:pt x="236" y="1718"/>
                    <a:pt x="592" y="177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16"/>
            <p:cNvSpPr/>
            <p:nvPr/>
          </p:nvSpPr>
          <p:spPr>
            <a:xfrm>
              <a:off x="2326723" y="1640792"/>
              <a:ext cx="118962" cy="143301"/>
            </a:xfrm>
            <a:custGeom>
              <a:rect b="b" l="l" r="r" t="t"/>
              <a:pathLst>
                <a:path extrusionOk="0" h="2149" w="1784">
                  <a:moveTo>
                    <a:pt x="236" y="787"/>
                  </a:moveTo>
                  <a:cubicBezTo>
                    <a:pt x="0" y="1284"/>
                    <a:pt x="104" y="1822"/>
                    <a:pt x="472" y="1991"/>
                  </a:cubicBezTo>
                  <a:cubicBezTo>
                    <a:pt x="840" y="2149"/>
                    <a:pt x="1324" y="1875"/>
                    <a:pt x="1548" y="1378"/>
                  </a:cubicBezTo>
                  <a:cubicBezTo>
                    <a:pt x="1784" y="878"/>
                    <a:pt x="1664" y="340"/>
                    <a:pt x="1312" y="170"/>
                  </a:cubicBezTo>
                  <a:cubicBezTo>
                    <a:pt x="944" y="1"/>
                    <a:pt x="459" y="277"/>
                    <a:pt x="236" y="78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16"/>
            <p:cNvSpPr/>
            <p:nvPr/>
          </p:nvSpPr>
          <p:spPr>
            <a:xfrm>
              <a:off x="1425862" y="1826492"/>
              <a:ext cx="164306" cy="148569"/>
            </a:xfrm>
            <a:custGeom>
              <a:rect b="b" l="l" r="r" t="t"/>
              <a:pathLst>
                <a:path extrusionOk="0" h="2228" w="2464">
                  <a:moveTo>
                    <a:pt x="878" y="1494"/>
                  </a:moveTo>
                  <a:cubicBezTo>
                    <a:pt x="1400" y="1913"/>
                    <a:pt x="1888" y="2227"/>
                    <a:pt x="2174" y="1875"/>
                  </a:cubicBezTo>
                  <a:cubicBezTo>
                    <a:pt x="2463" y="1520"/>
                    <a:pt x="2265" y="906"/>
                    <a:pt x="1743" y="485"/>
                  </a:cubicBezTo>
                  <a:cubicBezTo>
                    <a:pt x="1230" y="54"/>
                    <a:pt x="576" y="0"/>
                    <a:pt x="287" y="356"/>
                  </a:cubicBezTo>
                  <a:cubicBezTo>
                    <a:pt x="1" y="696"/>
                    <a:pt x="353" y="1076"/>
                    <a:pt x="878" y="149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9" name="Google Shape;499;p16"/>
            <p:cNvSpPr/>
            <p:nvPr/>
          </p:nvSpPr>
          <p:spPr>
            <a:xfrm>
              <a:off x="1599715" y="2593958"/>
              <a:ext cx="156504" cy="124229"/>
            </a:xfrm>
            <a:custGeom>
              <a:rect b="b" l="l" r="r" t="t"/>
              <a:pathLst>
                <a:path extrusionOk="0" h="1863" w="2347">
                  <a:moveTo>
                    <a:pt x="931" y="170"/>
                  </a:moveTo>
                  <a:cubicBezTo>
                    <a:pt x="356" y="353"/>
                    <a:pt x="0" y="840"/>
                    <a:pt x="132" y="1259"/>
                  </a:cubicBezTo>
                  <a:cubicBezTo>
                    <a:pt x="277" y="1677"/>
                    <a:pt x="840" y="1863"/>
                    <a:pt x="1415" y="1690"/>
                  </a:cubicBezTo>
                  <a:cubicBezTo>
                    <a:pt x="1991" y="1507"/>
                    <a:pt x="2346" y="1023"/>
                    <a:pt x="2202" y="605"/>
                  </a:cubicBezTo>
                  <a:cubicBezTo>
                    <a:pt x="2070" y="183"/>
                    <a:pt x="1494" y="1"/>
                    <a:pt x="931" y="17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16"/>
            <p:cNvSpPr/>
            <p:nvPr/>
          </p:nvSpPr>
          <p:spPr>
            <a:xfrm>
              <a:off x="1456412" y="2705786"/>
              <a:ext cx="113560" cy="147702"/>
            </a:xfrm>
            <a:custGeom>
              <a:rect b="b" l="l" r="r" t="t"/>
              <a:pathLst>
                <a:path extrusionOk="0" h="2215" w="1703">
                  <a:moveTo>
                    <a:pt x="1652" y="1180"/>
                  </a:moveTo>
                  <a:cubicBezTo>
                    <a:pt x="1703" y="591"/>
                    <a:pt x="1375" y="79"/>
                    <a:pt x="945" y="41"/>
                  </a:cubicBezTo>
                  <a:cubicBezTo>
                    <a:pt x="498" y="0"/>
                    <a:pt x="105" y="447"/>
                    <a:pt x="51" y="1035"/>
                  </a:cubicBezTo>
                  <a:cubicBezTo>
                    <a:pt x="1" y="1626"/>
                    <a:pt x="315" y="2136"/>
                    <a:pt x="759" y="2177"/>
                  </a:cubicBezTo>
                  <a:cubicBezTo>
                    <a:pt x="1206" y="2214"/>
                    <a:pt x="1599" y="1771"/>
                    <a:pt x="1652" y="118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1" name="Google Shape;501;p16"/>
            <p:cNvSpPr/>
            <p:nvPr/>
          </p:nvSpPr>
          <p:spPr>
            <a:xfrm>
              <a:off x="2095558" y="1708737"/>
              <a:ext cx="173108" cy="115427"/>
            </a:xfrm>
            <a:custGeom>
              <a:rect b="b" l="l" r="r" t="t"/>
              <a:pathLst>
                <a:path extrusionOk="0" h="1731" w="2596">
                  <a:moveTo>
                    <a:pt x="1523" y="1548"/>
                  </a:moveTo>
                  <a:cubicBezTo>
                    <a:pt x="2177" y="1375"/>
                    <a:pt x="2595" y="878"/>
                    <a:pt x="2466" y="431"/>
                  </a:cubicBezTo>
                  <a:cubicBezTo>
                    <a:pt x="2334" y="0"/>
                    <a:pt x="1825" y="79"/>
                    <a:pt x="1180" y="261"/>
                  </a:cubicBezTo>
                  <a:cubicBezTo>
                    <a:pt x="538" y="447"/>
                    <a:pt x="0" y="655"/>
                    <a:pt x="132" y="1089"/>
                  </a:cubicBezTo>
                  <a:cubicBezTo>
                    <a:pt x="252" y="1520"/>
                    <a:pt x="881" y="1730"/>
                    <a:pt x="1523" y="154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2" name="Google Shape;502;p16"/>
            <p:cNvSpPr/>
            <p:nvPr/>
          </p:nvSpPr>
          <p:spPr>
            <a:xfrm>
              <a:off x="1680002" y="2836019"/>
              <a:ext cx="141634" cy="166973"/>
            </a:xfrm>
            <a:custGeom>
              <a:rect b="b" l="l" r="r" t="t"/>
              <a:pathLst>
                <a:path extrusionOk="0" h="2504" w="2124">
                  <a:moveTo>
                    <a:pt x="369" y="261"/>
                  </a:moveTo>
                  <a:cubicBezTo>
                    <a:pt x="1" y="513"/>
                    <a:pt x="1" y="1167"/>
                    <a:pt x="381" y="1718"/>
                  </a:cubicBezTo>
                  <a:cubicBezTo>
                    <a:pt x="762" y="2268"/>
                    <a:pt x="1378" y="2504"/>
                    <a:pt x="1759" y="2243"/>
                  </a:cubicBezTo>
                  <a:cubicBezTo>
                    <a:pt x="2124" y="1991"/>
                    <a:pt x="1888" y="1535"/>
                    <a:pt x="1510" y="985"/>
                  </a:cubicBezTo>
                  <a:cubicBezTo>
                    <a:pt x="1117" y="434"/>
                    <a:pt x="749" y="0"/>
                    <a:pt x="369" y="2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3" name="Google Shape;503;p16"/>
            <p:cNvSpPr/>
            <p:nvPr/>
          </p:nvSpPr>
          <p:spPr>
            <a:xfrm>
              <a:off x="1416989" y="1835703"/>
              <a:ext cx="444039" cy="732107"/>
            </a:xfrm>
            <a:custGeom>
              <a:rect b="b" l="l" r="r" t="t"/>
              <a:pathLst>
                <a:path extrusionOk="0" h="10979" w="6659">
                  <a:moveTo>
                    <a:pt x="5918" y="0"/>
                  </a:moveTo>
                  <a:cubicBezTo>
                    <a:pt x="5631" y="0"/>
                    <a:pt x="5335" y="183"/>
                    <a:pt x="5177" y="496"/>
                  </a:cubicBezTo>
                  <a:lnTo>
                    <a:pt x="120" y="10324"/>
                  </a:lnTo>
                  <a:cubicBezTo>
                    <a:pt x="41" y="10494"/>
                    <a:pt x="0" y="10680"/>
                    <a:pt x="29" y="10850"/>
                  </a:cubicBezTo>
                  <a:cubicBezTo>
                    <a:pt x="143" y="10792"/>
                    <a:pt x="283" y="10762"/>
                    <a:pt x="435" y="10762"/>
                  </a:cubicBezTo>
                  <a:cubicBezTo>
                    <a:pt x="632" y="10762"/>
                    <a:pt x="849" y="10811"/>
                    <a:pt x="1063" y="10916"/>
                  </a:cubicBezTo>
                  <a:cubicBezTo>
                    <a:pt x="1089" y="10941"/>
                    <a:pt x="1129" y="10953"/>
                    <a:pt x="1167" y="10979"/>
                  </a:cubicBezTo>
                  <a:lnTo>
                    <a:pt x="6659" y="301"/>
                  </a:lnTo>
                  <a:lnTo>
                    <a:pt x="6200" y="65"/>
                  </a:lnTo>
                  <a:cubicBezTo>
                    <a:pt x="6111" y="21"/>
                    <a:pt x="6015" y="0"/>
                    <a:pt x="591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16"/>
            <p:cNvSpPr/>
            <p:nvPr/>
          </p:nvSpPr>
          <p:spPr>
            <a:xfrm>
              <a:off x="1494809" y="1855708"/>
              <a:ext cx="405430" cy="755113"/>
            </a:xfrm>
            <a:custGeom>
              <a:rect b="b" l="l" r="r" t="t"/>
              <a:pathLst>
                <a:path extrusionOk="0" h="11324" w="6080">
                  <a:moveTo>
                    <a:pt x="5492" y="1"/>
                  </a:moveTo>
                  <a:lnTo>
                    <a:pt x="0" y="10679"/>
                  </a:lnTo>
                  <a:cubicBezTo>
                    <a:pt x="277" y="10851"/>
                    <a:pt x="459" y="11087"/>
                    <a:pt x="525" y="11323"/>
                  </a:cubicBezTo>
                  <a:cubicBezTo>
                    <a:pt x="642" y="11229"/>
                    <a:pt x="749" y="11113"/>
                    <a:pt x="827" y="10968"/>
                  </a:cubicBezTo>
                  <a:lnTo>
                    <a:pt x="5872" y="1139"/>
                  </a:lnTo>
                  <a:cubicBezTo>
                    <a:pt x="6080" y="733"/>
                    <a:pt x="5976" y="249"/>
                    <a:pt x="5624" y="63"/>
                  </a:cubicBezTo>
                  <a:lnTo>
                    <a:pt x="5492"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5" name="Google Shape;505;p16"/>
            <p:cNvSpPr/>
            <p:nvPr/>
          </p:nvSpPr>
          <p:spPr>
            <a:xfrm>
              <a:off x="1418856" y="2553284"/>
              <a:ext cx="111026" cy="67283"/>
            </a:xfrm>
            <a:custGeom>
              <a:rect b="b" l="l" r="r" t="t"/>
              <a:pathLst>
                <a:path extrusionOk="0" h="1009" w="1665">
                  <a:moveTo>
                    <a:pt x="407" y="1"/>
                  </a:moveTo>
                  <a:cubicBezTo>
                    <a:pt x="255" y="1"/>
                    <a:pt x="115" y="31"/>
                    <a:pt x="1" y="89"/>
                  </a:cubicBezTo>
                  <a:cubicBezTo>
                    <a:pt x="13" y="337"/>
                    <a:pt x="142" y="532"/>
                    <a:pt x="340" y="639"/>
                  </a:cubicBezTo>
                  <a:lnTo>
                    <a:pt x="800" y="875"/>
                  </a:lnTo>
                  <a:lnTo>
                    <a:pt x="944" y="941"/>
                  </a:lnTo>
                  <a:cubicBezTo>
                    <a:pt x="1031" y="987"/>
                    <a:pt x="1127" y="1009"/>
                    <a:pt x="1225" y="1009"/>
                  </a:cubicBezTo>
                  <a:cubicBezTo>
                    <a:pt x="1375" y="1009"/>
                    <a:pt x="1529" y="957"/>
                    <a:pt x="1664" y="862"/>
                  </a:cubicBezTo>
                  <a:cubicBezTo>
                    <a:pt x="1598" y="626"/>
                    <a:pt x="1416" y="390"/>
                    <a:pt x="1139" y="218"/>
                  </a:cubicBezTo>
                  <a:cubicBezTo>
                    <a:pt x="1101" y="192"/>
                    <a:pt x="1061" y="180"/>
                    <a:pt x="1035" y="155"/>
                  </a:cubicBezTo>
                  <a:cubicBezTo>
                    <a:pt x="821" y="50"/>
                    <a:pt x="604" y="1"/>
                    <a:pt x="407"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6" name="Google Shape;506;p16"/>
            <p:cNvSpPr/>
            <p:nvPr/>
          </p:nvSpPr>
          <p:spPr>
            <a:xfrm>
              <a:off x="1274553" y="1803295"/>
              <a:ext cx="690497" cy="546997"/>
            </a:xfrm>
            <a:custGeom>
              <a:rect b="b" l="l" r="r" t="t"/>
              <a:pathLst>
                <a:path extrusionOk="0" h="8203" w="10355">
                  <a:moveTo>
                    <a:pt x="9516" y="1"/>
                  </a:moveTo>
                  <a:cubicBezTo>
                    <a:pt x="9315" y="1"/>
                    <a:pt x="9101" y="73"/>
                    <a:pt x="8927" y="220"/>
                  </a:cubicBezTo>
                  <a:lnTo>
                    <a:pt x="303" y="7193"/>
                  </a:lnTo>
                  <a:cubicBezTo>
                    <a:pt x="158" y="7325"/>
                    <a:pt x="54" y="7483"/>
                    <a:pt x="1" y="7640"/>
                  </a:cubicBezTo>
                  <a:cubicBezTo>
                    <a:pt x="22" y="7638"/>
                    <a:pt x="44" y="7637"/>
                    <a:pt x="66" y="7637"/>
                  </a:cubicBezTo>
                  <a:cubicBezTo>
                    <a:pt x="352" y="7637"/>
                    <a:pt x="674" y="7808"/>
                    <a:pt x="919" y="8112"/>
                  </a:cubicBezTo>
                  <a:cubicBezTo>
                    <a:pt x="957" y="8137"/>
                    <a:pt x="969" y="8178"/>
                    <a:pt x="998" y="8203"/>
                  </a:cubicBezTo>
                  <a:lnTo>
                    <a:pt x="10355" y="629"/>
                  </a:lnTo>
                  <a:lnTo>
                    <a:pt x="10040" y="220"/>
                  </a:lnTo>
                  <a:cubicBezTo>
                    <a:pt x="9915" y="76"/>
                    <a:pt x="9722" y="1"/>
                    <a:pt x="951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16"/>
            <p:cNvSpPr/>
            <p:nvPr/>
          </p:nvSpPr>
          <p:spPr>
            <a:xfrm>
              <a:off x="1341036" y="1845239"/>
              <a:ext cx="647554" cy="558333"/>
            </a:xfrm>
            <a:custGeom>
              <a:rect b="b" l="l" r="r" t="t"/>
              <a:pathLst>
                <a:path extrusionOk="0" h="8373" w="9711">
                  <a:moveTo>
                    <a:pt x="9358" y="0"/>
                  </a:moveTo>
                  <a:lnTo>
                    <a:pt x="1" y="7574"/>
                  </a:lnTo>
                  <a:cubicBezTo>
                    <a:pt x="183" y="7835"/>
                    <a:pt x="262" y="8137"/>
                    <a:pt x="224" y="8373"/>
                  </a:cubicBezTo>
                  <a:cubicBezTo>
                    <a:pt x="366" y="8348"/>
                    <a:pt x="510" y="8282"/>
                    <a:pt x="642" y="8178"/>
                  </a:cubicBezTo>
                  <a:lnTo>
                    <a:pt x="9251" y="1192"/>
                  </a:lnTo>
                  <a:cubicBezTo>
                    <a:pt x="9619" y="903"/>
                    <a:pt x="9710" y="419"/>
                    <a:pt x="9462" y="117"/>
                  </a:cubicBezTo>
                  <a:lnTo>
                    <a:pt x="9358"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8" name="Google Shape;508;p16"/>
            <p:cNvSpPr/>
            <p:nvPr/>
          </p:nvSpPr>
          <p:spPr>
            <a:xfrm>
              <a:off x="1269352" y="2312490"/>
              <a:ext cx="89155" cy="92622"/>
            </a:xfrm>
            <a:custGeom>
              <a:rect b="b" l="l" r="r" t="t"/>
              <a:pathLst>
                <a:path extrusionOk="0" h="1389" w="1337">
                  <a:moveTo>
                    <a:pt x="144" y="1"/>
                  </a:moveTo>
                  <a:cubicBezTo>
                    <a:pt x="122" y="1"/>
                    <a:pt x="100" y="2"/>
                    <a:pt x="79" y="4"/>
                  </a:cubicBezTo>
                  <a:cubicBezTo>
                    <a:pt x="0" y="227"/>
                    <a:pt x="25" y="476"/>
                    <a:pt x="170" y="646"/>
                  </a:cubicBezTo>
                  <a:lnTo>
                    <a:pt x="497" y="1039"/>
                  </a:lnTo>
                  <a:lnTo>
                    <a:pt x="604" y="1155"/>
                  </a:lnTo>
                  <a:cubicBezTo>
                    <a:pt x="725" y="1307"/>
                    <a:pt x="914" y="1389"/>
                    <a:pt x="1114" y="1389"/>
                  </a:cubicBezTo>
                  <a:cubicBezTo>
                    <a:pt x="1175" y="1389"/>
                    <a:pt x="1238" y="1381"/>
                    <a:pt x="1299" y="1366"/>
                  </a:cubicBezTo>
                  <a:cubicBezTo>
                    <a:pt x="1337" y="1130"/>
                    <a:pt x="1258" y="828"/>
                    <a:pt x="1076" y="567"/>
                  </a:cubicBezTo>
                  <a:cubicBezTo>
                    <a:pt x="1047" y="542"/>
                    <a:pt x="1035" y="501"/>
                    <a:pt x="997" y="476"/>
                  </a:cubicBezTo>
                  <a:cubicBezTo>
                    <a:pt x="752" y="172"/>
                    <a:pt x="430" y="1"/>
                    <a:pt x="144"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16"/>
            <p:cNvSpPr/>
            <p:nvPr/>
          </p:nvSpPr>
          <p:spPr>
            <a:xfrm>
              <a:off x="1900178" y="1640787"/>
              <a:ext cx="145234" cy="100290"/>
            </a:xfrm>
            <a:custGeom>
              <a:rect b="b" l="l" r="r" t="t"/>
              <a:pathLst>
                <a:path extrusionOk="0" h="1504" w="2178">
                  <a:moveTo>
                    <a:pt x="1293" y="0"/>
                  </a:moveTo>
                  <a:cubicBezTo>
                    <a:pt x="1152" y="0"/>
                    <a:pt x="1003" y="25"/>
                    <a:pt x="853" y="78"/>
                  </a:cubicBezTo>
                  <a:cubicBezTo>
                    <a:pt x="331" y="261"/>
                    <a:pt x="1" y="707"/>
                    <a:pt x="133" y="1085"/>
                  </a:cubicBezTo>
                  <a:cubicBezTo>
                    <a:pt x="228" y="1348"/>
                    <a:pt x="530" y="1504"/>
                    <a:pt x="886" y="1504"/>
                  </a:cubicBezTo>
                  <a:cubicBezTo>
                    <a:pt x="1027" y="1504"/>
                    <a:pt x="1177" y="1479"/>
                    <a:pt x="1325" y="1428"/>
                  </a:cubicBezTo>
                  <a:cubicBezTo>
                    <a:pt x="1850" y="1258"/>
                    <a:pt x="2177" y="799"/>
                    <a:pt x="2045" y="431"/>
                  </a:cubicBezTo>
                  <a:cubicBezTo>
                    <a:pt x="1944" y="158"/>
                    <a:pt x="1647" y="0"/>
                    <a:pt x="12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0" name="Google Shape;510;p16"/>
            <p:cNvSpPr/>
            <p:nvPr/>
          </p:nvSpPr>
          <p:spPr>
            <a:xfrm>
              <a:off x="1180196" y="2067295"/>
              <a:ext cx="144368" cy="105092"/>
            </a:xfrm>
            <a:custGeom>
              <a:rect b="b" l="l" r="r" t="t"/>
              <a:pathLst>
                <a:path extrusionOk="0" h="1576" w="2165">
                  <a:moveTo>
                    <a:pt x="1387" y="0"/>
                  </a:moveTo>
                  <a:cubicBezTo>
                    <a:pt x="1176" y="0"/>
                    <a:pt x="940" y="63"/>
                    <a:pt x="721" y="193"/>
                  </a:cubicBezTo>
                  <a:cubicBezTo>
                    <a:pt x="236" y="482"/>
                    <a:pt x="0" y="979"/>
                    <a:pt x="199" y="1309"/>
                  </a:cubicBezTo>
                  <a:cubicBezTo>
                    <a:pt x="304" y="1487"/>
                    <a:pt x="519" y="1576"/>
                    <a:pt x="770" y="1576"/>
                  </a:cubicBezTo>
                  <a:cubicBezTo>
                    <a:pt x="982" y="1576"/>
                    <a:pt x="1220" y="1513"/>
                    <a:pt x="1441" y="1388"/>
                  </a:cubicBezTo>
                  <a:cubicBezTo>
                    <a:pt x="1928" y="1099"/>
                    <a:pt x="2164" y="602"/>
                    <a:pt x="1966" y="272"/>
                  </a:cubicBezTo>
                  <a:cubicBezTo>
                    <a:pt x="1859" y="92"/>
                    <a:pt x="1642" y="0"/>
                    <a:pt x="138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1" name="Google Shape;511;p16"/>
            <p:cNvSpPr/>
            <p:nvPr/>
          </p:nvSpPr>
          <p:spPr>
            <a:xfrm>
              <a:off x="1202868" y="2090634"/>
              <a:ext cx="94422" cy="61281"/>
            </a:xfrm>
            <a:custGeom>
              <a:rect b="b" l="l" r="r" t="t"/>
              <a:pathLst>
                <a:path extrusionOk="0" h="919" w="1416">
                  <a:moveTo>
                    <a:pt x="0" y="881"/>
                  </a:moveTo>
                  <a:cubicBezTo>
                    <a:pt x="0" y="865"/>
                    <a:pt x="41" y="865"/>
                    <a:pt x="107" y="852"/>
                  </a:cubicBezTo>
                  <a:cubicBezTo>
                    <a:pt x="173" y="852"/>
                    <a:pt x="264" y="827"/>
                    <a:pt x="355" y="786"/>
                  </a:cubicBezTo>
                  <a:cubicBezTo>
                    <a:pt x="447" y="736"/>
                    <a:pt x="538" y="670"/>
                    <a:pt x="604" y="591"/>
                  </a:cubicBezTo>
                  <a:cubicBezTo>
                    <a:pt x="670" y="513"/>
                    <a:pt x="708" y="409"/>
                    <a:pt x="761" y="330"/>
                  </a:cubicBezTo>
                  <a:cubicBezTo>
                    <a:pt x="815" y="236"/>
                    <a:pt x="881" y="145"/>
                    <a:pt x="972" y="79"/>
                  </a:cubicBezTo>
                  <a:cubicBezTo>
                    <a:pt x="1022" y="54"/>
                    <a:pt x="1063" y="28"/>
                    <a:pt x="1117" y="16"/>
                  </a:cubicBezTo>
                  <a:cubicBezTo>
                    <a:pt x="1167" y="0"/>
                    <a:pt x="1208" y="0"/>
                    <a:pt x="1246" y="16"/>
                  </a:cubicBezTo>
                  <a:cubicBezTo>
                    <a:pt x="1324" y="28"/>
                    <a:pt x="1378" y="66"/>
                    <a:pt x="1403" y="107"/>
                  </a:cubicBezTo>
                  <a:cubicBezTo>
                    <a:pt x="1415" y="145"/>
                    <a:pt x="1415" y="173"/>
                    <a:pt x="1403" y="173"/>
                  </a:cubicBezTo>
                  <a:cubicBezTo>
                    <a:pt x="1378" y="186"/>
                    <a:pt x="1337" y="132"/>
                    <a:pt x="1233" y="132"/>
                  </a:cubicBezTo>
                  <a:cubicBezTo>
                    <a:pt x="1180" y="132"/>
                    <a:pt x="1129" y="157"/>
                    <a:pt x="1063" y="198"/>
                  </a:cubicBezTo>
                  <a:cubicBezTo>
                    <a:pt x="1010" y="252"/>
                    <a:pt x="959" y="315"/>
                    <a:pt x="906" y="393"/>
                  </a:cubicBezTo>
                  <a:cubicBezTo>
                    <a:pt x="865" y="472"/>
                    <a:pt x="802" y="579"/>
                    <a:pt x="708" y="683"/>
                  </a:cubicBezTo>
                  <a:cubicBezTo>
                    <a:pt x="617" y="774"/>
                    <a:pt x="500" y="840"/>
                    <a:pt x="393" y="881"/>
                  </a:cubicBezTo>
                  <a:cubicBezTo>
                    <a:pt x="277" y="919"/>
                    <a:pt x="173" y="919"/>
                    <a:pt x="107" y="906"/>
                  </a:cubicBezTo>
                  <a:cubicBezTo>
                    <a:pt x="41" y="906"/>
                    <a:pt x="0" y="881"/>
                    <a:pt x="0" y="88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6"/>
            <p:cNvSpPr/>
            <p:nvPr/>
          </p:nvSpPr>
          <p:spPr>
            <a:xfrm>
              <a:off x="1554157" y="1834369"/>
              <a:ext cx="153170" cy="104558"/>
            </a:xfrm>
            <a:custGeom>
              <a:rect b="b" l="l" r="r" t="t"/>
              <a:pathLst>
                <a:path extrusionOk="0" h="1568" w="2297">
                  <a:moveTo>
                    <a:pt x="1497" y="1"/>
                  </a:moveTo>
                  <a:cubicBezTo>
                    <a:pt x="1293" y="1"/>
                    <a:pt x="1063" y="54"/>
                    <a:pt x="840" y="163"/>
                  </a:cubicBezTo>
                  <a:cubicBezTo>
                    <a:pt x="302" y="437"/>
                    <a:pt x="0" y="921"/>
                    <a:pt x="186" y="1264"/>
                  </a:cubicBezTo>
                  <a:cubicBezTo>
                    <a:pt x="285" y="1463"/>
                    <a:pt x="524" y="1568"/>
                    <a:pt x="810" y="1568"/>
                  </a:cubicBezTo>
                  <a:cubicBezTo>
                    <a:pt x="1012" y="1568"/>
                    <a:pt x="1239" y="1515"/>
                    <a:pt x="1457" y="1406"/>
                  </a:cubicBezTo>
                  <a:cubicBezTo>
                    <a:pt x="1994" y="1145"/>
                    <a:pt x="2296" y="648"/>
                    <a:pt x="2123" y="305"/>
                  </a:cubicBezTo>
                  <a:cubicBezTo>
                    <a:pt x="2024" y="106"/>
                    <a:pt x="1786" y="1"/>
                    <a:pt x="149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6"/>
            <p:cNvSpPr/>
            <p:nvPr/>
          </p:nvSpPr>
          <p:spPr>
            <a:xfrm>
              <a:off x="1575096" y="1859042"/>
              <a:ext cx="111226" cy="67416"/>
            </a:xfrm>
            <a:custGeom>
              <a:rect b="b" l="l" r="r" t="t"/>
              <a:pathLst>
                <a:path extrusionOk="0" h="1011" w="1668">
                  <a:moveTo>
                    <a:pt x="1652" y="1"/>
                  </a:moveTo>
                  <a:cubicBezTo>
                    <a:pt x="1652" y="1"/>
                    <a:pt x="1668" y="54"/>
                    <a:pt x="1640" y="133"/>
                  </a:cubicBezTo>
                  <a:cubicBezTo>
                    <a:pt x="1614" y="212"/>
                    <a:pt x="1548" y="328"/>
                    <a:pt x="1457" y="422"/>
                  </a:cubicBezTo>
                  <a:cubicBezTo>
                    <a:pt x="1404" y="473"/>
                    <a:pt x="1338" y="514"/>
                    <a:pt x="1275" y="551"/>
                  </a:cubicBezTo>
                  <a:cubicBezTo>
                    <a:pt x="1234" y="564"/>
                    <a:pt x="1196" y="580"/>
                    <a:pt x="1143" y="580"/>
                  </a:cubicBezTo>
                  <a:cubicBezTo>
                    <a:pt x="1089" y="580"/>
                    <a:pt x="1051" y="564"/>
                    <a:pt x="1010" y="551"/>
                  </a:cubicBezTo>
                  <a:cubicBezTo>
                    <a:pt x="973" y="539"/>
                    <a:pt x="944" y="539"/>
                    <a:pt x="919" y="526"/>
                  </a:cubicBezTo>
                  <a:cubicBezTo>
                    <a:pt x="882" y="526"/>
                    <a:pt x="853" y="514"/>
                    <a:pt x="828" y="514"/>
                  </a:cubicBezTo>
                  <a:cubicBezTo>
                    <a:pt x="762" y="514"/>
                    <a:pt x="709" y="514"/>
                    <a:pt x="658" y="526"/>
                  </a:cubicBezTo>
                  <a:cubicBezTo>
                    <a:pt x="435" y="551"/>
                    <a:pt x="278" y="683"/>
                    <a:pt x="186" y="800"/>
                  </a:cubicBezTo>
                  <a:cubicBezTo>
                    <a:pt x="95" y="919"/>
                    <a:pt x="54" y="1010"/>
                    <a:pt x="29" y="998"/>
                  </a:cubicBezTo>
                  <a:cubicBezTo>
                    <a:pt x="17" y="998"/>
                    <a:pt x="1" y="973"/>
                    <a:pt x="1" y="919"/>
                  </a:cubicBezTo>
                  <a:cubicBezTo>
                    <a:pt x="17" y="878"/>
                    <a:pt x="29" y="815"/>
                    <a:pt x="67" y="737"/>
                  </a:cubicBezTo>
                  <a:cubicBezTo>
                    <a:pt x="108" y="658"/>
                    <a:pt x="174" y="564"/>
                    <a:pt x="265" y="501"/>
                  </a:cubicBezTo>
                  <a:cubicBezTo>
                    <a:pt x="356" y="422"/>
                    <a:pt x="488" y="369"/>
                    <a:pt x="617" y="344"/>
                  </a:cubicBezTo>
                  <a:cubicBezTo>
                    <a:pt x="683" y="328"/>
                    <a:pt x="762" y="328"/>
                    <a:pt x="841" y="344"/>
                  </a:cubicBezTo>
                  <a:cubicBezTo>
                    <a:pt x="882" y="344"/>
                    <a:pt x="919" y="356"/>
                    <a:pt x="960" y="369"/>
                  </a:cubicBezTo>
                  <a:cubicBezTo>
                    <a:pt x="998" y="369"/>
                    <a:pt x="1039" y="394"/>
                    <a:pt x="1064" y="407"/>
                  </a:cubicBezTo>
                  <a:cubicBezTo>
                    <a:pt x="1089" y="422"/>
                    <a:pt x="1117" y="422"/>
                    <a:pt x="1143" y="422"/>
                  </a:cubicBezTo>
                  <a:cubicBezTo>
                    <a:pt x="1155" y="435"/>
                    <a:pt x="1180" y="422"/>
                    <a:pt x="1209" y="422"/>
                  </a:cubicBezTo>
                  <a:cubicBezTo>
                    <a:pt x="1275" y="394"/>
                    <a:pt x="1325" y="369"/>
                    <a:pt x="1378" y="328"/>
                  </a:cubicBezTo>
                  <a:cubicBezTo>
                    <a:pt x="1470" y="265"/>
                    <a:pt x="1536" y="186"/>
                    <a:pt x="1573" y="120"/>
                  </a:cubicBezTo>
                  <a:cubicBezTo>
                    <a:pt x="1627" y="42"/>
                    <a:pt x="1640" y="1"/>
                    <a:pt x="1652"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6"/>
            <p:cNvSpPr/>
            <p:nvPr/>
          </p:nvSpPr>
          <p:spPr>
            <a:xfrm>
              <a:off x="1355973" y="1994210"/>
              <a:ext cx="93356" cy="115294"/>
            </a:xfrm>
            <a:custGeom>
              <a:rect b="b" l="l" r="r" t="t"/>
              <a:pathLst>
                <a:path extrusionOk="0" h="1729" w="1400">
                  <a:moveTo>
                    <a:pt x="751" y="0"/>
                  </a:moveTo>
                  <a:cubicBezTo>
                    <a:pt x="426" y="0"/>
                    <a:pt x="124" y="328"/>
                    <a:pt x="63" y="779"/>
                  </a:cubicBezTo>
                  <a:cubicBezTo>
                    <a:pt x="0" y="1251"/>
                    <a:pt x="220" y="1682"/>
                    <a:pt x="576" y="1723"/>
                  </a:cubicBezTo>
                  <a:cubicBezTo>
                    <a:pt x="600" y="1727"/>
                    <a:pt x="624" y="1728"/>
                    <a:pt x="648" y="1728"/>
                  </a:cubicBezTo>
                  <a:cubicBezTo>
                    <a:pt x="974" y="1728"/>
                    <a:pt x="1275" y="1400"/>
                    <a:pt x="1337" y="949"/>
                  </a:cubicBezTo>
                  <a:cubicBezTo>
                    <a:pt x="1400" y="477"/>
                    <a:pt x="1180" y="59"/>
                    <a:pt x="824" y="6"/>
                  </a:cubicBezTo>
                  <a:cubicBezTo>
                    <a:pt x="800" y="2"/>
                    <a:pt x="776" y="0"/>
                    <a:pt x="75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6"/>
            <p:cNvSpPr/>
            <p:nvPr/>
          </p:nvSpPr>
          <p:spPr>
            <a:xfrm>
              <a:off x="1386381" y="2003345"/>
              <a:ext cx="33408" cy="97823"/>
            </a:xfrm>
            <a:custGeom>
              <a:rect b="b" l="l" r="r" t="t"/>
              <a:pathLst>
                <a:path extrusionOk="0" h="1467" w="501">
                  <a:moveTo>
                    <a:pt x="95" y="1454"/>
                  </a:moveTo>
                  <a:cubicBezTo>
                    <a:pt x="79" y="1441"/>
                    <a:pt x="107" y="1416"/>
                    <a:pt x="145" y="1375"/>
                  </a:cubicBezTo>
                  <a:cubicBezTo>
                    <a:pt x="198" y="1325"/>
                    <a:pt x="252" y="1259"/>
                    <a:pt x="290" y="1180"/>
                  </a:cubicBezTo>
                  <a:cubicBezTo>
                    <a:pt x="330" y="1102"/>
                    <a:pt x="330" y="995"/>
                    <a:pt x="302" y="916"/>
                  </a:cubicBezTo>
                  <a:cubicBezTo>
                    <a:pt x="290" y="878"/>
                    <a:pt x="264" y="853"/>
                    <a:pt x="223" y="812"/>
                  </a:cubicBezTo>
                  <a:cubicBezTo>
                    <a:pt x="186" y="774"/>
                    <a:pt x="145" y="721"/>
                    <a:pt x="120" y="680"/>
                  </a:cubicBezTo>
                  <a:cubicBezTo>
                    <a:pt x="54" y="589"/>
                    <a:pt x="16" y="485"/>
                    <a:pt x="16" y="394"/>
                  </a:cubicBezTo>
                  <a:cubicBezTo>
                    <a:pt x="0" y="340"/>
                    <a:pt x="0" y="303"/>
                    <a:pt x="16" y="249"/>
                  </a:cubicBezTo>
                  <a:cubicBezTo>
                    <a:pt x="16" y="208"/>
                    <a:pt x="28" y="171"/>
                    <a:pt x="54" y="130"/>
                  </a:cubicBezTo>
                  <a:cubicBezTo>
                    <a:pt x="95" y="67"/>
                    <a:pt x="145" y="26"/>
                    <a:pt x="198" y="13"/>
                  </a:cubicBezTo>
                  <a:cubicBezTo>
                    <a:pt x="236" y="1"/>
                    <a:pt x="264" y="26"/>
                    <a:pt x="264" y="38"/>
                  </a:cubicBezTo>
                  <a:cubicBezTo>
                    <a:pt x="264" y="51"/>
                    <a:pt x="252" y="67"/>
                    <a:pt x="223" y="79"/>
                  </a:cubicBezTo>
                  <a:cubicBezTo>
                    <a:pt x="211" y="105"/>
                    <a:pt x="198" y="130"/>
                    <a:pt x="186" y="183"/>
                  </a:cubicBezTo>
                  <a:cubicBezTo>
                    <a:pt x="173" y="237"/>
                    <a:pt x="173" y="287"/>
                    <a:pt x="186" y="366"/>
                  </a:cubicBezTo>
                  <a:cubicBezTo>
                    <a:pt x="198" y="432"/>
                    <a:pt x="223" y="510"/>
                    <a:pt x="264" y="576"/>
                  </a:cubicBezTo>
                  <a:cubicBezTo>
                    <a:pt x="290" y="617"/>
                    <a:pt x="315" y="642"/>
                    <a:pt x="356" y="696"/>
                  </a:cubicBezTo>
                  <a:cubicBezTo>
                    <a:pt x="368" y="708"/>
                    <a:pt x="393" y="734"/>
                    <a:pt x="409" y="759"/>
                  </a:cubicBezTo>
                  <a:cubicBezTo>
                    <a:pt x="434" y="787"/>
                    <a:pt x="447" y="825"/>
                    <a:pt x="459" y="866"/>
                  </a:cubicBezTo>
                  <a:cubicBezTo>
                    <a:pt x="500" y="995"/>
                    <a:pt x="459" y="1139"/>
                    <a:pt x="393" y="1231"/>
                  </a:cubicBezTo>
                  <a:cubicBezTo>
                    <a:pt x="330" y="1325"/>
                    <a:pt x="252" y="1375"/>
                    <a:pt x="186" y="1416"/>
                  </a:cubicBezTo>
                  <a:cubicBezTo>
                    <a:pt x="132" y="1454"/>
                    <a:pt x="95" y="1466"/>
                    <a:pt x="95" y="1454"/>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6"/>
            <p:cNvSpPr/>
            <p:nvPr/>
          </p:nvSpPr>
          <p:spPr>
            <a:xfrm>
              <a:off x="2276873" y="1669261"/>
              <a:ext cx="119028" cy="127764"/>
            </a:xfrm>
            <a:custGeom>
              <a:rect b="b" l="l" r="r" t="t"/>
              <a:pathLst>
                <a:path extrusionOk="0" h="1916" w="1785">
                  <a:moveTo>
                    <a:pt x="1084" y="0"/>
                  </a:moveTo>
                  <a:cubicBezTo>
                    <a:pt x="768" y="0"/>
                    <a:pt x="415" y="256"/>
                    <a:pt x="224" y="658"/>
                  </a:cubicBezTo>
                  <a:cubicBezTo>
                    <a:pt x="1" y="1158"/>
                    <a:pt x="108" y="1696"/>
                    <a:pt x="473" y="1866"/>
                  </a:cubicBezTo>
                  <a:cubicBezTo>
                    <a:pt x="546" y="1899"/>
                    <a:pt x="624" y="1916"/>
                    <a:pt x="704" y="1916"/>
                  </a:cubicBezTo>
                  <a:cubicBezTo>
                    <a:pt x="1024" y="1916"/>
                    <a:pt x="1370" y="1657"/>
                    <a:pt x="1548" y="1249"/>
                  </a:cubicBezTo>
                  <a:cubicBezTo>
                    <a:pt x="1784" y="752"/>
                    <a:pt x="1665" y="214"/>
                    <a:pt x="1300" y="44"/>
                  </a:cubicBezTo>
                  <a:cubicBezTo>
                    <a:pt x="1232" y="14"/>
                    <a:pt x="1159" y="0"/>
                    <a:pt x="108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6"/>
            <p:cNvSpPr/>
            <p:nvPr/>
          </p:nvSpPr>
          <p:spPr>
            <a:xfrm>
              <a:off x="1376912" y="1868245"/>
              <a:ext cx="164306" cy="127297"/>
            </a:xfrm>
            <a:custGeom>
              <a:rect b="b" l="l" r="r" t="t"/>
              <a:pathLst>
                <a:path extrusionOk="0" h="1909" w="2464">
                  <a:moveTo>
                    <a:pt x="837" y="1"/>
                  </a:moveTo>
                  <a:cubicBezTo>
                    <a:pt x="611" y="1"/>
                    <a:pt x="413" y="76"/>
                    <a:pt x="287" y="231"/>
                  </a:cubicBezTo>
                  <a:cubicBezTo>
                    <a:pt x="1" y="583"/>
                    <a:pt x="365" y="951"/>
                    <a:pt x="891" y="1369"/>
                  </a:cubicBezTo>
                  <a:cubicBezTo>
                    <a:pt x="1259" y="1665"/>
                    <a:pt x="1602" y="1908"/>
                    <a:pt x="1872" y="1908"/>
                  </a:cubicBezTo>
                  <a:cubicBezTo>
                    <a:pt x="1987" y="1908"/>
                    <a:pt x="2089" y="1865"/>
                    <a:pt x="2174" y="1763"/>
                  </a:cubicBezTo>
                  <a:cubicBezTo>
                    <a:pt x="2463" y="1410"/>
                    <a:pt x="2281" y="781"/>
                    <a:pt x="1756" y="363"/>
                  </a:cubicBezTo>
                  <a:cubicBezTo>
                    <a:pt x="1467" y="125"/>
                    <a:pt x="1129"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8" name="Google Shape;518;p16"/>
            <p:cNvSpPr/>
            <p:nvPr/>
          </p:nvSpPr>
          <p:spPr>
            <a:xfrm>
              <a:off x="1402118" y="1899319"/>
              <a:ext cx="102358" cy="88354"/>
            </a:xfrm>
            <a:custGeom>
              <a:rect b="b" l="l" r="r" t="t"/>
              <a:pathLst>
                <a:path extrusionOk="0" h="1325" w="1535">
                  <a:moveTo>
                    <a:pt x="1522" y="1325"/>
                  </a:moveTo>
                  <a:cubicBezTo>
                    <a:pt x="1510" y="1325"/>
                    <a:pt x="1494" y="1284"/>
                    <a:pt x="1456" y="1218"/>
                  </a:cubicBezTo>
                  <a:cubicBezTo>
                    <a:pt x="1415" y="1155"/>
                    <a:pt x="1352" y="1089"/>
                    <a:pt x="1258" y="1010"/>
                  </a:cubicBezTo>
                  <a:cubicBezTo>
                    <a:pt x="1088" y="853"/>
                    <a:pt x="852" y="667"/>
                    <a:pt x="683" y="539"/>
                  </a:cubicBezTo>
                  <a:cubicBezTo>
                    <a:pt x="315" y="274"/>
                    <a:pt x="0" y="79"/>
                    <a:pt x="28" y="26"/>
                  </a:cubicBezTo>
                  <a:cubicBezTo>
                    <a:pt x="41" y="1"/>
                    <a:pt x="132" y="26"/>
                    <a:pt x="264" y="79"/>
                  </a:cubicBezTo>
                  <a:cubicBezTo>
                    <a:pt x="409" y="145"/>
                    <a:pt x="591" y="249"/>
                    <a:pt x="786" y="394"/>
                  </a:cubicBezTo>
                  <a:cubicBezTo>
                    <a:pt x="972" y="526"/>
                    <a:pt x="1195" y="734"/>
                    <a:pt x="1337" y="932"/>
                  </a:cubicBezTo>
                  <a:cubicBezTo>
                    <a:pt x="1415" y="1023"/>
                    <a:pt x="1481" y="1114"/>
                    <a:pt x="1510" y="1193"/>
                  </a:cubicBezTo>
                  <a:cubicBezTo>
                    <a:pt x="1535" y="1271"/>
                    <a:pt x="1535" y="1325"/>
                    <a:pt x="1522" y="132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9" name="Google Shape;519;p16"/>
            <p:cNvSpPr/>
            <p:nvPr/>
          </p:nvSpPr>
          <p:spPr>
            <a:xfrm>
              <a:off x="1553290" y="2621835"/>
              <a:ext cx="155704" cy="109759"/>
            </a:xfrm>
            <a:custGeom>
              <a:rect b="b" l="l" r="r" t="t"/>
              <a:pathLst>
                <a:path extrusionOk="0" h="1646" w="2335">
                  <a:moveTo>
                    <a:pt x="1359" y="0"/>
                  </a:moveTo>
                  <a:cubicBezTo>
                    <a:pt x="1221" y="0"/>
                    <a:pt x="1076" y="23"/>
                    <a:pt x="932" y="70"/>
                  </a:cubicBezTo>
                  <a:cubicBezTo>
                    <a:pt x="356" y="240"/>
                    <a:pt x="1" y="724"/>
                    <a:pt x="133" y="1143"/>
                  </a:cubicBezTo>
                  <a:cubicBezTo>
                    <a:pt x="231" y="1457"/>
                    <a:pt x="576" y="1645"/>
                    <a:pt x="984" y="1645"/>
                  </a:cubicBezTo>
                  <a:cubicBezTo>
                    <a:pt x="1123" y="1645"/>
                    <a:pt x="1270" y="1623"/>
                    <a:pt x="1416" y="1577"/>
                  </a:cubicBezTo>
                  <a:cubicBezTo>
                    <a:pt x="1979" y="1407"/>
                    <a:pt x="2335" y="919"/>
                    <a:pt x="2202" y="501"/>
                  </a:cubicBezTo>
                  <a:cubicBezTo>
                    <a:pt x="2106" y="190"/>
                    <a:pt x="1761" y="0"/>
                    <a:pt x="135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16"/>
            <p:cNvSpPr/>
            <p:nvPr/>
          </p:nvSpPr>
          <p:spPr>
            <a:xfrm>
              <a:off x="1579497" y="2649975"/>
              <a:ext cx="110226" cy="50812"/>
            </a:xfrm>
            <a:custGeom>
              <a:rect b="b" l="l" r="r" t="t"/>
              <a:pathLst>
                <a:path extrusionOk="0" h="762" w="1653">
                  <a:moveTo>
                    <a:pt x="1640" y="120"/>
                  </a:moveTo>
                  <a:cubicBezTo>
                    <a:pt x="1640" y="133"/>
                    <a:pt x="1602" y="120"/>
                    <a:pt x="1523" y="120"/>
                  </a:cubicBezTo>
                  <a:cubicBezTo>
                    <a:pt x="1457" y="104"/>
                    <a:pt x="1366" y="104"/>
                    <a:pt x="1259" y="133"/>
                  </a:cubicBezTo>
                  <a:cubicBezTo>
                    <a:pt x="1155" y="145"/>
                    <a:pt x="1051" y="199"/>
                    <a:pt x="957" y="261"/>
                  </a:cubicBezTo>
                  <a:cubicBezTo>
                    <a:pt x="878" y="340"/>
                    <a:pt x="800" y="434"/>
                    <a:pt x="737" y="513"/>
                  </a:cubicBezTo>
                  <a:cubicBezTo>
                    <a:pt x="658" y="604"/>
                    <a:pt x="564" y="683"/>
                    <a:pt x="460" y="721"/>
                  </a:cubicBezTo>
                  <a:cubicBezTo>
                    <a:pt x="407" y="749"/>
                    <a:pt x="356" y="762"/>
                    <a:pt x="290" y="762"/>
                  </a:cubicBezTo>
                  <a:cubicBezTo>
                    <a:pt x="237" y="749"/>
                    <a:pt x="199" y="733"/>
                    <a:pt x="158" y="721"/>
                  </a:cubicBezTo>
                  <a:cubicBezTo>
                    <a:pt x="80" y="683"/>
                    <a:pt x="29" y="617"/>
                    <a:pt x="13" y="576"/>
                  </a:cubicBezTo>
                  <a:cubicBezTo>
                    <a:pt x="1" y="526"/>
                    <a:pt x="13" y="497"/>
                    <a:pt x="29" y="497"/>
                  </a:cubicBezTo>
                  <a:cubicBezTo>
                    <a:pt x="54" y="497"/>
                    <a:pt x="80" y="563"/>
                    <a:pt x="199" y="592"/>
                  </a:cubicBezTo>
                  <a:cubicBezTo>
                    <a:pt x="249" y="604"/>
                    <a:pt x="315" y="604"/>
                    <a:pt x="381" y="563"/>
                  </a:cubicBezTo>
                  <a:cubicBezTo>
                    <a:pt x="448" y="538"/>
                    <a:pt x="526" y="472"/>
                    <a:pt x="592" y="394"/>
                  </a:cubicBezTo>
                  <a:cubicBezTo>
                    <a:pt x="658" y="328"/>
                    <a:pt x="737" y="224"/>
                    <a:pt x="853" y="145"/>
                  </a:cubicBezTo>
                  <a:cubicBezTo>
                    <a:pt x="973" y="54"/>
                    <a:pt x="1114" y="13"/>
                    <a:pt x="1234" y="13"/>
                  </a:cubicBezTo>
                  <a:cubicBezTo>
                    <a:pt x="1366" y="0"/>
                    <a:pt x="1470" y="26"/>
                    <a:pt x="1536" y="54"/>
                  </a:cubicBezTo>
                  <a:cubicBezTo>
                    <a:pt x="1614" y="92"/>
                    <a:pt x="1652" y="120"/>
                    <a:pt x="1640" y="12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1" name="Google Shape;521;p16"/>
            <p:cNvSpPr/>
            <p:nvPr/>
          </p:nvSpPr>
          <p:spPr>
            <a:xfrm>
              <a:off x="1410054" y="2728462"/>
              <a:ext cx="112693" cy="143634"/>
            </a:xfrm>
            <a:custGeom>
              <a:rect b="b" l="l" r="r" t="t"/>
              <a:pathLst>
                <a:path extrusionOk="0" h="2154" w="1690">
                  <a:moveTo>
                    <a:pt x="891" y="1"/>
                  </a:moveTo>
                  <a:cubicBezTo>
                    <a:pt x="467" y="1"/>
                    <a:pt x="102" y="433"/>
                    <a:pt x="54" y="1012"/>
                  </a:cubicBezTo>
                  <a:cubicBezTo>
                    <a:pt x="1" y="1601"/>
                    <a:pt x="315" y="2113"/>
                    <a:pt x="762" y="2151"/>
                  </a:cubicBezTo>
                  <a:cubicBezTo>
                    <a:pt x="780" y="2153"/>
                    <a:pt x="797" y="2154"/>
                    <a:pt x="815" y="2154"/>
                  </a:cubicBezTo>
                  <a:cubicBezTo>
                    <a:pt x="1226" y="2154"/>
                    <a:pt x="1601" y="1708"/>
                    <a:pt x="1652" y="1145"/>
                  </a:cubicBezTo>
                  <a:cubicBezTo>
                    <a:pt x="1690" y="553"/>
                    <a:pt x="1375" y="44"/>
                    <a:pt x="944" y="3"/>
                  </a:cubicBezTo>
                  <a:cubicBezTo>
                    <a:pt x="926" y="1"/>
                    <a:pt x="909" y="1"/>
                    <a:pt x="8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6"/>
            <p:cNvSpPr/>
            <p:nvPr/>
          </p:nvSpPr>
          <p:spPr>
            <a:xfrm>
              <a:off x="1450331" y="2739932"/>
              <a:ext cx="28807" cy="112093"/>
            </a:xfrm>
            <a:custGeom>
              <a:rect b="b" l="l" r="r" t="t"/>
              <a:pathLst>
                <a:path extrusionOk="0" h="1681" w="432">
                  <a:moveTo>
                    <a:pt x="315" y="1"/>
                  </a:moveTo>
                  <a:cubicBezTo>
                    <a:pt x="328" y="13"/>
                    <a:pt x="299" y="54"/>
                    <a:pt x="261" y="108"/>
                  </a:cubicBezTo>
                  <a:cubicBezTo>
                    <a:pt x="221" y="171"/>
                    <a:pt x="195" y="249"/>
                    <a:pt x="170" y="356"/>
                  </a:cubicBezTo>
                  <a:cubicBezTo>
                    <a:pt x="158" y="460"/>
                    <a:pt x="158" y="579"/>
                    <a:pt x="195" y="683"/>
                  </a:cubicBezTo>
                  <a:cubicBezTo>
                    <a:pt x="221" y="787"/>
                    <a:pt x="287" y="894"/>
                    <a:pt x="340" y="998"/>
                  </a:cubicBezTo>
                  <a:cubicBezTo>
                    <a:pt x="394" y="1089"/>
                    <a:pt x="431" y="1208"/>
                    <a:pt x="431" y="1325"/>
                  </a:cubicBezTo>
                  <a:cubicBezTo>
                    <a:pt x="431" y="1378"/>
                    <a:pt x="419" y="1429"/>
                    <a:pt x="394" y="1482"/>
                  </a:cubicBezTo>
                  <a:cubicBezTo>
                    <a:pt x="365" y="1536"/>
                    <a:pt x="340" y="1573"/>
                    <a:pt x="315" y="1602"/>
                  </a:cubicBezTo>
                  <a:cubicBezTo>
                    <a:pt x="249" y="1652"/>
                    <a:pt x="170" y="1680"/>
                    <a:pt x="117" y="1665"/>
                  </a:cubicBezTo>
                  <a:cubicBezTo>
                    <a:pt x="79" y="1665"/>
                    <a:pt x="51" y="1639"/>
                    <a:pt x="51" y="1627"/>
                  </a:cubicBezTo>
                  <a:cubicBezTo>
                    <a:pt x="63" y="1602"/>
                    <a:pt x="142" y="1602"/>
                    <a:pt x="208" y="1507"/>
                  </a:cubicBezTo>
                  <a:cubicBezTo>
                    <a:pt x="236" y="1470"/>
                    <a:pt x="261" y="1403"/>
                    <a:pt x="249" y="1325"/>
                  </a:cubicBezTo>
                  <a:cubicBezTo>
                    <a:pt x="249" y="1246"/>
                    <a:pt x="221" y="1168"/>
                    <a:pt x="170" y="1076"/>
                  </a:cubicBezTo>
                  <a:cubicBezTo>
                    <a:pt x="129" y="985"/>
                    <a:pt x="63" y="866"/>
                    <a:pt x="38" y="721"/>
                  </a:cubicBezTo>
                  <a:cubicBezTo>
                    <a:pt x="0" y="592"/>
                    <a:pt x="13" y="447"/>
                    <a:pt x="51" y="328"/>
                  </a:cubicBezTo>
                  <a:cubicBezTo>
                    <a:pt x="92" y="211"/>
                    <a:pt x="158" y="120"/>
                    <a:pt x="208" y="67"/>
                  </a:cubicBezTo>
                  <a:cubicBezTo>
                    <a:pt x="274" y="13"/>
                    <a:pt x="315" y="1"/>
                    <a:pt x="31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3" name="Google Shape;523;p16"/>
            <p:cNvSpPr/>
            <p:nvPr/>
          </p:nvSpPr>
          <p:spPr>
            <a:xfrm>
              <a:off x="2037612" y="1746614"/>
              <a:ext cx="172041" cy="100357"/>
            </a:xfrm>
            <a:custGeom>
              <a:rect b="b" l="l" r="r" t="t"/>
              <a:pathLst>
                <a:path extrusionOk="0" h="1505" w="2580">
                  <a:moveTo>
                    <a:pt x="1960" y="0"/>
                  </a:moveTo>
                  <a:cubicBezTo>
                    <a:pt x="1744" y="0"/>
                    <a:pt x="1476" y="63"/>
                    <a:pt x="1180" y="143"/>
                  </a:cubicBezTo>
                  <a:cubicBezTo>
                    <a:pt x="535" y="325"/>
                    <a:pt x="0" y="536"/>
                    <a:pt x="129" y="979"/>
                  </a:cubicBezTo>
                  <a:cubicBezTo>
                    <a:pt x="219" y="1306"/>
                    <a:pt x="598" y="1505"/>
                    <a:pt x="1054" y="1505"/>
                  </a:cubicBezTo>
                  <a:cubicBezTo>
                    <a:pt x="1203" y="1505"/>
                    <a:pt x="1361" y="1483"/>
                    <a:pt x="1519" y="1438"/>
                  </a:cubicBezTo>
                  <a:cubicBezTo>
                    <a:pt x="2161" y="1256"/>
                    <a:pt x="2579" y="756"/>
                    <a:pt x="2463" y="325"/>
                  </a:cubicBezTo>
                  <a:cubicBezTo>
                    <a:pt x="2392" y="85"/>
                    <a:pt x="2211" y="0"/>
                    <a:pt x="196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4" name="Google Shape;524;p16"/>
            <p:cNvSpPr/>
            <p:nvPr/>
          </p:nvSpPr>
          <p:spPr>
            <a:xfrm>
              <a:off x="2055017" y="1760284"/>
              <a:ext cx="128364" cy="41143"/>
            </a:xfrm>
            <a:custGeom>
              <a:rect b="b" l="l" r="r" t="t"/>
              <a:pathLst>
                <a:path extrusionOk="0" h="617" w="1925">
                  <a:moveTo>
                    <a:pt x="0" y="526"/>
                  </a:moveTo>
                  <a:cubicBezTo>
                    <a:pt x="0" y="513"/>
                    <a:pt x="54" y="526"/>
                    <a:pt x="116" y="526"/>
                  </a:cubicBezTo>
                  <a:cubicBezTo>
                    <a:pt x="195" y="526"/>
                    <a:pt x="289" y="513"/>
                    <a:pt x="406" y="488"/>
                  </a:cubicBezTo>
                  <a:cubicBezTo>
                    <a:pt x="642" y="447"/>
                    <a:pt x="919" y="368"/>
                    <a:pt x="1126" y="290"/>
                  </a:cubicBezTo>
                  <a:cubicBezTo>
                    <a:pt x="1560" y="145"/>
                    <a:pt x="1887" y="0"/>
                    <a:pt x="1912" y="54"/>
                  </a:cubicBezTo>
                  <a:cubicBezTo>
                    <a:pt x="1925" y="79"/>
                    <a:pt x="1862" y="133"/>
                    <a:pt x="1730" y="211"/>
                  </a:cubicBezTo>
                  <a:cubicBezTo>
                    <a:pt x="1610" y="290"/>
                    <a:pt x="1415" y="381"/>
                    <a:pt x="1192" y="460"/>
                  </a:cubicBezTo>
                  <a:cubicBezTo>
                    <a:pt x="969" y="538"/>
                    <a:pt x="667" y="592"/>
                    <a:pt x="431" y="604"/>
                  </a:cubicBezTo>
                  <a:cubicBezTo>
                    <a:pt x="302" y="617"/>
                    <a:pt x="195" y="604"/>
                    <a:pt x="116" y="592"/>
                  </a:cubicBezTo>
                  <a:cubicBezTo>
                    <a:pt x="38" y="567"/>
                    <a:pt x="0" y="526"/>
                    <a:pt x="0" y="5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5" name="Google Shape;525;p16"/>
            <p:cNvSpPr/>
            <p:nvPr/>
          </p:nvSpPr>
          <p:spPr>
            <a:xfrm>
              <a:off x="1632777" y="2868431"/>
              <a:ext cx="142701" cy="144434"/>
            </a:xfrm>
            <a:custGeom>
              <a:rect b="b" l="l" r="r" t="t"/>
              <a:pathLst>
                <a:path extrusionOk="0" h="2166" w="2140">
                  <a:moveTo>
                    <a:pt x="616" y="1"/>
                  </a:moveTo>
                  <a:cubicBezTo>
                    <a:pt x="538" y="1"/>
                    <a:pt x="460" y="26"/>
                    <a:pt x="381" y="80"/>
                  </a:cubicBezTo>
                  <a:cubicBezTo>
                    <a:pt x="1" y="329"/>
                    <a:pt x="17" y="983"/>
                    <a:pt x="394" y="1533"/>
                  </a:cubicBezTo>
                  <a:cubicBezTo>
                    <a:pt x="669" y="1932"/>
                    <a:pt x="1068" y="2165"/>
                    <a:pt x="1407" y="2165"/>
                  </a:cubicBezTo>
                  <a:cubicBezTo>
                    <a:pt x="1536" y="2165"/>
                    <a:pt x="1657" y="2131"/>
                    <a:pt x="1759" y="2059"/>
                  </a:cubicBezTo>
                  <a:cubicBezTo>
                    <a:pt x="2140" y="1810"/>
                    <a:pt x="1888" y="1351"/>
                    <a:pt x="1510" y="801"/>
                  </a:cubicBezTo>
                  <a:cubicBezTo>
                    <a:pt x="1209" y="364"/>
                    <a:pt x="915" y="1"/>
                    <a:pt x="61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6" name="Google Shape;526;p16"/>
            <p:cNvSpPr/>
            <p:nvPr/>
          </p:nvSpPr>
          <p:spPr>
            <a:xfrm>
              <a:off x="1674721" y="2877100"/>
              <a:ext cx="76218" cy="111226"/>
            </a:xfrm>
            <a:custGeom>
              <a:rect b="b" l="l" r="r" t="t"/>
              <a:pathLst>
                <a:path extrusionOk="0" h="1668" w="1143">
                  <a:moveTo>
                    <a:pt x="29" y="1"/>
                  </a:moveTo>
                  <a:cubicBezTo>
                    <a:pt x="42" y="1"/>
                    <a:pt x="42" y="42"/>
                    <a:pt x="67" y="120"/>
                  </a:cubicBezTo>
                  <a:cubicBezTo>
                    <a:pt x="95" y="186"/>
                    <a:pt x="133" y="277"/>
                    <a:pt x="199" y="369"/>
                  </a:cubicBezTo>
                  <a:cubicBezTo>
                    <a:pt x="315" y="579"/>
                    <a:pt x="488" y="815"/>
                    <a:pt x="617" y="985"/>
                  </a:cubicBezTo>
                  <a:cubicBezTo>
                    <a:pt x="907" y="1337"/>
                    <a:pt x="1143" y="1602"/>
                    <a:pt x="1102" y="1652"/>
                  </a:cubicBezTo>
                  <a:cubicBezTo>
                    <a:pt x="1089" y="1668"/>
                    <a:pt x="998" y="1627"/>
                    <a:pt x="894" y="1536"/>
                  </a:cubicBezTo>
                  <a:cubicBezTo>
                    <a:pt x="775" y="1432"/>
                    <a:pt x="617" y="1287"/>
                    <a:pt x="473" y="1089"/>
                  </a:cubicBezTo>
                  <a:cubicBezTo>
                    <a:pt x="331" y="919"/>
                    <a:pt x="186" y="645"/>
                    <a:pt x="95" y="422"/>
                  </a:cubicBezTo>
                  <a:cubicBezTo>
                    <a:pt x="42" y="315"/>
                    <a:pt x="17" y="199"/>
                    <a:pt x="17" y="120"/>
                  </a:cubicBezTo>
                  <a:cubicBezTo>
                    <a:pt x="1" y="42"/>
                    <a:pt x="29" y="1"/>
                    <a:pt x="29"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27" name="Google Shape;527;p16"/>
          <p:cNvGrpSpPr/>
          <p:nvPr/>
        </p:nvGrpSpPr>
        <p:grpSpPr>
          <a:xfrm>
            <a:off x="7439683" y="203947"/>
            <a:ext cx="1509343" cy="917624"/>
            <a:chOff x="6784369" y="2217533"/>
            <a:chExt cx="1139212" cy="692599"/>
          </a:xfrm>
        </p:grpSpPr>
        <p:sp>
          <p:nvSpPr>
            <p:cNvPr id="528" name="Google Shape;528;p16"/>
            <p:cNvSpPr/>
            <p:nvPr/>
          </p:nvSpPr>
          <p:spPr>
            <a:xfrm>
              <a:off x="6833782" y="2370439"/>
              <a:ext cx="503386" cy="498185"/>
            </a:xfrm>
            <a:custGeom>
              <a:rect b="b" l="l" r="r" t="t"/>
              <a:pathLst>
                <a:path extrusionOk="0" h="7471" w="7549">
                  <a:moveTo>
                    <a:pt x="5215" y="2529"/>
                  </a:moveTo>
                  <a:cubicBezTo>
                    <a:pt x="4706" y="2765"/>
                    <a:pt x="4378" y="3158"/>
                    <a:pt x="4180" y="3460"/>
                  </a:cubicBezTo>
                  <a:cubicBezTo>
                    <a:pt x="4312" y="3146"/>
                    <a:pt x="4429" y="2686"/>
                    <a:pt x="4378" y="2149"/>
                  </a:cubicBezTo>
                  <a:cubicBezTo>
                    <a:pt x="4272" y="1151"/>
                    <a:pt x="3514" y="104"/>
                    <a:pt x="3435" y="0"/>
                  </a:cubicBezTo>
                  <a:lnTo>
                    <a:pt x="3435" y="0"/>
                  </a:lnTo>
                  <a:cubicBezTo>
                    <a:pt x="3435" y="0"/>
                    <a:pt x="2844" y="1246"/>
                    <a:pt x="2963" y="2306"/>
                  </a:cubicBezTo>
                  <a:cubicBezTo>
                    <a:pt x="3013" y="2856"/>
                    <a:pt x="3290" y="3290"/>
                    <a:pt x="3526" y="3576"/>
                  </a:cubicBezTo>
                  <a:cubicBezTo>
                    <a:pt x="3262" y="3353"/>
                    <a:pt x="2869" y="3092"/>
                    <a:pt x="2334" y="2988"/>
                  </a:cubicBezTo>
                  <a:cubicBezTo>
                    <a:pt x="1350" y="2778"/>
                    <a:pt x="117" y="3171"/>
                    <a:pt x="13" y="3212"/>
                  </a:cubicBezTo>
                  <a:lnTo>
                    <a:pt x="0" y="3212"/>
                  </a:lnTo>
                  <a:cubicBezTo>
                    <a:pt x="0" y="3212"/>
                    <a:pt x="1010" y="4155"/>
                    <a:pt x="2045" y="4375"/>
                  </a:cubicBezTo>
                  <a:cubicBezTo>
                    <a:pt x="2595" y="4495"/>
                    <a:pt x="3092" y="4363"/>
                    <a:pt x="3435" y="4234"/>
                  </a:cubicBezTo>
                  <a:cubicBezTo>
                    <a:pt x="3133" y="4404"/>
                    <a:pt x="2765" y="4706"/>
                    <a:pt x="2504" y="5177"/>
                  </a:cubicBezTo>
                  <a:cubicBezTo>
                    <a:pt x="1991" y="6055"/>
                    <a:pt x="1991" y="7338"/>
                    <a:pt x="1991" y="7458"/>
                  </a:cubicBezTo>
                  <a:lnTo>
                    <a:pt x="1991" y="7470"/>
                  </a:lnTo>
                  <a:cubicBezTo>
                    <a:pt x="1991" y="7470"/>
                    <a:pt x="3199" y="6800"/>
                    <a:pt x="3734" y="5885"/>
                  </a:cubicBezTo>
                  <a:cubicBezTo>
                    <a:pt x="4010" y="5398"/>
                    <a:pt x="4048" y="4888"/>
                    <a:pt x="4023" y="4520"/>
                  </a:cubicBezTo>
                  <a:cubicBezTo>
                    <a:pt x="4102" y="4863"/>
                    <a:pt x="4272" y="5294"/>
                    <a:pt x="4640" y="5699"/>
                  </a:cubicBezTo>
                  <a:cubicBezTo>
                    <a:pt x="5306" y="6448"/>
                    <a:pt x="6539" y="6854"/>
                    <a:pt x="6659" y="6892"/>
                  </a:cubicBezTo>
                  <a:lnTo>
                    <a:pt x="6659" y="6892"/>
                  </a:lnTo>
                  <a:cubicBezTo>
                    <a:pt x="6659" y="6892"/>
                    <a:pt x="6395" y="5530"/>
                    <a:pt x="5687" y="4743"/>
                  </a:cubicBezTo>
                  <a:cubicBezTo>
                    <a:pt x="5322" y="4325"/>
                    <a:pt x="4835" y="4139"/>
                    <a:pt x="4482" y="4048"/>
                  </a:cubicBezTo>
                  <a:cubicBezTo>
                    <a:pt x="4822" y="4077"/>
                    <a:pt x="5294" y="4048"/>
                    <a:pt x="5794" y="3825"/>
                  </a:cubicBezTo>
                  <a:cubicBezTo>
                    <a:pt x="6709" y="3419"/>
                    <a:pt x="7470" y="2372"/>
                    <a:pt x="7549" y="2281"/>
                  </a:cubicBezTo>
                  <a:lnTo>
                    <a:pt x="7549" y="2268"/>
                  </a:lnTo>
                  <a:cubicBezTo>
                    <a:pt x="7549" y="2268"/>
                    <a:pt x="6187" y="2095"/>
                    <a:pt x="5215" y="2529"/>
                  </a:cubicBezTo>
                  <a:close/>
                  <a:moveTo>
                    <a:pt x="3957" y="3970"/>
                  </a:moveTo>
                  <a:lnTo>
                    <a:pt x="3957" y="3982"/>
                  </a:lnTo>
                  <a:lnTo>
                    <a:pt x="3944" y="3982"/>
                  </a:lnTo>
                  <a:lnTo>
                    <a:pt x="3944" y="4061"/>
                  </a:lnTo>
                  <a:cubicBezTo>
                    <a:pt x="3944" y="4036"/>
                    <a:pt x="3944" y="4023"/>
                    <a:pt x="3932" y="4010"/>
                  </a:cubicBezTo>
                  <a:lnTo>
                    <a:pt x="3932" y="3998"/>
                  </a:lnTo>
                  <a:lnTo>
                    <a:pt x="3919" y="3998"/>
                  </a:lnTo>
                  <a:lnTo>
                    <a:pt x="3919" y="3982"/>
                  </a:lnTo>
                  <a:cubicBezTo>
                    <a:pt x="3919" y="3982"/>
                    <a:pt x="3891" y="3998"/>
                    <a:pt x="3853" y="4010"/>
                  </a:cubicBezTo>
                  <a:cubicBezTo>
                    <a:pt x="3866" y="4010"/>
                    <a:pt x="3878" y="3998"/>
                    <a:pt x="3878" y="3998"/>
                  </a:cubicBezTo>
                  <a:cubicBezTo>
                    <a:pt x="3891" y="3982"/>
                    <a:pt x="3907" y="3982"/>
                    <a:pt x="3907" y="3982"/>
                  </a:cubicBezTo>
                  <a:lnTo>
                    <a:pt x="3907" y="3970"/>
                  </a:lnTo>
                  <a:lnTo>
                    <a:pt x="3907" y="3970"/>
                  </a:lnTo>
                  <a:cubicBezTo>
                    <a:pt x="3907" y="3970"/>
                    <a:pt x="3891" y="3944"/>
                    <a:pt x="3866" y="3904"/>
                  </a:cubicBezTo>
                  <a:cubicBezTo>
                    <a:pt x="3878" y="3919"/>
                    <a:pt x="3878" y="3932"/>
                    <a:pt x="3891" y="3932"/>
                  </a:cubicBezTo>
                  <a:lnTo>
                    <a:pt x="3907" y="3944"/>
                  </a:lnTo>
                  <a:lnTo>
                    <a:pt x="3919" y="3944"/>
                  </a:lnTo>
                  <a:lnTo>
                    <a:pt x="3919" y="3944"/>
                  </a:lnTo>
                  <a:cubicBezTo>
                    <a:pt x="3919" y="3944"/>
                    <a:pt x="3932" y="3932"/>
                    <a:pt x="3957" y="3891"/>
                  </a:cubicBezTo>
                  <a:cubicBezTo>
                    <a:pt x="3957" y="3904"/>
                    <a:pt x="3957" y="3919"/>
                    <a:pt x="3944" y="3932"/>
                  </a:cubicBezTo>
                  <a:lnTo>
                    <a:pt x="3944" y="3944"/>
                  </a:lnTo>
                  <a:lnTo>
                    <a:pt x="3944" y="3944"/>
                  </a:lnTo>
                  <a:lnTo>
                    <a:pt x="3944" y="3957"/>
                  </a:lnTo>
                  <a:cubicBezTo>
                    <a:pt x="3944" y="3957"/>
                    <a:pt x="3970" y="3970"/>
                    <a:pt x="4023" y="3970"/>
                  </a:cubicBezTo>
                  <a:lnTo>
                    <a:pt x="3970" y="3970"/>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9" name="Google Shape;529;p16"/>
            <p:cNvSpPr/>
            <p:nvPr/>
          </p:nvSpPr>
          <p:spPr>
            <a:xfrm>
              <a:off x="7344911" y="2217533"/>
              <a:ext cx="578671" cy="574070"/>
            </a:xfrm>
            <a:custGeom>
              <a:rect b="b" l="l" r="r" t="t"/>
              <a:pathLst>
                <a:path extrusionOk="0" h="8609" w="8678">
                  <a:moveTo>
                    <a:pt x="6004" y="3341"/>
                  </a:moveTo>
                  <a:cubicBezTo>
                    <a:pt x="5363" y="3444"/>
                    <a:pt x="4875" y="3787"/>
                    <a:pt x="4577" y="4074"/>
                  </a:cubicBezTo>
                  <a:cubicBezTo>
                    <a:pt x="4812" y="3759"/>
                    <a:pt x="5086" y="3287"/>
                    <a:pt x="5177" y="2674"/>
                  </a:cubicBezTo>
                  <a:cubicBezTo>
                    <a:pt x="5347" y="1520"/>
                    <a:pt x="4812" y="142"/>
                    <a:pt x="4759" y="13"/>
                  </a:cubicBezTo>
                  <a:lnTo>
                    <a:pt x="4759" y="0"/>
                  </a:lnTo>
                  <a:cubicBezTo>
                    <a:pt x="4759" y="0"/>
                    <a:pt x="3737" y="1218"/>
                    <a:pt x="3554" y="2422"/>
                  </a:cubicBezTo>
                  <a:cubicBezTo>
                    <a:pt x="3460" y="3067"/>
                    <a:pt x="3633" y="3617"/>
                    <a:pt x="3815" y="4011"/>
                  </a:cubicBezTo>
                  <a:cubicBezTo>
                    <a:pt x="3592" y="3680"/>
                    <a:pt x="3224" y="3275"/>
                    <a:pt x="2661" y="3001"/>
                  </a:cubicBezTo>
                  <a:cubicBezTo>
                    <a:pt x="1626" y="2476"/>
                    <a:pt x="145" y="2567"/>
                    <a:pt x="16" y="2567"/>
                  </a:cubicBezTo>
                  <a:lnTo>
                    <a:pt x="0" y="2567"/>
                  </a:lnTo>
                  <a:cubicBezTo>
                    <a:pt x="0" y="2567"/>
                    <a:pt x="840" y="3916"/>
                    <a:pt x="1928" y="4454"/>
                  </a:cubicBezTo>
                  <a:cubicBezTo>
                    <a:pt x="2504" y="4756"/>
                    <a:pt x="3095" y="4756"/>
                    <a:pt x="3513" y="4703"/>
                  </a:cubicBezTo>
                  <a:cubicBezTo>
                    <a:pt x="3133" y="4822"/>
                    <a:pt x="2636" y="5045"/>
                    <a:pt x="2202" y="5489"/>
                  </a:cubicBezTo>
                  <a:cubicBezTo>
                    <a:pt x="1390" y="6303"/>
                    <a:pt x="1010" y="7744"/>
                    <a:pt x="972" y="7876"/>
                  </a:cubicBezTo>
                  <a:lnTo>
                    <a:pt x="972" y="7889"/>
                  </a:lnTo>
                  <a:cubicBezTo>
                    <a:pt x="972" y="7889"/>
                    <a:pt x="2516" y="7496"/>
                    <a:pt x="3369" y="6631"/>
                  </a:cubicBezTo>
                  <a:cubicBezTo>
                    <a:pt x="3828" y="6171"/>
                    <a:pt x="4010" y="5621"/>
                    <a:pt x="4089" y="5203"/>
                  </a:cubicBezTo>
                  <a:cubicBezTo>
                    <a:pt x="4076" y="5596"/>
                    <a:pt x="4142" y="6146"/>
                    <a:pt x="4432" y="6697"/>
                  </a:cubicBezTo>
                  <a:cubicBezTo>
                    <a:pt x="4954" y="7719"/>
                    <a:pt x="6212" y="8530"/>
                    <a:pt x="6332" y="8596"/>
                  </a:cubicBezTo>
                  <a:lnTo>
                    <a:pt x="6332" y="8609"/>
                  </a:lnTo>
                  <a:cubicBezTo>
                    <a:pt x="6332" y="8609"/>
                    <a:pt x="6435" y="7024"/>
                    <a:pt x="5885" y="5936"/>
                  </a:cubicBezTo>
                  <a:cubicBezTo>
                    <a:pt x="5583" y="5373"/>
                    <a:pt x="5111" y="5017"/>
                    <a:pt x="4746" y="4810"/>
                  </a:cubicBezTo>
                  <a:cubicBezTo>
                    <a:pt x="5111" y="4938"/>
                    <a:pt x="5649" y="5058"/>
                    <a:pt x="6266" y="4954"/>
                  </a:cubicBezTo>
                  <a:cubicBezTo>
                    <a:pt x="7407" y="4769"/>
                    <a:pt x="8558" y="3825"/>
                    <a:pt x="8665" y="3734"/>
                  </a:cubicBezTo>
                  <a:lnTo>
                    <a:pt x="8678" y="3734"/>
                  </a:lnTo>
                  <a:cubicBezTo>
                    <a:pt x="8678" y="3734"/>
                    <a:pt x="7197" y="3146"/>
                    <a:pt x="6004" y="3341"/>
                  </a:cubicBezTo>
                  <a:close/>
                  <a:moveTo>
                    <a:pt x="4168" y="4574"/>
                  </a:moveTo>
                  <a:cubicBezTo>
                    <a:pt x="4168" y="4574"/>
                    <a:pt x="4155" y="4611"/>
                    <a:pt x="4142" y="4665"/>
                  </a:cubicBezTo>
                  <a:lnTo>
                    <a:pt x="4142" y="4611"/>
                  </a:lnTo>
                  <a:lnTo>
                    <a:pt x="4142" y="4586"/>
                  </a:lnTo>
                  <a:lnTo>
                    <a:pt x="4130" y="4586"/>
                  </a:lnTo>
                  <a:lnTo>
                    <a:pt x="4130" y="4586"/>
                  </a:lnTo>
                  <a:lnTo>
                    <a:pt x="4051" y="4586"/>
                  </a:lnTo>
                  <a:cubicBezTo>
                    <a:pt x="4064" y="4586"/>
                    <a:pt x="4076" y="4574"/>
                    <a:pt x="4089" y="4574"/>
                  </a:cubicBezTo>
                  <a:cubicBezTo>
                    <a:pt x="4105" y="4574"/>
                    <a:pt x="4117" y="4561"/>
                    <a:pt x="4117" y="4561"/>
                  </a:cubicBezTo>
                  <a:lnTo>
                    <a:pt x="4117" y="4561"/>
                  </a:lnTo>
                  <a:lnTo>
                    <a:pt x="4117" y="4561"/>
                  </a:lnTo>
                  <a:cubicBezTo>
                    <a:pt x="4117" y="4561"/>
                    <a:pt x="4117" y="4520"/>
                    <a:pt x="4089" y="4467"/>
                  </a:cubicBezTo>
                  <a:cubicBezTo>
                    <a:pt x="4105" y="4495"/>
                    <a:pt x="4105" y="4508"/>
                    <a:pt x="4117" y="4508"/>
                  </a:cubicBezTo>
                  <a:cubicBezTo>
                    <a:pt x="4130" y="4520"/>
                    <a:pt x="4130" y="4533"/>
                    <a:pt x="4130" y="4533"/>
                  </a:cubicBezTo>
                  <a:lnTo>
                    <a:pt x="4142" y="4533"/>
                  </a:lnTo>
                  <a:lnTo>
                    <a:pt x="4142" y="4533"/>
                  </a:lnTo>
                  <a:cubicBezTo>
                    <a:pt x="4142" y="4533"/>
                    <a:pt x="4168" y="4520"/>
                    <a:pt x="4209" y="4482"/>
                  </a:cubicBezTo>
                  <a:cubicBezTo>
                    <a:pt x="4196" y="4495"/>
                    <a:pt x="4196" y="4508"/>
                    <a:pt x="4183" y="4520"/>
                  </a:cubicBezTo>
                  <a:lnTo>
                    <a:pt x="4168" y="4533"/>
                  </a:lnTo>
                  <a:lnTo>
                    <a:pt x="4168" y="4545"/>
                  </a:lnTo>
                  <a:lnTo>
                    <a:pt x="4168" y="4545"/>
                  </a:lnTo>
                  <a:cubicBezTo>
                    <a:pt x="4168" y="4545"/>
                    <a:pt x="4196" y="4574"/>
                    <a:pt x="4246" y="4599"/>
                  </a:cubicBezTo>
                  <a:cubicBezTo>
                    <a:pt x="4221" y="4586"/>
                    <a:pt x="4209" y="4586"/>
                    <a:pt x="4196" y="4586"/>
                  </a:cubicBezTo>
                  <a:cubicBezTo>
                    <a:pt x="4183" y="4574"/>
                    <a:pt x="4168" y="4574"/>
                    <a:pt x="4168" y="4574"/>
                  </a:cubicBezTo>
                  <a:lnTo>
                    <a:pt x="4168" y="4586"/>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0" name="Google Shape;530;p16"/>
            <p:cNvSpPr/>
            <p:nvPr/>
          </p:nvSpPr>
          <p:spPr>
            <a:xfrm>
              <a:off x="6917136" y="2677677"/>
              <a:ext cx="147968" cy="232455"/>
            </a:xfrm>
            <a:custGeom>
              <a:rect b="b" l="l" r="r" t="t"/>
              <a:pathLst>
                <a:path extrusionOk="0" h="3486" w="2219">
                  <a:moveTo>
                    <a:pt x="1929" y="1"/>
                  </a:moveTo>
                  <a:cubicBezTo>
                    <a:pt x="1929" y="1"/>
                    <a:pt x="1039" y="274"/>
                    <a:pt x="501" y="1180"/>
                  </a:cubicBezTo>
                  <a:cubicBezTo>
                    <a:pt x="1" y="2058"/>
                    <a:pt x="1" y="3357"/>
                    <a:pt x="1" y="3473"/>
                  </a:cubicBezTo>
                  <a:lnTo>
                    <a:pt x="1" y="3486"/>
                  </a:lnTo>
                  <a:cubicBezTo>
                    <a:pt x="1" y="3486"/>
                    <a:pt x="1209" y="2806"/>
                    <a:pt x="1731" y="1901"/>
                  </a:cubicBezTo>
                  <a:cubicBezTo>
                    <a:pt x="2218" y="1061"/>
                    <a:pt x="1982" y="183"/>
                    <a:pt x="1941" y="26"/>
                  </a:cubicBezTo>
                  <a:lnTo>
                    <a:pt x="1929"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1" name="Google Shape;531;p16"/>
            <p:cNvSpPr/>
            <p:nvPr/>
          </p:nvSpPr>
          <p:spPr>
            <a:xfrm>
              <a:off x="6932874" y="2677677"/>
              <a:ext cx="129497" cy="205382"/>
            </a:xfrm>
            <a:custGeom>
              <a:rect b="b" l="l" r="r" t="t"/>
              <a:pathLst>
                <a:path extrusionOk="0" h="3080" w="1942">
                  <a:moveTo>
                    <a:pt x="1705" y="1"/>
                  </a:moveTo>
                  <a:cubicBezTo>
                    <a:pt x="1705" y="1"/>
                    <a:pt x="919" y="249"/>
                    <a:pt x="447" y="1048"/>
                  </a:cubicBezTo>
                  <a:cubicBezTo>
                    <a:pt x="1" y="1822"/>
                    <a:pt x="1" y="2964"/>
                    <a:pt x="1" y="3067"/>
                  </a:cubicBezTo>
                  <a:lnTo>
                    <a:pt x="1" y="3080"/>
                  </a:lnTo>
                  <a:cubicBezTo>
                    <a:pt x="1" y="3080"/>
                    <a:pt x="1051" y="2476"/>
                    <a:pt x="1523" y="1677"/>
                  </a:cubicBezTo>
                  <a:cubicBezTo>
                    <a:pt x="1941" y="944"/>
                    <a:pt x="1746" y="171"/>
                    <a:pt x="1705" y="26"/>
                  </a:cubicBezTo>
                  <a:lnTo>
                    <a:pt x="1705"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6"/>
            <p:cNvSpPr/>
            <p:nvPr/>
          </p:nvSpPr>
          <p:spPr>
            <a:xfrm>
              <a:off x="6961014" y="2692614"/>
              <a:ext cx="85620" cy="139700"/>
            </a:xfrm>
            <a:custGeom>
              <a:rect b="b" l="l" r="r" t="t"/>
              <a:pathLst>
                <a:path extrusionOk="0" h="2095" w="1284">
                  <a:moveTo>
                    <a:pt x="1167" y="0"/>
                  </a:moveTo>
                  <a:cubicBezTo>
                    <a:pt x="1167" y="0"/>
                    <a:pt x="680" y="195"/>
                    <a:pt x="365" y="746"/>
                  </a:cubicBezTo>
                  <a:cubicBezTo>
                    <a:pt x="51" y="1271"/>
                    <a:pt x="0" y="2016"/>
                    <a:pt x="0" y="2095"/>
                  </a:cubicBezTo>
                  <a:cubicBezTo>
                    <a:pt x="0" y="2095"/>
                    <a:pt x="667" y="1664"/>
                    <a:pt x="982" y="1101"/>
                  </a:cubicBezTo>
                  <a:cubicBezTo>
                    <a:pt x="1283" y="601"/>
                    <a:pt x="1192" y="104"/>
                    <a:pt x="1180" y="13"/>
                  </a:cubicBezTo>
                  <a:lnTo>
                    <a:pt x="1167"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3" name="Google Shape;533;p16"/>
            <p:cNvSpPr/>
            <p:nvPr/>
          </p:nvSpPr>
          <p:spPr>
            <a:xfrm>
              <a:off x="7046569" y="2676877"/>
              <a:ext cx="181910" cy="194046"/>
            </a:xfrm>
            <a:custGeom>
              <a:rect b="b" l="l" r="r" t="t"/>
              <a:pathLst>
                <a:path extrusionOk="0" h="2910" w="2728">
                  <a:moveTo>
                    <a:pt x="13" y="0"/>
                  </a:moveTo>
                  <a:cubicBezTo>
                    <a:pt x="13" y="0"/>
                    <a:pt x="0" y="944"/>
                    <a:pt x="696" y="1718"/>
                  </a:cubicBezTo>
                  <a:cubicBezTo>
                    <a:pt x="1378" y="2476"/>
                    <a:pt x="2608" y="2869"/>
                    <a:pt x="2715" y="2910"/>
                  </a:cubicBezTo>
                  <a:lnTo>
                    <a:pt x="2727" y="2910"/>
                  </a:lnTo>
                  <a:cubicBezTo>
                    <a:pt x="2727" y="2910"/>
                    <a:pt x="2463" y="1560"/>
                    <a:pt x="1755" y="774"/>
                  </a:cubicBezTo>
                  <a:cubicBezTo>
                    <a:pt x="1114" y="66"/>
                    <a:pt x="211" y="0"/>
                    <a:pt x="41"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4" name="Google Shape;534;p16"/>
            <p:cNvSpPr/>
            <p:nvPr/>
          </p:nvSpPr>
          <p:spPr>
            <a:xfrm>
              <a:off x="7047436" y="2676877"/>
              <a:ext cx="160038" cy="171174"/>
            </a:xfrm>
            <a:custGeom>
              <a:rect b="b" l="l" r="r" t="t"/>
              <a:pathLst>
                <a:path extrusionOk="0" h="2567" w="2400">
                  <a:moveTo>
                    <a:pt x="0" y="0"/>
                  </a:moveTo>
                  <a:cubicBezTo>
                    <a:pt x="0" y="0"/>
                    <a:pt x="0" y="812"/>
                    <a:pt x="616" y="1507"/>
                  </a:cubicBezTo>
                  <a:cubicBezTo>
                    <a:pt x="1220" y="2174"/>
                    <a:pt x="2293" y="2529"/>
                    <a:pt x="2400" y="2567"/>
                  </a:cubicBezTo>
                  <a:cubicBezTo>
                    <a:pt x="2400" y="2567"/>
                    <a:pt x="2164" y="1375"/>
                    <a:pt x="1547" y="680"/>
                  </a:cubicBezTo>
                  <a:cubicBezTo>
                    <a:pt x="972" y="51"/>
                    <a:pt x="170" y="0"/>
                    <a:pt x="2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5" name="Google Shape;535;p16"/>
            <p:cNvSpPr/>
            <p:nvPr/>
          </p:nvSpPr>
          <p:spPr>
            <a:xfrm>
              <a:off x="7058705" y="2688213"/>
              <a:ext cx="109359" cy="117094"/>
            </a:xfrm>
            <a:custGeom>
              <a:rect b="b" l="l" r="r" t="t"/>
              <a:pathLst>
                <a:path extrusionOk="0" h="1756" w="1640">
                  <a:moveTo>
                    <a:pt x="1" y="0"/>
                  </a:moveTo>
                  <a:cubicBezTo>
                    <a:pt x="1" y="0"/>
                    <a:pt x="42" y="525"/>
                    <a:pt x="473" y="997"/>
                  </a:cubicBezTo>
                  <a:cubicBezTo>
                    <a:pt x="882" y="1453"/>
                    <a:pt x="1573" y="1730"/>
                    <a:pt x="1640" y="1755"/>
                  </a:cubicBezTo>
                  <a:cubicBezTo>
                    <a:pt x="1640" y="1755"/>
                    <a:pt x="1432" y="981"/>
                    <a:pt x="1010" y="510"/>
                  </a:cubicBezTo>
                  <a:cubicBezTo>
                    <a:pt x="617" y="79"/>
                    <a:pt x="120" y="13"/>
                    <a:pt x="29"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6"/>
            <p:cNvSpPr/>
            <p:nvPr/>
          </p:nvSpPr>
          <p:spPr>
            <a:xfrm>
              <a:off x="7047436" y="2560981"/>
              <a:ext cx="240390" cy="121429"/>
            </a:xfrm>
            <a:custGeom>
              <a:rect b="b" l="l" r="r" t="t"/>
              <a:pathLst>
                <a:path extrusionOk="0" h="1821" w="3605">
                  <a:moveTo>
                    <a:pt x="2957" y="1"/>
                  </a:moveTo>
                  <a:cubicBezTo>
                    <a:pt x="2473" y="1"/>
                    <a:pt x="1807" y="54"/>
                    <a:pt x="1271" y="295"/>
                  </a:cubicBezTo>
                  <a:cubicBezTo>
                    <a:pt x="393" y="675"/>
                    <a:pt x="66" y="1528"/>
                    <a:pt x="0" y="1685"/>
                  </a:cubicBezTo>
                  <a:lnTo>
                    <a:pt x="0" y="1710"/>
                  </a:lnTo>
                  <a:cubicBezTo>
                    <a:pt x="0" y="1710"/>
                    <a:pt x="309" y="1821"/>
                    <a:pt x="764" y="1821"/>
                  </a:cubicBezTo>
                  <a:cubicBezTo>
                    <a:pt x="1075" y="1821"/>
                    <a:pt x="1454" y="1769"/>
                    <a:pt x="1849" y="1594"/>
                  </a:cubicBezTo>
                  <a:cubicBezTo>
                    <a:pt x="2765" y="1188"/>
                    <a:pt x="3526" y="137"/>
                    <a:pt x="3604" y="34"/>
                  </a:cubicBezTo>
                  <a:cubicBezTo>
                    <a:pt x="3604" y="34"/>
                    <a:pt x="3337" y="1"/>
                    <a:pt x="295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6"/>
            <p:cNvSpPr/>
            <p:nvPr/>
          </p:nvSpPr>
          <p:spPr>
            <a:xfrm>
              <a:off x="7047436" y="2573584"/>
              <a:ext cx="212517" cy="107426"/>
            </a:xfrm>
            <a:custGeom>
              <a:rect b="b" l="l" r="r" t="t"/>
              <a:pathLst>
                <a:path extrusionOk="0" h="1611" w="3187">
                  <a:moveTo>
                    <a:pt x="2644" y="1"/>
                  </a:moveTo>
                  <a:cubicBezTo>
                    <a:pt x="2217" y="1"/>
                    <a:pt x="1614" y="47"/>
                    <a:pt x="1129" y="263"/>
                  </a:cubicBezTo>
                  <a:cubicBezTo>
                    <a:pt x="355" y="618"/>
                    <a:pt x="53" y="1351"/>
                    <a:pt x="0" y="1496"/>
                  </a:cubicBezTo>
                  <a:lnTo>
                    <a:pt x="0" y="1521"/>
                  </a:lnTo>
                  <a:cubicBezTo>
                    <a:pt x="0" y="1521"/>
                    <a:pt x="261" y="1610"/>
                    <a:pt x="648" y="1610"/>
                  </a:cubicBezTo>
                  <a:cubicBezTo>
                    <a:pt x="926" y="1610"/>
                    <a:pt x="1269" y="1564"/>
                    <a:pt x="1626" y="1405"/>
                  </a:cubicBezTo>
                  <a:cubicBezTo>
                    <a:pt x="2438" y="1037"/>
                    <a:pt x="3120" y="121"/>
                    <a:pt x="3174" y="43"/>
                  </a:cubicBezTo>
                  <a:lnTo>
                    <a:pt x="3186" y="27"/>
                  </a:lnTo>
                  <a:cubicBezTo>
                    <a:pt x="3186" y="27"/>
                    <a:pt x="2964" y="1"/>
                    <a:pt x="264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8" name="Google Shape;538;p16"/>
            <p:cNvSpPr/>
            <p:nvPr/>
          </p:nvSpPr>
          <p:spPr>
            <a:xfrm>
              <a:off x="7061440" y="2599790"/>
              <a:ext cx="146035" cy="69683"/>
            </a:xfrm>
            <a:custGeom>
              <a:rect b="b" l="l" r="r" t="t"/>
              <a:pathLst>
                <a:path extrusionOk="0" h="1045" w="2190">
                  <a:moveTo>
                    <a:pt x="2081" y="0"/>
                  </a:moveTo>
                  <a:cubicBezTo>
                    <a:pt x="1842" y="0"/>
                    <a:pt x="1258" y="23"/>
                    <a:pt x="800" y="225"/>
                  </a:cubicBezTo>
                  <a:cubicBezTo>
                    <a:pt x="274" y="461"/>
                    <a:pt x="39" y="920"/>
                    <a:pt x="1" y="999"/>
                  </a:cubicBezTo>
                  <a:lnTo>
                    <a:pt x="1" y="1012"/>
                  </a:lnTo>
                  <a:cubicBezTo>
                    <a:pt x="1" y="1012"/>
                    <a:pt x="128" y="1045"/>
                    <a:pt x="328" y="1045"/>
                  </a:cubicBezTo>
                  <a:cubicBezTo>
                    <a:pt x="528" y="1045"/>
                    <a:pt x="800" y="1012"/>
                    <a:pt x="1089" y="879"/>
                  </a:cubicBezTo>
                  <a:cubicBezTo>
                    <a:pt x="1652" y="631"/>
                    <a:pt x="2136" y="55"/>
                    <a:pt x="2177" y="2"/>
                  </a:cubicBezTo>
                  <a:lnTo>
                    <a:pt x="2190" y="2"/>
                  </a:lnTo>
                  <a:cubicBezTo>
                    <a:pt x="2190" y="2"/>
                    <a:pt x="2150" y="0"/>
                    <a:pt x="208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6"/>
            <p:cNvSpPr/>
            <p:nvPr/>
          </p:nvSpPr>
          <p:spPr>
            <a:xfrm>
              <a:off x="6974017" y="2411143"/>
              <a:ext cx="109293" cy="263863"/>
            </a:xfrm>
            <a:custGeom>
              <a:rect b="b" l="l" r="r" t="t"/>
              <a:pathLst>
                <a:path extrusionOk="0" h="3957" w="1639">
                  <a:moveTo>
                    <a:pt x="592" y="0"/>
                  </a:moveTo>
                  <a:cubicBezTo>
                    <a:pt x="592" y="0"/>
                    <a:pt x="0" y="1258"/>
                    <a:pt x="120" y="2306"/>
                  </a:cubicBezTo>
                  <a:cubicBezTo>
                    <a:pt x="211" y="3265"/>
                    <a:pt x="919" y="3841"/>
                    <a:pt x="1051" y="3932"/>
                  </a:cubicBezTo>
                  <a:lnTo>
                    <a:pt x="1076" y="3957"/>
                  </a:lnTo>
                  <a:cubicBezTo>
                    <a:pt x="1076" y="3957"/>
                    <a:pt x="1639" y="3212"/>
                    <a:pt x="1535" y="2164"/>
                  </a:cubicBezTo>
                  <a:cubicBezTo>
                    <a:pt x="1428" y="1155"/>
                    <a:pt x="670" y="104"/>
                    <a:pt x="592" y="13"/>
                  </a:cubicBezTo>
                  <a:lnTo>
                    <a:pt x="592"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0" name="Google Shape;540;p16"/>
            <p:cNvSpPr/>
            <p:nvPr/>
          </p:nvSpPr>
          <p:spPr>
            <a:xfrm>
              <a:off x="6982820" y="2441750"/>
              <a:ext cx="95289" cy="233255"/>
            </a:xfrm>
            <a:custGeom>
              <a:rect b="b" l="l" r="r" t="t"/>
              <a:pathLst>
                <a:path extrusionOk="0" h="3498" w="1429">
                  <a:moveTo>
                    <a:pt x="497" y="0"/>
                  </a:moveTo>
                  <a:cubicBezTo>
                    <a:pt x="497" y="0"/>
                    <a:pt x="0" y="1114"/>
                    <a:pt x="92" y="2045"/>
                  </a:cubicBezTo>
                  <a:cubicBezTo>
                    <a:pt x="183" y="2885"/>
                    <a:pt x="799" y="3394"/>
                    <a:pt x="919" y="3485"/>
                  </a:cubicBezTo>
                  <a:cubicBezTo>
                    <a:pt x="931" y="3485"/>
                    <a:pt x="931" y="3498"/>
                    <a:pt x="931" y="3498"/>
                  </a:cubicBezTo>
                  <a:cubicBezTo>
                    <a:pt x="931" y="3498"/>
                    <a:pt x="1428" y="2844"/>
                    <a:pt x="1324" y="1913"/>
                  </a:cubicBezTo>
                  <a:cubicBezTo>
                    <a:pt x="1233" y="1023"/>
                    <a:pt x="576" y="92"/>
                    <a:pt x="510" y="13"/>
                  </a:cubicBezTo>
                  <a:lnTo>
                    <a:pt x="497" y="0"/>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1" name="Google Shape;541;p16"/>
            <p:cNvSpPr/>
            <p:nvPr/>
          </p:nvSpPr>
          <p:spPr>
            <a:xfrm>
              <a:off x="7004625" y="2499432"/>
              <a:ext cx="56880" cy="159038"/>
            </a:xfrm>
            <a:custGeom>
              <a:rect b="b" l="l" r="r" t="t"/>
              <a:pathLst>
                <a:path extrusionOk="0" h="2385" w="853">
                  <a:moveTo>
                    <a:pt x="277" y="0"/>
                  </a:moveTo>
                  <a:cubicBezTo>
                    <a:pt x="277" y="0"/>
                    <a:pt x="0" y="746"/>
                    <a:pt x="66" y="1391"/>
                  </a:cubicBezTo>
                  <a:cubicBezTo>
                    <a:pt x="120" y="1966"/>
                    <a:pt x="485" y="2318"/>
                    <a:pt x="551" y="2384"/>
                  </a:cubicBezTo>
                  <a:lnTo>
                    <a:pt x="563" y="2384"/>
                  </a:lnTo>
                  <a:cubicBezTo>
                    <a:pt x="563" y="2384"/>
                    <a:pt x="853" y="1954"/>
                    <a:pt x="787" y="1312"/>
                  </a:cubicBezTo>
                  <a:cubicBezTo>
                    <a:pt x="721" y="708"/>
                    <a:pt x="315" y="66"/>
                    <a:pt x="290"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2" name="Google Shape;542;p16"/>
            <p:cNvSpPr/>
            <p:nvPr/>
          </p:nvSpPr>
          <p:spPr>
            <a:xfrm>
              <a:off x="6784369" y="2606259"/>
              <a:ext cx="260595" cy="99957"/>
            </a:xfrm>
            <a:custGeom>
              <a:rect b="b" l="l" r="r" t="t"/>
              <a:pathLst>
                <a:path extrusionOk="0" h="1499" w="3908">
                  <a:moveTo>
                    <a:pt x="1697" y="1"/>
                  </a:moveTo>
                  <a:cubicBezTo>
                    <a:pt x="884" y="1"/>
                    <a:pt x="95" y="253"/>
                    <a:pt x="1" y="286"/>
                  </a:cubicBezTo>
                  <a:cubicBezTo>
                    <a:pt x="1" y="286"/>
                    <a:pt x="1011" y="1229"/>
                    <a:pt x="2045" y="1452"/>
                  </a:cubicBezTo>
                  <a:cubicBezTo>
                    <a:pt x="2199" y="1485"/>
                    <a:pt x="2348" y="1498"/>
                    <a:pt x="2490" y="1498"/>
                  </a:cubicBezTo>
                  <a:cubicBezTo>
                    <a:pt x="3214" y="1498"/>
                    <a:pt x="3771" y="1146"/>
                    <a:pt x="3879" y="1059"/>
                  </a:cubicBezTo>
                  <a:cubicBezTo>
                    <a:pt x="3895" y="1059"/>
                    <a:pt x="3907" y="1047"/>
                    <a:pt x="3907" y="1047"/>
                  </a:cubicBezTo>
                  <a:cubicBezTo>
                    <a:pt x="3907" y="1047"/>
                    <a:pt x="3369" y="286"/>
                    <a:pt x="2335" y="62"/>
                  </a:cubicBezTo>
                  <a:cubicBezTo>
                    <a:pt x="2129" y="18"/>
                    <a:pt x="1912" y="1"/>
                    <a:pt x="169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3" name="Google Shape;543;p16"/>
            <p:cNvSpPr/>
            <p:nvPr/>
          </p:nvSpPr>
          <p:spPr>
            <a:xfrm>
              <a:off x="6814177" y="2615528"/>
              <a:ext cx="230788" cy="87021"/>
            </a:xfrm>
            <a:custGeom>
              <a:rect b="b" l="l" r="r" t="t"/>
              <a:pathLst>
                <a:path extrusionOk="0" h="1305" w="3461">
                  <a:moveTo>
                    <a:pt x="1500" y="1"/>
                  </a:moveTo>
                  <a:cubicBezTo>
                    <a:pt x="783" y="1"/>
                    <a:pt x="95" y="221"/>
                    <a:pt x="13" y="250"/>
                  </a:cubicBezTo>
                  <a:lnTo>
                    <a:pt x="1" y="250"/>
                  </a:lnTo>
                  <a:cubicBezTo>
                    <a:pt x="1" y="250"/>
                    <a:pt x="903" y="1078"/>
                    <a:pt x="1809" y="1260"/>
                  </a:cubicBezTo>
                  <a:cubicBezTo>
                    <a:pt x="1951" y="1291"/>
                    <a:pt x="2088" y="1305"/>
                    <a:pt x="2220" y="1305"/>
                  </a:cubicBezTo>
                  <a:cubicBezTo>
                    <a:pt x="2851" y="1305"/>
                    <a:pt x="3336" y="998"/>
                    <a:pt x="3432" y="933"/>
                  </a:cubicBezTo>
                  <a:cubicBezTo>
                    <a:pt x="3448" y="920"/>
                    <a:pt x="3460" y="920"/>
                    <a:pt x="3460" y="920"/>
                  </a:cubicBezTo>
                  <a:cubicBezTo>
                    <a:pt x="3460" y="920"/>
                    <a:pt x="2976" y="250"/>
                    <a:pt x="2070" y="55"/>
                  </a:cubicBezTo>
                  <a:cubicBezTo>
                    <a:pt x="1885" y="16"/>
                    <a:pt x="1692" y="1"/>
                    <a:pt x="150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4" name="Google Shape;544;p16"/>
            <p:cNvSpPr/>
            <p:nvPr/>
          </p:nvSpPr>
          <p:spPr>
            <a:xfrm>
              <a:off x="6870991" y="2635199"/>
              <a:ext cx="157371" cy="52546"/>
            </a:xfrm>
            <a:custGeom>
              <a:rect b="b" l="l" r="r" t="t"/>
              <a:pathLst>
                <a:path extrusionOk="0" h="788" w="2360">
                  <a:moveTo>
                    <a:pt x="933" y="1"/>
                  </a:moveTo>
                  <a:cubicBezTo>
                    <a:pt x="480" y="1"/>
                    <a:pt x="63" y="106"/>
                    <a:pt x="13" y="125"/>
                  </a:cubicBezTo>
                  <a:lnTo>
                    <a:pt x="1" y="125"/>
                  </a:lnTo>
                  <a:cubicBezTo>
                    <a:pt x="1" y="125"/>
                    <a:pt x="630" y="625"/>
                    <a:pt x="1259" y="754"/>
                  </a:cubicBezTo>
                  <a:cubicBezTo>
                    <a:pt x="1371" y="778"/>
                    <a:pt x="1478" y="788"/>
                    <a:pt x="1579" y="788"/>
                  </a:cubicBezTo>
                  <a:cubicBezTo>
                    <a:pt x="1984" y="788"/>
                    <a:pt x="2281" y="630"/>
                    <a:pt x="2344" y="597"/>
                  </a:cubicBezTo>
                  <a:lnTo>
                    <a:pt x="2360" y="584"/>
                  </a:lnTo>
                  <a:cubicBezTo>
                    <a:pt x="2360" y="584"/>
                    <a:pt x="2030" y="179"/>
                    <a:pt x="1401" y="47"/>
                  </a:cubicBezTo>
                  <a:cubicBezTo>
                    <a:pt x="1250" y="13"/>
                    <a:pt x="1089" y="1"/>
                    <a:pt x="933"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5" name="Google Shape;545;p16"/>
            <p:cNvSpPr/>
            <p:nvPr/>
          </p:nvSpPr>
          <p:spPr>
            <a:xfrm>
              <a:off x="7360315" y="2564048"/>
              <a:ext cx="211517" cy="220252"/>
            </a:xfrm>
            <a:custGeom>
              <a:rect b="b" l="l" r="r" t="t"/>
              <a:pathLst>
                <a:path extrusionOk="0" h="3303" w="3172">
                  <a:moveTo>
                    <a:pt x="3159" y="0"/>
                  </a:moveTo>
                  <a:cubicBezTo>
                    <a:pt x="3159" y="0"/>
                    <a:pt x="2083" y="41"/>
                    <a:pt x="1234" y="906"/>
                  </a:cubicBezTo>
                  <a:cubicBezTo>
                    <a:pt x="419" y="1730"/>
                    <a:pt x="38" y="3174"/>
                    <a:pt x="1" y="3303"/>
                  </a:cubicBezTo>
                  <a:cubicBezTo>
                    <a:pt x="1" y="3303"/>
                    <a:pt x="1532" y="2922"/>
                    <a:pt x="2397" y="2057"/>
                  </a:cubicBezTo>
                  <a:cubicBezTo>
                    <a:pt x="3171" y="1271"/>
                    <a:pt x="3171" y="223"/>
                    <a:pt x="3159" y="28"/>
                  </a:cubicBezTo>
                  <a:lnTo>
                    <a:pt x="3159"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6" name="Google Shape;546;p16"/>
            <p:cNvSpPr/>
            <p:nvPr/>
          </p:nvSpPr>
          <p:spPr>
            <a:xfrm>
              <a:off x="7385721" y="2564848"/>
              <a:ext cx="186111" cy="195113"/>
            </a:xfrm>
            <a:custGeom>
              <a:rect b="b" l="l" r="r" t="t"/>
              <a:pathLst>
                <a:path extrusionOk="0" h="2926" w="2791">
                  <a:moveTo>
                    <a:pt x="2790" y="1"/>
                  </a:moveTo>
                  <a:cubicBezTo>
                    <a:pt x="2790" y="1"/>
                    <a:pt x="1847" y="42"/>
                    <a:pt x="1089" y="803"/>
                  </a:cubicBezTo>
                  <a:cubicBezTo>
                    <a:pt x="365" y="1523"/>
                    <a:pt x="25" y="2794"/>
                    <a:pt x="0" y="2910"/>
                  </a:cubicBezTo>
                  <a:lnTo>
                    <a:pt x="0" y="2926"/>
                  </a:lnTo>
                  <a:cubicBezTo>
                    <a:pt x="0" y="2926"/>
                    <a:pt x="1350" y="2570"/>
                    <a:pt x="2095" y="1797"/>
                  </a:cubicBezTo>
                  <a:cubicBezTo>
                    <a:pt x="2790" y="1117"/>
                    <a:pt x="2790" y="186"/>
                    <a:pt x="2790" y="29"/>
                  </a:cubicBezTo>
                  <a:lnTo>
                    <a:pt x="2790"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Google Shape;547;p16"/>
            <p:cNvSpPr/>
            <p:nvPr/>
          </p:nvSpPr>
          <p:spPr>
            <a:xfrm>
              <a:off x="7431000" y="2578052"/>
              <a:ext cx="128631" cy="133698"/>
            </a:xfrm>
            <a:custGeom>
              <a:rect b="b" l="l" r="r" t="t"/>
              <a:pathLst>
                <a:path extrusionOk="0" h="2005" w="1929">
                  <a:moveTo>
                    <a:pt x="1929" y="1"/>
                  </a:moveTo>
                  <a:cubicBezTo>
                    <a:pt x="1929" y="1"/>
                    <a:pt x="1325" y="80"/>
                    <a:pt x="803" y="605"/>
                  </a:cubicBezTo>
                  <a:cubicBezTo>
                    <a:pt x="315" y="1102"/>
                    <a:pt x="29" y="1926"/>
                    <a:pt x="1" y="1992"/>
                  </a:cubicBezTo>
                  <a:lnTo>
                    <a:pt x="1" y="2004"/>
                  </a:lnTo>
                  <a:cubicBezTo>
                    <a:pt x="1" y="2004"/>
                    <a:pt x="881" y="1706"/>
                    <a:pt x="1403" y="1193"/>
                  </a:cubicBezTo>
                  <a:cubicBezTo>
                    <a:pt x="1863" y="721"/>
                    <a:pt x="1916" y="133"/>
                    <a:pt x="1929" y="26"/>
                  </a:cubicBezTo>
                  <a:lnTo>
                    <a:pt x="1929"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8" name="Google Shape;548;p16"/>
            <p:cNvSpPr/>
            <p:nvPr/>
          </p:nvSpPr>
          <p:spPr>
            <a:xfrm>
              <a:off x="7553497" y="2564048"/>
              <a:ext cx="171174" cy="268264"/>
            </a:xfrm>
            <a:custGeom>
              <a:rect b="b" l="l" r="r" t="t"/>
              <a:pathLst>
                <a:path extrusionOk="0" h="4023" w="2567">
                  <a:moveTo>
                    <a:pt x="287" y="0"/>
                  </a:moveTo>
                  <a:cubicBezTo>
                    <a:pt x="287" y="0"/>
                    <a:pt x="0" y="1035"/>
                    <a:pt x="563" y="2111"/>
                  </a:cubicBezTo>
                  <a:cubicBezTo>
                    <a:pt x="1089" y="3145"/>
                    <a:pt x="2347" y="3944"/>
                    <a:pt x="2451" y="4023"/>
                  </a:cubicBezTo>
                  <a:lnTo>
                    <a:pt x="2463" y="4023"/>
                  </a:lnTo>
                  <a:cubicBezTo>
                    <a:pt x="2463" y="4023"/>
                    <a:pt x="2567" y="2438"/>
                    <a:pt x="2004" y="1365"/>
                  </a:cubicBezTo>
                  <a:cubicBezTo>
                    <a:pt x="1507" y="381"/>
                    <a:pt x="510" y="54"/>
                    <a:pt x="328"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9" name="Google Shape;549;p16"/>
            <p:cNvSpPr/>
            <p:nvPr/>
          </p:nvSpPr>
          <p:spPr>
            <a:xfrm>
              <a:off x="7556831" y="2563181"/>
              <a:ext cx="150436" cy="237723"/>
            </a:xfrm>
            <a:custGeom>
              <a:rect b="b" l="l" r="r" t="t"/>
              <a:pathLst>
                <a:path extrusionOk="0" h="3565" w="2256">
                  <a:moveTo>
                    <a:pt x="252" y="1"/>
                  </a:moveTo>
                  <a:cubicBezTo>
                    <a:pt x="252" y="1"/>
                    <a:pt x="1" y="919"/>
                    <a:pt x="501" y="1875"/>
                  </a:cubicBezTo>
                  <a:cubicBezTo>
                    <a:pt x="960" y="2778"/>
                    <a:pt x="2061" y="3501"/>
                    <a:pt x="2165" y="3552"/>
                  </a:cubicBezTo>
                  <a:lnTo>
                    <a:pt x="2165" y="3564"/>
                  </a:lnTo>
                  <a:cubicBezTo>
                    <a:pt x="2165" y="3564"/>
                    <a:pt x="2256" y="2164"/>
                    <a:pt x="1759" y="1221"/>
                  </a:cubicBezTo>
                  <a:cubicBezTo>
                    <a:pt x="1312" y="356"/>
                    <a:pt x="435" y="67"/>
                    <a:pt x="278" y="13"/>
                  </a:cubicBezTo>
                  <a:cubicBezTo>
                    <a:pt x="265" y="13"/>
                    <a:pt x="252" y="1"/>
                    <a:pt x="25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0" name="Google Shape;550;p16"/>
            <p:cNvSpPr/>
            <p:nvPr/>
          </p:nvSpPr>
          <p:spPr>
            <a:xfrm>
              <a:off x="7575303" y="2579785"/>
              <a:ext cx="95289" cy="162572"/>
            </a:xfrm>
            <a:custGeom>
              <a:rect b="b" l="l" r="r" t="t"/>
              <a:pathLst>
                <a:path extrusionOk="0" h="2438" w="1429">
                  <a:moveTo>
                    <a:pt x="117" y="0"/>
                  </a:moveTo>
                  <a:cubicBezTo>
                    <a:pt x="117" y="0"/>
                    <a:pt x="1" y="591"/>
                    <a:pt x="340" y="1246"/>
                  </a:cubicBezTo>
                  <a:cubicBezTo>
                    <a:pt x="655" y="1862"/>
                    <a:pt x="1350" y="2387"/>
                    <a:pt x="1416" y="2438"/>
                  </a:cubicBezTo>
                  <a:lnTo>
                    <a:pt x="1428" y="2438"/>
                  </a:lnTo>
                  <a:cubicBezTo>
                    <a:pt x="1428" y="2438"/>
                    <a:pt x="1416" y="1522"/>
                    <a:pt x="1076" y="865"/>
                  </a:cubicBezTo>
                  <a:cubicBezTo>
                    <a:pt x="774" y="277"/>
                    <a:pt x="236" y="41"/>
                    <a:pt x="13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6"/>
            <p:cNvSpPr/>
            <p:nvPr/>
          </p:nvSpPr>
          <p:spPr>
            <a:xfrm>
              <a:off x="7573636" y="2478360"/>
              <a:ext cx="299738" cy="112893"/>
            </a:xfrm>
            <a:custGeom>
              <a:rect b="b" l="l" r="r" t="t"/>
              <a:pathLst>
                <a:path extrusionOk="0" h="1693" w="4495">
                  <a:moveTo>
                    <a:pt x="2346" y="0"/>
                  </a:moveTo>
                  <a:cubicBezTo>
                    <a:pt x="2169" y="0"/>
                    <a:pt x="1993" y="12"/>
                    <a:pt x="1821" y="40"/>
                  </a:cubicBezTo>
                  <a:cubicBezTo>
                    <a:pt x="746" y="225"/>
                    <a:pt x="117" y="1078"/>
                    <a:pt x="13" y="1235"/>
                  </a:cubicBezTo>
                  <a:cubicBezTo>
                    <a:pt x="0" y="1247"/>
                    <a:pt x="0" y="1260"/>
                    <a:pt x="0" y="1260"/>
                  </a:cubicBezTo>
                  <a:cubicBezTo>
                    <a:pt x="0" y="1260"/>
                    <a:pt x="655" y="1693"/>
                    <a:pt x="1602" y="1693"/>
                  </a:cubicBezTo>
                  <a:cubicBezTo>
                    <a:pt x="1759" y="1693"/>
                    <a:pt x="1924" y="1681"/>
                    <a:pt x="2095" y="1653"/>
                  </a:cubicBezTo>
                  <a:cubicBezTo>
                    <a:pt x="3237" y="1471"/>
                    <a:pt x="4388" y="527"/>
                    <a:pt x="4495" y="433"/>
                  </a:cubicBezTo>
                  <a:cubicBezTo>
                    <a:pt x="4495" y="433"/>
                    <a:pt x="3414" y="0"/>
                    <a:pt x="2346"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2" name="Google Shape;552;p16"/>
            <p:cNvSpPr/>
            <p:nvPr/>
          </p:nvSpPr>
          <p:spPr>
            <a:xfrm>
              <a:off x="7573636" y="2488296"/>
              <a:ext cx="264730" cy="98223"/>
            </a:xfrm>
            <a:custGeom>
              <a:rect b="b" l="l" r="r" t="t"/>
              <a:pathLst>
                <a:path extrusionOk="0" h="1473" w="3970">
                  <a:moveTo>
                    <a:pt x="2074" y="1"/>
                  </a:moveTo>
                  <a:cubicBezTo>
                    <a:pt x="1918" y="1"/>
                    <a:pt x="1762" y="11"/>
                    <a:pt x="1611" y="35"/>
                  </a:cubicBezTo>
                  <a:cubicBezTo>
                    <a:pt x="655" y="193"/>
                    <a:pt x="104" y="941"/>
                    <a:pt x="13" y="1070"/>
                  </a:cubicBezTo>
                  <a:cubicBezTo>
                    <a:pt x="0" y="1086"/>
                    <a:pt x="0" y="1098"/>
                    <a:pt x="0" y="1098"/>
                  </a:cubicBezTo>
                  <a:cubicBezTo>
                    <a:pt x="0" y="1098"/>
                    <a:pt x="578" y="1473"/>
                    <a:pt x="1411" y="1473"/>
                  </a:cubicBezTo>
                  <a:cubicBezTo>
                    <a:pt x="1549" y="1473"/>
                    <a:pt x="1695" y="1462"/>
                    <a:pt x="1847" y="1438"/>
                  </a:cubicBezTo>
                  <a:cubicBezTo>
                    <a:pt x="2856" y="1281"/>
                    <a:pt x="3866" y="457"/>
                    <a:pt x="3970" y="378"/>
                  </a:cubicBezTo>
                  <a:cubicBezTo>
                    <a:pt x="3970" y="378"/>
                    <a:pt x="3016" y="1"/>
                    <a:pt x="207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3" name="Google Shape;553;p16"/>
            <p:cNvSpPr/>
            <p:nvPr/>
          </p:nvSpPr>
          <p:spPr>
            <a:xfrm>
              <a:off x="7591907" y="2512302"/>
              <a:ext cx="181043" cy="58881"/>
            </a:xfrm>
            <a:custGeom>
              <a:rect b="b" l="l" r="r" t="t"/>
              <a:pathLst>
                <a:path extrusionOk="0" h="883" w="2715">
                  <a:moveTo>
                    <a:pt x="1506" y="1"/>
                  </a:moveTo>
                  <a:cubicBezTo>
                    <a:pt x="1374" y="1"/>
                    <a:pt x="1241" y="10"/>
                    <a:pt x="1113" y="31"/>
                  </a:cubicBezTo>
                  <a:cubicBezTo>
                    <a:pt x="459" y="135"/>
                    <a:pt x="66" y="581"/>
                    <a:pt x="0" y="660"/>
                  </a:cubicBezTo>
                  <a:lnTo>
                    <a:pt x="0" y="672"/>
                  </a:lnTo>
                  <a:cubicBezTo>
                    <a:pt x="0" y="672"/>
                    <a:pt x="366" y="883"/>
                    <a:pt x="906" y="883"/>
                  </a:cubicBezTo>
                  <a:cubicBezTo>
                    <a:pt x="1013" y="883"/>
                    <a:pt x="1127" y="875"/>
                    <a:pt x="1246" y="855"/>
                  </a:cubicBezTo>
                  <a:cubicBezTo>
                    <a:pt x="1941" y="738"/>
                    <a:pt x="2648" y="238"/>
                    <a:pt x="2714" y="188"/>
                  </a:cubicBezTo>
                  <a:cubicBezTo>
                    <a:pt x="2714" y="188"/>
                    <a:pt x="2119" y="1"/>
                    <a:pt x="150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4" name="Google Shape;554;p16"/>
            <p:cNvSpPr/>
            <p:nvPr/>
          </p:nvSpPr>
          <p:spPr>
            <a:xfrm>
              <a:off x="7521222" y="2258237"/>
              <a:ext cx="131098" cy="302472"/>
            </a:xfrm>
            <a:custGeom>
              <a:rect b="b" l="l" r="r" t="t"/>
              <a:pathLst>
                <a:path extrusionOk="0" h="4536" w="1966">
                  <a:moveTo>
                    <a:pt x="1375" y="0"/>
                  </a:moveTo>
                  <a:cubicBezTo>
                    <a:pt x="1375" y="0"/>
                    <a:pt x="352" y="1233"/>
                    <a:pt x="170" y="2425"/>
                  </a:cubicBezTo>
                  <a:cubicBezTo>
                    <a:pt x="0" y="3514"/>
                    <a:pt x="629" y="4363"/>
                    <a:pt x="733" y="4520"/>
                  </a:cubicBezTo>
                  <a:cubicBezTo>
                    <a:pt x="746" y="4536"/>
                    <a:pt x="758" y="4536"/>
                    <a:pt x="758" y="4536"/>
                  </a:cubicBezTo>
                  <a:cubicBezTo>
                    <a:pt x="758" y="4536"/>
                    <a:pt x="1598" y="3878"/>
                    <a:pt x="1780" y="2674"/>
                  </a:cubicBezTo>
                  <a:cubicBezTo>
                    <a:pt x="1966" y="1532"/>
                    <a:pt x="1428" y="145"/>
                    <a:pt x="1375" y="13"/>
                  </a:cubicBezTo>
                  <a:lnTo>
                    <a:pt x="1375"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5" name="Google Shape;555;p16"/>
            <p:cNvSpPr/>
            <p:nvPr/>
          </p:nvSpPr>
          <p:spPr>
            <a:xfrm>
              <a:off x="7527291" y="2294113"/>
              <a:ext cx="114561" cy="266597"/>
            </a:xfrm>
            <a:custGeom>
              <a:rect b="b" l="l" r="r" t="t"/>
              <a:pathLst>
                <a:path extrusionOk="0" h="3998" w="1718">
                  <a:moveTo>
                    <a:pt x="1192" y="0"/>
                  </a:moveTo>
                  <a:cubicBezTo>
                    <a:pt x="1192" y="0"/>
                    <a:pt x="315" y="1073"/>
                    <a:pt x="145" y="2136"/>
                  </a:cubicBezTo>
                  <a:cubicBezTo>
                    <a:pt x="0" y="3092"/>
                    <a:pt x="538" y="3853"/>
                    <a:pt x="642" y="3982"/>
                  </a:cubicBezTo>
                  <a:lnTo>
                    <a:pt x="655" y="3998"/>
                  </a:lnTo>
                  <a:cubicBezTo>
                    <a:pt x="655" y="3998"/>
                    <a:pt x="1387" y="3407"/>
                    <a:pt x="1560" y="2347"/>
                  </a:cubicBezTo>
                  <a:cubicBezTo>
                    <a:pt x="1718" y="1337"/>
                    <a:pt x="1246" y="117"/>
                    <a:pt x="120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6"/>
            <p:cNvSpPr/>
            <p:nvPr/>
          </p:nvSpPr>
          <p:spPr>
            <a:xfrm>
              <a:off x="7548229" y="2359530"/>
              <a:ext cx="69083" cy="182777"/>
            </a:xfrm>
            <a:custGeom>
              <a:rect b="b" l="l" r="r" t="t"/>
              <a:pathLst>
                <a:path extrusionOk="0" h="2741" w="1036">
                  <a:moveTo>
                    <a:pt x="746" y="1"/>
                  </a:moveTo>
                  <a:cubicBezTo>
                    <a:pt x="746" y="1"/>
                    <a:pt x="208" y="749"/>
                    <a:pt x="105" y="1482"/>
                  </a:cubicBezTo>
                  <a:cubicBezTo>
                    <a:pt x="1" y="2136"/>
                    <a:pt x="303" y="2636"/>
                    <a:pt x="366" y="2727"/>
                  </a:cubicBezTo>
                  <a:lnTo>
                    <a:pt x="366" y="2740"/>
                  </a:lnTo>
                  <a:cubicBezTo>
                    <a:pt x="366" y="2740"/>
                    <a:pt x="812" y="2334"/>
                    <a:pt x="916" y="1601"/>
                  </a:cubicBezTo>
                  <a:cubicBezTo>
                    <a:pt x="1036" y="906"/>
                    <a:pt x="775" y="79"/>
                    <a:pt x="74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6"/>
            <p:cNvSpPr/>
            <p:nvPr/>
          </p:nvSpPr>
          <p:spPr>
            <a:xfrm>
              <a:off x="7295699" y="2429614"/>
              <a:ext cx="274398" cy="144368"/>
            </a:xfrm>
            <a:custGeom>
              <a:rect b="b" l="l" r="r" t="t"/>
              <a:pathLst>
                <a:path extrusionOk="0" h="2165" w="4115">
                  <a:moveTo>
                    <a:pt x="379" y="1"/>
                  </a:moveTo>
                  <a:cubicBezTo>
                    <a:pt x="178" y="1"/>
                    <a:pt x="40" y="9"/>
                    <a:pt x="1" y="13"/>
                  </a:cubicBezTo>
                  <a:cubicBezTo>
                    <a:pt x="1" y="13"/>
                    <a:pt x="838" y="1349"/>
                    <a:pt x="1926" y="1900"/>
                  </a:cubicBezTo>
                  <a:cubicBezTo>
                    <a:pt x="2337" y="2102"/>
                    <a:pt x="2749" y="2165"/>
                    <a:pt x="3104" y="2165"/>
                  </a:cubicBezTo>
                  <a:cubicBezTo>
                    <a:pt x="3599" y="2165"/>
                    <a:pt x="3982" y="2042"/>
                    <a:pt x="4090" y="2004"/>
                  </a:cubicBezTo>
                  <a:lnTo>
                    <a:pt x="4115" y="1991"/>
                  </a:lnTo>
                  <a:cubicBezTo>
                    <a:pt x="4115" y="1991"/>
                    <a:pt x="3747" y="981"/>
                    <a:pt x="2659" y="431"/>
                  </a:cubicBezTo>
                  <a:cubicBezTo>
                    <a:pt x="1906" y="60"/>
                    <a:pt x="917" y="1"/>
                    <a:pt x="379"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6"/>
            <p:cNvSpPr/>
            <p:nvPr/>
          </p:nvSpPr>
          <p:spPr>
            <a:xfrm>
              <a:off x="7327173" y="2445485"/>
              <a:ext cx="242924" cy="127364"/>
            </a:xfrm>
            <a:custGeom>
              <a:rect b="b" l="l" r="r" t="t"/>
              <a:pathLst>
                <a:path extrusionOk="0" h="1910" w="3643">
                  <a:moveTo>
                    <a:pt x="330" y="0"/>
                  </a:moveTo>
                  <a:cubicBezTo>
                    <a:pt x="160" y="0"/>
                    <a:pt x="44" y="7"/>
                    <a:pt x="13" y="11"/>
                  </a:cubicBezTo>
                  <a:lnTo>
                    <a:pt x="1" y="11"/>
                  </a:lnTo>
                  <a:cubicBezTo>
                    <a:pt x="1" y="11"/>
                    <a:pt x="759" y="1190"/>
                    <a:pt x="1715" y="1662"/>
                  </a:cubicBezTo>
                  <a:cubicBezTo>
                    <a:pt x="2084" y="1851"/>
                    <a:pt x="2456" y="1910"/>
                    <a:pt x="2773" y="1910"/>
                  </a:cubicBezTo>
                  <a:cubicBezTo>
                    <a:pt x="3199" y="1910"/>
                    <a:pt x="3528" y="1803"/>
                    <a:pt x="3618" y="1766"/>
                  </a:cubicBezTo>
                  <a:lnTo>
                    <a:pt x="3643" y="1766"/>
                  </a:lnTo>
                  <a:cubicBezTo>
                    <a:pt x="3643" y="1766"/>
                    <a:pt x="3316" y="875"/>
                    <a:pt x="2344" y="391"/>
                  </a:cubicBezTo>
                  <a:cubicBezTo>
                    <a:pt x="1682" y="54"/>
                    <a:pt x="799" y="0"/>
                    <a:pt x="33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6"/>
            <p:cNvSpPr/>
            <p:nvPr/>
          </p:nvSpPr>
          <p:spPr>
            <a:xfrm>
              <a:off x="7386522" y="2474892"/>
              <a:ext cx="166173" cy="84687"/>
            </a:xfrm>
            <a:custGeom>
              <a:rect b="b" l="l" r="r" t="t"/>
              <a:pathLst>
                <a:path extrusionOk="0" h="1270" w="2492">
                  <a:moveTo>
                    <a:pt x="1" y="0"/>
                  </a:moveTo>
                  <a:cubicBezTo>
                    <a:pt x="1" y="0"/>
                    <a:pt x="551" y="749"/>
                    <a:pt x="1205" y="1076"/>
                  </a:cubicBezTo>
                  <a:cubicBezTo>
                    <a:pt x="1507" y="1227"/>
                    <a:pt x="1799" y="1270"/>
                    <a:pt x="2028" y="1270"/>
                  </a:cubicBezTo>
                  <a:cubicBezTo>
                    <a:pt x="2258" y="1270"/>
                    <a:pt x="2424" y="1227"/>
                    <a:pt x="2476" y="1208"/>
                  </a:cubicBezTo>
                  <a:lnTo>
                    <a:pt x="2492" y="1208"/>
                  </a:lnTo>
                  <a:cubicBezTo>
                    <a:pt x="2492" y="1208"/>
                    <a:pt x="2240" y="658"/>
                    <a:pt x="1586" y="328"/>
                  </a:cubicBezTo>
                  <a:cubicBezTo>
                    <a:pt x="957" y="13"/>
                    <a:pt x="92" y="0"/>
                    <a:pt x="1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5_2">
    <p:spTree>
      <p:nvGrpSpPr>
        <p:cNvPr id="560" name="Shape 560"/>
        <p:cNvGrpSpPr/>
        <p:nvPr/>
      </p:nvGrpSpPr>
      <p:grpSpPr>
        <a:xfrm>
          <a:off x="0" y="0"/>
          <a:ext cx="0" cy="0"/>
          <a:chOff x="0" y="0"/>
          <a:chExt cx="0" cy="0"/>
        </a:xfrm>
      </p:grpSpPr>
      <p:sp>
        <p:nvSpPr>
          <p:cNvPr id="561" name="Google Shape;561;p17"/>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562" name="Google Shape;562;p17"/>
          <p:cNvGrpSpPr/>
          <p:nvPr/>
        </p:nvGrpSpPr>
        <p:grpSpPr>
          <a:xfrm>
            <a:off x="7589786" y="-522330"/>
            <a:ext cx="2043305" cy="1881457"/>
            <a:chOff x="4354222" y="153972"/>
            <a:chExt cx="1400867" cy="1289906"/>
          </a:xfrm>
        </p:grpSpPr>
        <p:sp>
          <p:nvSpPr>
            <p:cNvPr id="563" name="Google Shape;563;p17"/>
            <p:cNvSpPr/>
            <p:nvPr/>
          </p:nvSpPr>
          <p:spPr>
            <a:xfrm>
              <a:off x="4452780" y="153972"/>
              <a:ext cx="1302309" cy="1289906"/>
            </a:xfrm>
            <a:custGeom>
              <a:rect b="b" l="l" r="r" t="t"/>
              <a:pathLst>
                <a:path extrusionOk="0" h="19344" w="19530">
                  <a:moveTo>
                    <a:pt x="8140" y="18450"/>
                  </a:moveTo>
                  <a:cubicBezTo>
                    <a:pt x="13028" y="19344"/>
                    <a:pt x="17733" y="16132"/>
                    <a:pt x="18623" y="11282"/>
                  </a:cubicBezTo>
                  <a:cubicBezTo>
                    <a:pt x="19529" y="6432"/>
                    <a:pt x="16293" y="1781"/>
                    <a:pt x="11389" y="891"/>
                  </a:cubicBezTo>
                  <a:cubicBezTo>
                    <a:pt x="6502" y="1"/>
                    <a:pt x="1796" y="3209"/>
                    <a:pt x="906" y="8059"/>
                  </a:cubicBezTo>
                  <a:cubicBezTo>
                    <a:pt x="0" y="12908"/>
                    <a:pt x="3240" y="17560"/>
                    <a:pt x="8140" y="1845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7"/>
            <p:cNvSpPr/>
            <p:nvPr/>
          </p:nvSpPr>
          <p:spPr>
            <a:xfrm>
              <a:off x="4354222" y="237393"/>
              <a:ext cx="1302042" cy="1190149"/>
            </a:xfrm>
            <a:custGeom>
              <a:rect b="b" l="l" r="r" t="t"/>
              <a:pathLst>
                <a:path extrusionOk="0" h="17848" w="19526">
                  <a:moveTo>
                    <a:pt x="9746" y="1"/>
                  </a:moveTo>
                  <a:cubicBezTo>
                    <a:pt x="5487" y="1"/>
                    <a:pt x="1691" y="3004"/>
                    <a:pt x="890" y="7304"/>
                  </a:cubicBezTo>
                  <a:cubicBezTo>
                    <a:pt x="0" y="12154"/>
                    <a:pt x="3237" y="16806"/>
                    <a:pt x="8124" y="17699"/>
                  </a:cubicBezTo>
                  <a:cubicBezTo>
                    <a:pt x="8675" y="17799"/>
                    <a:pt x="9222" y="17848"/>
                    <a:pt x="9763" y="17848"/>
                  </a:cubicBezTo>
                  <a:cubicBezTo>
                    <a:pt x="14033" y="17848"/>
                    <a:pt x="17830" y="14834"/>
                    <a:pt x="18620" y="10528"/>
                  </a:cubicBezTo>
                  <a:cubicBezTo>
                    <a:pt x="19526" y="5694"/>
                    <a:pt x="16289" y="1042"/>
                    <a:pt x="11386" y="149"/>
                  </a:cubicBezTo>
                  <a:cubicBezTo>
                    <a:pt x="10835" y="49"/>
                    <a:pt x="10287" y="1"/>
                    <a:pt x="9746"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7"/>
            <p:cNvSpPr/>
            <p:nvPr/>
          </p:nvSpPr>
          <p:spPr>
            <a:xfrm>
              <a:off x="5126684" y="923500"/>
              <a:ext cx="348616" cy="289069"/>
            </a:xfrm>
            <a:custGeom>
              <a:rect b="b" l="l" r="r" t="t"/>
              <a:pathLst>
                <a:path extrusionOk="0" h="4335" w="5228">
                  <a:moveTo>
                    <a:pt x="1212" y="0"/>
                  </a:moveTo>
                  <a:cubicBezTo>
                    <a:pt x="937" y="0"/>
                    <a:pt x="667" y="118"/>
                    <a:pt x="484" y="346"/>
                  </a:cubicBezTo>
                  <a:lnTo>
                    <a:pt x="315" y="570"/>
                  </a:lnTo>
                  <a:cubicBezTo>
                    <a:pt x="0" y="963"/>
                    <a:pt x="79" y="1538"/>
                    <a:pt x="472" y="1853"/>
                  </a:cubicBezTo>
                  <a:lnTo>
                    <a:pt x="3460" y="4146"/>
                  </a:lnTo>
                  <a:cubicBezTo>
                    <a:pt x="3625" y="4273"/>
                    <a:pt x="3825" y="4334"/>
                    <a:pt x="4023" y="4334"/>
                  </a:cubicBezTo>
                  <a:cubicBezTo>
                    <a:pt x="4297" y="4334"/>
                    <a:pt x="4568" y="4216"/>
                    <a:pt x="4743" y="3988"/>
                  </a:cubicBezTo>
                  <a:lnTo>
                    <a:pt x="4913" y="3765"/>
                  </a:lnTo>
                  <a:cubicBezTo>
                    <a:pt x="5227" y="3372"/>
                    <a:pt x="5165" y="2796"/>
                    <a:pt x="4756" y="2494"/>
                  </a:cubicBezTo>
                  <a:lnTo>
                    <a:pt x="1783" y="189"/>
                  </a:lnTo>
                  <a:cubicBezTo>
                    <a:pt x="1612" y="62"/>
                    <a:pt x="1410" y="0"/>
                    <a:pt x="1212"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7"/>
            <p:cNvSpPr/>
            <p:nvPr/>
          </p:nvSpPr>
          <p:spPr>
            <a:xfrm>
              <a:off x="4576078" y="440045"/>
              <a:ext cx="858337" cy="784720"/>
            </a:xfrm>
            <a:custGeom>
              <a:rect b="b" l="l" r="r" t="t"/>
              <a:pathLst>
                <a:path extrusionOk="0" h="11768" w="12872">
                  <a:moveTo>
                    <a:pt x="6430" y="0"/>
                  </a:moveTo>
                  <a:cubicBezTo>
                    <a:pt x="3619" y="0"/>
                    <a:pt x="1114" y="1990"/>
                    <a:pt x="589" y="4816"/>
                  </a:cubicBezTo>
                  <a:cubicBezTo>
                    <a:pt x="1" y="8015"/>
                    <a:pt x="2136" y="11081"/>
                    <a:pt x="5360" y="11672"/>
                  </a:cubicBezTo>
                  <a:cubicBezTo>
                    <a:pt x="5717" y="11736"/>
                    <a:pt x="6073" y="11767"/>
                    <a:pt x="6424" y="11767"/>
                  </a:cubicBezTo>
                  <a:cubicBezTo>
                    <a:pt x="9239" y="11767"/>
                    <a:pt x="11743" y="9783"/>
                    <a:pt x="12280" y="6939"/>
                  </a:cubicBezTo>
                  <a:cubicBezTo>
                    <a:pt x="12871" y="3756"/>
                    <a:pt x="10732" y="689"/>
                    <a:pt x="7508" y="98"/>
                  </a:cubicBezTo>
                  <a:cubicBezTo>
                    <a:pt x="7146" y="32"/>
                    <a:pt x="6786" y="0"/>
                    <a:pt x="6430"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7"/>
            <p:cNvSpPr/>
            <p:nvPr/>
          </p:nvSpPr>
          <p:spPr>
            <a:xfrm>
              <a:off x="4619756" y="480988"/>
              <a:ext cx="769983" cy="703034"/>
            </a:xfrm>
            <a:custGeom>
              <a:rect b="b" l="l" r="r" t="t"/>
              <a:pathLst>
                <a:path extrusionOk="0" h="10543" w="11547">
                  <a:moveTo>
                    <a:pt x="5770" y="0"/>
                  </a:moveTo>
                  <a:cubicBezTo>
                    <a:pt x="3256" y="0"/>
                    <a:pt x="1015" y="1773"/>
                    <a:pt x="538" y="4321"/>
                  </a:cubicBezTo>
                  <a:cubicBezTo>
                    <a:pt x="0" y="7177"/>
                    <a:pt x="1928" y="9929"/>
                    <a:pt x="4809" y="10455"/>
                  </a:cubicBezTo>
                  <a:cubicBezTo>
                    <a:pt x="5135" y="10514"/>
                    <a:pt x="5460" y="10542"/>
                    <a:pt x="5780" y="10542"/>
                  </a:cubicBezTo>
                  <a:cubicBezTo>
                    <a:pt x="8303" y="10542"/>
                    <a:pt x="10545" y="8769"/>
                    <a:pt x="11008" y="6221"/>
                  </a:cubicBezTo>
                  <a:cubicBezTo>
                    <a:pt x="11546" y="3365"/>
                    <a:pt x="9634" y="613"/>
                    <a:pt x="6737" y="88"/>
                  </a:cubicBezTo>
                  <a:cubicBezTo>
                    <a:pt x="6412" y="29"/>
                    <a:pt x="6089" y="0"/>
                    <a:pt x="5770"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7"/>
            <p:cNvSpPr/>
            <p:nvPr/>
          </p:nvSpPr>
          <p:spPr>
            <a:xfrm>
              <a:off x="4764859" y="541737"/>
              <a:ext cx="561933" cy="513989"/>
            </a:xfrm>
            <a:custGeom>
              <a:rect b="b" l="l" r="r" t="t"/>
              <a:pathLst>
                <a:path extrusionOk="0" h="7708" w="8427">
                  <a:moveTo>
                    <a:pt x="4197" y="1"/>
                  </a:moveTo>
                  <a:cubicBezTo>
                    <a:pt x="2364" y="1"/>
                    <a:pt x="731" y="1304"/>
                    <a:pt x="394" y="3162"/>
                  </a:cubicBezTo>
                  <a:cubicBezTo>
                    <a:pt x="1" y="5244"/>
                    <a:pt x="1403" y="7251"/>
                    <a:pt x="3514" y="7644"/>
                  </a:cubicBezTo>
                  <a:cubicBezTo>
                    <a:pt x="3750" y="7686"/>
                    <a:pt x="3985" y="7707"/>
                    <a:pt x="4216" y="7707"/>
                  </a:cubicBezTo>
                  <a:cubicBezTo>
                    <a:pt x="6055" y="7707"/>
                    <a:pt x="7697" y="6412"/>
                    <a:pt x="8046" y="4549"/>
                  </a:cubicBezTo>
                  <a:cubicBezTo>
                    <a:pt x="8427" y="2454"/>
                    <a:pt x="7036" y="448"/>
                    <a:pt x="4913" y="67"/>
                  </a:cubicBezTo>
                  <a:cubicBezTo>
                    <a:pt x="4673" y="22"/>
                    <a:pt x="4433" y="1"/>
                    <a:pt x="419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7"/>
            <p:cNvSpPr/>
            <p:nvPr/>
          </p:nvSpPr>
          <p:spPr>
            <a:xfrm>
              <a:off x="4874153" y="1032528"/>
              <a:ext cx="50612" cy="46478"/>
            </a:xfrm>
            <a:custGeom>
              <a:rect b="b" l="l" r="r" t="t"/>
              <a:pathLst>
                <a:path extrusionOk="0" h="697" w="759">
                  <a:moveTo>
                    <a:pt x="376" y="1"/>
                  </a:moveTo>
                  <a:cubicBezTo>
                    <a:pt x="208" y="1"/>
                    <a:pt x="61" y="120"/>
                    <a:pt x="25" y="284"/>
                  </a:cubicBezTo>
                  <a:cubicBezTo>
                    <a:pt x="0" y="479"/>
                    <a:pt x="117" y="664"/>
                    <a:pt x="315" y="690"/>
                  </a:cubicBezTo>
                  <a:cubicBezTo>
                    <a:pt x="338" y="694"/>
                    <a:pt x="361" y="696"/>
                    <a:pt x="383" y="696"/>
                  </a:cubicBezTo>
                  <a:cubicBezTo>
                    <a:pt x="551" y="696"/>
                    <a:pt x="698" y="577"/>
                    <a:pt x="720" y="413"/>
                  </a:cubicBezTo>
                  <a:cubicBezTo>
                    <a:pt x="758" y="218"/>
                    <a:pt x="629" y="35"/>
                    <a:pt x="444" y="7"/>
                  </a:cubicBezTo>
                  <a:cubicBezTo>
                    <a:pt x="421" y="3"/>
                    <a:pt x="398" y="1"/>
                    <a:pt x="376"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0" name="Google Shape;570;p17"/>
            <p:cNvSpPr/>
            <p:nvPr/>
          </p:nvSpPr>
          <p:spPr>
            <a:xfrm>
              <a:off x="4994717" y="1078939"/>
              <a:ext cx="27140" cy="24272"/>
            </a:xfrm>
            <a:custGeom>
              <a:rect b="b" l="l" r="r" t="t"/>
              <a:pathLst>
                <a:path extrusionOk="0" h="364" w="407">
                  <a:moveTo>
                    <a:pt x="192" y="1"/>
                  </a:moveTo>
                  <a:cubicBezTo>
                    <a:pt x="105" y="1"/>
                    <a:pt x="37" y="62"/>
                    <a:pt x="26" y="151"/>
                  </a:cubicBezTo>
                  <a:cubicBezTo>
                    <a:pt x="1" y="242"/>
                    <a:pt x="67" y="346"/>
                    <a:pt x="171" y="362"/>
                  </a:cubicBezTo>
                  <a:cubicBezTo>
                    <a:pt x="179" y="363"/>
                    <a:pt x="188" y="363"/>
                    <a:pt x="196" y="363"/>
                  </a:cubicBezTo>
                  <a:cubicBezTo>
                    <a:pt x="289" y="363"/>
                    <a:pt x="367" y="301"/>
                    <a:pt x="381" y="217"/>
                  </a:cubicBezTo>
                  <a:cubicBezTo>
                    <a:pt x="406" y="110"/>
                    <a:pt x="340" y="19"/>
                    <a:pt x="237" y="6"/>
                  </a:cubicBezTo>
                  <a:cubicBezTo>
                    <a:pt x="221" y="3"/>
                    <a:pt x="206" y="1"/>
                    <a:pt x="19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7"/>
            <p:cNvSpPr/>
            <p:nvPr/>
          </p:nvSpPr>
          <p:spPr>
            <a:xfrm>
              <a:off x="4846013" y="568944"/>
              <a:ext cx="26273" cy="24673"/>
            </a:xfrm>
            <a:custGeom>
              <a:rect b="b" l="l" r="r" t="t"/>
              <a:pathLst>
                <a:path extrusionOk="0" h="370" w="394">
                  <a:moveTo>
                    <a:pt x="211" y="0"/>
                  </a:moveTo>
                  <a:cubicBezTo>
                    <a:pt x="118" y="0"/>
                    <a:pt x="39" y="61"/>
                    <a:pt x="16" y="159"/>
                  </a:cubicBezTo>
                  <a:cubicBezTo>
                    <a:pt x="1" y="250"/>
                    <a:pt x="67" y="342"/>
                    <a:pt x="158" y="367"/>
                  </a:cubicBezTo>
                  <a:cubicBezTo>
                    <a:pt x="169" y="368"/>
                    <a:pt x="179" y="369"/>
                    <a:pt x="189" y="369"/>
                  </a:cubicBezTo>
                  <a:cubicBezTo>
                    <a:pt x="282" y="369"/>
                    <a:pt x="359" y="307"/>
                    <a:pt x="381" y="225"/>
                  </a:cubicBezTo>
                  <a:cubicBezTo>
                    <a:pt x="394" y="118"/>
                    <a:pt x="331" y="27"/>
                    <a:pt x="237" y="2"/>
                  </a:cubicBezTo>
                  <a:cubicBezTo>
                    <a:pt x="228" y="1"/>
                    <a:pt x="219" y="0"/>
                    <a:pt x="21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7"/>
            <p:cNvSpPr/>
            <p:nvPr/>
          </p:nvSpPr>
          <p:spPr>
            <a:xfrm>
              <a:off x="4806003" y="975847"/>
              <a:ext cx="40076" cy="36542"/>
            </a:xfrm>
            <a:custGeom>
              <a:rect b="b" l="l" r="r" t="t"/>
              <a:pathLst>
                <a:path extrusionOk="0" h="548" w="601">
                  <a:moveTo>
                    <a:pt x="304" y="1"/>
                  </a:moveTo>
                  <a:cubicBezTo>
                    <a:pt x="178" y="1"/>
                    <a:pt x="63" y="88"/>
                    <a:pt x="38" y="228"/>
                  </a:cubicBezTo>
                  <a:cubicBezTo>
                    <a:pt x="0" y="373"/>
                    <a:pt x="104" y="517"/>
                    <a:pt x="261" y="543"/>
                  </a:cubicBezTo>
                  <a:cubicBezTo>
                    <a:pt x="277" y="546"/>
                    <a:pt x="293" y="547"/>
                    <a:pt x="308" y="547"/>
                  </a:cubicBezTo>
                  <a:cubicBezTo>
                    <a:pt x="436" y="547"/>
                    <a:pt x="553" y="448"/>
                    <a:pt x="576" y="319"/>
                  </a:cubicBezTo>
                  <a:cubicBezTo>
                    <a:pt x="601" y="178"/>
                    <a:pt x="510" y="33"/>
                    <a:pt x="352" y="5"/>
                  </a:cubicBezTo>
                  <a:cubicBezTo>
                    <a:pt x="336" y="2"/>
                    <a:pt x="320" y="1"/>
                    <a:pt x="304"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7"/>
            <p:cNvSpPr/>
            <p:nvPr/>
          </p:nvSpPr>
          <p:spPr>
            <a:xfrm>
              <a:off x="5225442" y="973379"/>
              <a:ext cx="40143" cy="37276"/>
            </a:xfrm>
            <a:custGeom>
              <a:rect b="b" l="l" r="r" t="t"/>
              <a:pathLst>
                <a:path extrusionOk="0" h="559" w="602">
                  <a:moveTo>
                    <a:pt x="306" y="0"/>
                  </a:moveTo>
                  <a:cubicBezTo>
                    <a:pt x="167" y="0"/>
                    <a:pt x="48" y="97"/>
                    <a:pt x="26" y="227"/>
                  </a:cubicBezTo>
                  <a:cubicBezTo>
                    <a:pt x="0" y="385"/>
                    <a:pt x="104" y="514"/>
                    <a:pt x="249" y="554"/>
                  </a:cubicBezTo>
                  <a:cubicBezTo>
                    <a:pt x="265" y="557"/>
                    <a:pt x="281" y="558"/>
                    <a:pt x="296" y="558"/>
                  </a:cubicBezTo>
                  <a:cubicBezTo>
                    <a:pt x="434" y="558"/>
                    <a:pt x="553" y="461"/>
                    <a:pt x="576" y="331"/>
                  </a:cubicBezTo>
                  <a:cubicBezTo>
                    <a:pt x="601" y="174"/>
                    <a:pt x="497" y="42"/>
                    <a:pt x="353" y="4"/>
                  </a:cubicBezTo>
                  <a:cubicBezTo>
                    <a:pt x="337" y="1"/>
                    <a:pt x="321" y="0"/>
                    <a:pt x="306"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4" name="Google Shape;574;p17"/>
            <p:cNvSpPr/>
            <p:nvPr/>
          </p:nvSpPr>
          <p:spPr>
            <a:xfrm>
              <a:off x="4770127" y="653499"/>
              <a:ext cx="40343" cy="36475"/>
            </a:xfrm>
            <a:custGeom>
              <a:rect b="b" l="l" r="r" t="t"/>
              <a:pathLst>
                <a:path extrusionOk="0" h="547" w="605">
                  <a:moveTo>
                    <a:pt x="305" y="1"/>
                  </a:moveTo>
                  <a:cubicBezTo>
                    <a:pt x="168" y="1"/>
                    <a:pt x="51" y="98"/>
                    <a:pt x="25" y="228"/>
                  </a:cubicBezTo>
                  <a:cubicBezTo>
                    <a:pt x="0" y="373"/>
                    <a:pt x="104" y="514"/>
                    <a:pt x="249" y="542"/>
                  </a:cubicBezTo>
                  <a:cubicBezTo>
                    <a:pt x="266" y="545"/>
                    <a:pt x="284" y="547"/>
                    <a:pt x="301" y="547"/>
                  </a:cubicBezTo>
                  <a:cubicBezTo>
                    <a:pt x="437" y="547"/>
                    <a:pt x="553" y="460"/>
                    <a:pt x="576" y="332"/>
                  </a:cubicBezTo>
                  <a:cubicBezTo>
                    <a:pt x="604" y="174"/>
                    <a:pt x="497" y="30"/>
                    <a:pt x="352" y="5"/>
                  </a:cubicBezTo>
                  <a:cubicBezTo>
                    <a:pt x="337" y="2"/>
                    <a:pt x="321" y="1"/>
                    <a:pt x="30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5" name="Google Shape;575;p17"/>
            <p:cNvSpPr/>
            <p:nvPr/>
          </p:nvSpPr>
          <p:spPr>
            <a:xfrm>
              <a:off x="4724582" y="867419"/>
              <a:ext cx="53346" cy="49012"/>
            </a:xfrm>
            <a:custGeom>
              <a:rect b="b" l="l" r="r" t="t"/>
              <a:pathLst>
                <a:path extrusionOk="0" h="735" w="800">
                  <a:moveTo>
                    <a:pt x="401" y="0"/>
                  </a:moveTo>
                  <a:cubicBezTo>
                    <a:pt x="231" y="0"/>
                    <a:pt x="75" y="123"/>
                    <a:pt x="42" y="294"/>
                  </a:cubicBezTo>
                  <a:cubicBezTo>
                    <a:pt x="1" y="492"/>
                    <a:pt x="133" y="687"/>
                    <a:pt x="343" y="728"/>
                  </a:cubicBezTo>
                  <a:cubicBezTo>
                    <a:pt x="365" y="732"/>
                    <a:pt x="386" y="734"/>
                    <a:pt x="407" y="734"/>
                  </a:cubicBezTo>
                  <a:cubicBezTo>
                    <a:pt x="580" y="734"/>
                    <a:pt x="739" y="603"/>
                    <a:pt x="762" y="426"/>
                  </a:cubicBezTo>
                  <a:cubicBezTo>
                    <a:pt x="800" y="231"/>
                    <a:pt x="671" y="46"/>
                    <a:pt x="472" y="8"/>
                  </a:cubicBezTo>
                  <a:cubicBezTo>
                    <a:pt x="448" y="3"/>
                    <a:pt x="424" y="0"/>
                    <a:pt x="40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6" name="Google Shape;576;p17"/>
            <p:cNvSpPr/>
            <p:nvPr/>
          </p:nvSpPr>
          <p:spPr>
            <a:xfrm>
              <a:off x="4742187" y="766994"/>
              <a:ext cx="27140" cy="24406"/>
            </a:xfrm>
            <a:custGeom>
              <a:rect b="b" l="l" r="r" t="t"/>
              <a:pathLst>
                <a:path extrusionOk="0" h="366" w="407">
                  <a:moveTo>
                    <a:pt x="192" y="1"/>
                  </a:moveTo>
                  <a:cubicBezTo>
                    <a:pt x="112" y="1"/>
                    <a:pt x="37" y="61"/>
                    <a:pt x="26" y="149"/>
                  </a:cubicBezTo>
                  <a:cubicBezTo>
                    <a:pt x="1" y="243"/>
                    <a:pt x="64" y="347"/>
                    <a:pt x="171" y="360"/>
                  </a:cubicBezTo>
                  <a:cubicBezTo>
                    <a:pt x="186" y="363"/>
                    <a:pt x="201" y="365"/>
                    <a:pt x="216" y="365"/>
                  </a:cubicBezTo>
                  <a:cubicBezTo>
                    <a:pt x="300" y="365"/>
                    <a:pt x="370" y="306"/>
                    <a:pt x="394" y="215"/>
                  </a:cubicBezTo>
                  <a:cubicBezTo>
                    <a:pt x="407" y="111"/>
                    <a:pt x="341" y="20"/>
                    <a:pt x="237" y="7"/>
                  </a:cubicBezTo>
                  <a:cubicBezTo>
                    <a:pt x="222" y="3"/>
                    <a:pt x="207" y="1"/>
                    <a:pt x="19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7" name="Google Shape;577;p17"/>
            <p:cNvSpPr/>
            <p:nvPr/>
          </p:nvSpPr>
          <p:spPr>
            <a:xfrm>
              <a:off x="5118682" y="1057000"/>
              <a:ext cx="46411" cy="42743"/>
            </a:xfrm>
            <a:custGeom>
              <a:rect b="b" l="l" r="r" t="t"/>
              <a:pathLst>
                <a:path extrusionOk="0" h="641" w="696">
                  <a:moveTo>
                    <a:pt x="341" y="0"/>
                  </a:moveTo>
                  <a:cubicBezTo>
                    <a:pt x="193" y="0"/>
                    <a:pt x="62" y="109"/>
                    <a:pt x="29" y="257"/>
                  </a:cubicBezTo>
                  <a:cubicBezTo>
                    <a:pt x="1" y="439"/>
                    <a:pt x="120" y="596"/>
                    <a:pt x="290" y="637"/>
                  </a:cubicBezTo>
                  <a:cubicBezTo>
                    <a:pt x="305" y="639"/>
                    <a:pt x="321" y="641"/>
                    <a:pt x="336" y="641"/>
                  </a:cubicBezTo>
                  <a:cubicBezTo>
                    <a:pt x="490" y="641"/>
                    <a:pt x="633" y="530"/>
                    <a:pt x="670" y="376"/>
                  </a:cubicBezTo>
                  <a:cubicBezTo>
                    <a:pt x="696" y="203"/>
                    <a:pt x="579" y="33"/>
                    <a:pt x="409" y="8"/>
                  </a:cubicBezTo>
                  <a:cubicBezTo>
                    <a:pt x="386" y="3"/>
                    <a:pt x="363" y="0"/>
                    <a:pt x="34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8" name="Google Shape;578;p17"/>
            <p:cNvSpPr/>
            <p:nvPr/>
          </p:nvSpPr>
          <p:spPr>
            <a:xfrm>
              <a:off x="4947572" y="1028260"/>
              <a:ext cx="33141" cy="30474"/>
            </a:xfrm>
            <a:custGeom>
              <a:rect b="b" l="l" r="r" t="t"/>
              <a:pathLst>
                <a:path extrusionOk="0" h="457" w="497">
                  <a:moveTo>
                    <a:pt x="243" y="1"/>
                  </a:moveTo>
                  <a:cubicBezTo>
                    <a:pt x="132" y="1"/>
                    <a:pt x="36" y="85"/>
                    <a:pt x="25" y="191"/>
                  </a:cubicBezTo>
                  <a:cubicBezTo>
                    <a:pt x="0" y="320"/>
                    <a:pt x="79" y="439"/>
                    <a:pt x="208" y="452"/>
                  </a:cubicBezTo>
                  <a:cubicBezTo>
                    <a:pt x="223" y="455"/>
                    <a:pt x="238" y="456"/>
                    <a:pt x="252" y="456"/>
                  </a:cubicBezTo>
                  <a:cubicBezTo>
                    <a:pt x="355" y="456"/>
                    <a:pt x="447" y="382"/>
                    <a:pt x="472" y="269"/>
                  </a:cubicBezTo>
                  <a:cubicBezTo>
                    <a:pt x="497" y="150"/>
                    <a:pt x="418" y="33"/>
                    <a:pt x="286" y="5"/>
                  </a:cubicBezTo>
                  <a:cubicBezTo>
                    <a:pt x="272" y="2"/>
                    <a:pt x="257" y="1"/>
                    <a:pt x="243"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7"/>
            <p:cNvSpPr/>
            <p:nvPr/>
          </p:nvSpPr>
          <p:spPr>
            <a:xfrm>
              <a:off x="4807670" y="901628"/>
              <a:ext cx="40343" cy="36475"/>
            </a:xfrm>
            <a:custGeom>
              <a:rect b="b" l="l" r="r" t="t"/>
              <a:pathLst>
                <a:path extrusionOk="0" h="547" w="605">
                  <a:moveTo>
                    <a:pt x="308" y="1"/>
                  </a:moveTo>
                  <a:cubicBezTo>
                    <a:pt x="170" y="1"/>
                    <a:pt x="51" y="98"/>
                    <a:pt x="25" y="228"/>
                  </a:cubicBezTo>
                  <a:cubicBezTo>
                    <a:pt x="0" y="372"/>
                    <a:pt x="104" y="517"/>
                    <a:pt x="249" y="542"/>
                  </a:cubicBezTo>
                  <a:cubicBezTo>
                    <a:pt x="265" y="545"/>
                    <a:pt x="281" y="546"/>
                    <a:pt x="297" y="546"/>
                  </a:cubicBezTo>
                  <a:cubicBezTo>
                    <a:pt x="424" y="546"/>
                    <a:pt x="542" y="459"/>
                    <a:pt x="576" y="319"/>
                  </a:cubicBezTo>
                  <a:cubicBezTo>
                    <a:pt x="604" y="174"/>
                    <a:pt x="497" y="33"/>
                    <a:pt x="356" y="4"/>
                  </a:cubicBezTo>
                  <a:cubicBezTo>
                    <a:pt x="340" y="2"/>
                    <a:pt x="324" y="1"/>
                    <a:pt x="308"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7"/>
            <p:cNvSpPr/>
            <p:nvPr/>
          </p:nvSpPr>
          <p:spPr>
            <a:xfrm>
              <a:off x="5283924" y="802803"/>
              <a:ext cx="40343" cy="36542"/>
            </a:xfrm>
            <a:custGeom>
              <a:rect b="b" l="l" r="r" t="t"/>
              <a:pathLst>
                <a:path extrusionOk="0" h="548" w="605">
                  <a:moveTo>
                    <a:pt x="306" y="1"/>
                  </a:moveTo>
                  <a:cubicBezTo>
                    <a:pt x="181" y="1"/>
                    <a:pt x="64" y="88"/>
                    <a:pt x="39" y="228"/>
                  </a:cubicBezTo>
                  <a:cubicBezTo>
                    <a:pt x="1" y="373"/>
                    <a:pt x="105" y="518"/>
                    <a:pt x="249" y="543"/>
                  </a:cubicBezTo>
                  <a:cubicBezTo>
                    <a:pt x="268" y="546"/>
                    <a:pt x="287" y="548"/>
                    <a:pt x="305" y="548"/>
                  </a:cubicBezTo>
                  <a:cubicBezTo>
                    <a:pt x="439" y="548"/>
                    <a:pt x="554" y="458"/>
                    <a:pt x="577" y="319"/>
                  </a:cubicBezTo>
                  <a:cubicBezTo>
                    <a:pt x="605" y="178"/>
                    <a:pt x="510" y="33"/>
                    <a:pt x="353" y="5"/>
                  </a:cubicBezTo>
                  <a:cubicBezTo>
                    <a:pt x="338" y="2"/>
                    <a:pt x="322" y="1"/>
                    <a:pt x="30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7"/>
            <p:cNvSpPr/>
            <p:nvPr/>
          </p:nvSpPr>
          <p:spPr>
            <a:xfrm>
              <a:off x="4824207" y="704111"/>
              <a:ext cx="31541" cy="28473"/>
            </a:xfrm>
            <a:custGeom>
              <a:rect b="b" l="l" r="r" t="t"/>
              <a:pathLst>
                <a:path extrusionOk="0" h="427" w="473">
                  <a:moveTo>
                    <a:pt x="229" y="1"/>
                  </a:moveTo>
                  <a:cubicBezTo>
                    <a:pt x="131" y="1"/>
                    <a:pt x="51" y="74"/>
                    <a:pt x="29" y="177"/>
                  </a:cubicBezTo>
                  <a:cubicBezTo>
                    <a:pt x="1" y="293"/>
                    <a:pt x="79" y="400"/>
                    <a:pt x="199" y="425"/>
                  </a:cubicBezTo>
                  <a:cubicBezTo>
                    <a:pt x="207" y="426"/>
                    <a:pt x="215" y="426"/>
                    <a:pt x="224" y="426"/>
                  </a:cubicBezTo>
                  <a:cubicBezTo>
                    <a:pt x="332" y="426"/>
                    <a:pt x="436" y="352"/>
                    <a:pt x="447" y="255"/>
                  </a:cubicBezTo>
                  <a:cubicBezTo>
                    <a:pt x="472" y="136"/>
                    <a:pt x="394" y="19"/>
                    <a:pt x="277" y="7"/>
                  </a:cubicBezTo>
                  <a:cubicBezTo>
                    <a:pt x="261" y="3"/>
                    <a:pt x="245" y="1"/>
                    <a:pt x="229"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7"/>
            <p:cNvSpPr/>
            <p:nvPr/>
          </p:nvSpPr>
          <p:spPr>
            <a:xfrm>
              <a:off x="5215773" y="907029"/>
              <a:ext cx="31541" cy="28607"/>
            </a:xfrm>
            <a:custGeom>
              <a:rect b="b" l="l" r="r" t="t"/>
              <a:pathLst>
                <a:path extrusionOk="0" h="429" w="473">
                  <a:moveTo>
                    <a:pt x="246" y="0"/>
                  </a:moveTo>
                  <a:cubicBezTo>
                    <a:pt x="139" y="0"/>
                    <a:pt x="37" y="65"/>
                    <a:pt x="26" y="172"/>
                  </a:cubicBezTo>
                  <a:cubicBezTo>
                    <a:pt x="1" y="291"/>
                    <a:pt x="79" y="408"/>
                    <a:pt x="196" y="423"/>
                  </a:cubicBezTo>
                  <a:cubicBezTo>
                    <a:pt x="211" y="427"/>
                    <a:pt x="226" y="428"/>
                    <a:pt x="240" y="428"/>
                  </a:cubicBezTo>
                  <a:cubicBezTo>
                    <a:pt x="340" y="428"/>
                    <a:pt x="423" y="355"/>
                    <a:pt x="447" y="250"/>
                  </a:cubicBezTo>
                  <a:cubicBezTo>
                    <a:pt x="473" y="134"/>
                    <a:pt x="394" y="30"/>
                    <a:pt x="274" y="2"/>
                  </a:cubicBezTo>
                  <a:cubicBezTo>
                    <a:pt x="265" y="1"/>
                    <a:pt x="255" y="0"/>
                    <a:pt x="24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3" name="Google Shape;583;p17"/>
            <p:cNvSpPr/>
            <p:nvPr/>
          </p:nvSpPr>
          <p:spPr>
            <a:xfrm>
              <a:off x="5169428" y="989250"/>
              <a:ext cx="31541" cy="28407"/>
            </a:xfrm>
            <a:custGeom>
              <a:rect b="b" l="l" r="r" t="t"/>
              <a:pathLst>
                <a:path extrusionOk="0" h="426" w="473">
                  <a:moveTo>
                    <a:pt x="252" y="1"/>
                  </a:moveTo>
                  <a:cubicBezTo>
                    <a:pt x="142" y="1"/>
                    <a:pt x="40" y="75"/>
                    <a:pt x="26" y="172"/>
                  </a:cubicBezTo>
                  <a:cubicBezTo>
                    <a:pt x="1" y="291"/>
                    <a:pt x="79" y="408"/>
                    <a:pt x="199" y="420"/>
                  </a:cubicBezTo>
                  <a:cubicBezTo>
                    <a:pt x="215" y="424"/>
                    <a:pt x="231" y="426"/>
                    <a:pt x="246" y="426"/>
                  </a:cubicBezTo>
                  <a:cubicBezTo>
                    <a:pt x="342" y="426"/>
                    <a:pt x="423" y="353"/>
                    <a:pt x="447" y="250"/>
                  </a:cubicBezTo>
                  <a:cubicBezTo>
                    <a:pt x="472" y="134"/>
                    <a:pt x="394" y="27"/>
                    <a:pt x="277" y="2"/>
                  </a:cubicBezTo>
                  <a:cubicBezTo>
                    <a:pt x="269" y="1"/>
                    <a:pt x="261" y="1"/>
                    <a:pt x="252"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4" name="Google Shape;584;p17"/>
            <p:cNvSpPr/>
            <p:nvPr/>
          </p:nvSpPr>
          <p:spPr>
            <a:xfrm>
              <a:off x="4770927" y="788999"/>
              <a:ext cx="53346" cy="48812"/>
            </a:xfrm>
            <a:custGeom>
              <a:rect b="b" l="l" r="r" t="t"/>
              <a:pathLst>
                <a:path extrusionOk="0" h="732" w="800">
                  <a:moveTo>
                    <a:pt x="406" y="1"/>
                  </a:moveTo>
                  <a:cubicBezTo>
                    <a:pt x="228" y="1"/>
                    <a:pt x="65" y="126"/>
                    <a:pt x="42" y="306"/>
                  </a:cubicBezTo>
                  <a:cubicBezTo>
                    <a:pt x="1" y="501"/>
                    <a:pt x="133" y="684"/>
                    <a:pt x="328" y="725"/>
                  </a:cubicBezTo>
                  <a:cubicBezTo>
                    <a:pt x="351" y="729"/>
                    <a:pt x="374" y="731"/>
                    <a:pt x="397" y="731"/>
                  </a:cubicBezTo>
                  <a:cubicBezTo>
                    <a:pt x="570" y="731"/>
                    <a:pt x="726" y="610"/>
                    <a:pt x="762" y="435"/>
                  </a:cubicBezTo>
                  <a:cubicBezTo>
                    <a:pt x="800" y="240"/>
                    <a:pt x="671" y="42"/>
                    <a:pt x="460" y="4"/>
                  </a:cubicBezTo>
                  <a:cubicBezTo>
                    <a:pt x="442" y="2"/>
                    <a:pt x="424" y="1"/>
                    <a:pt x="40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Google Shape;585;p17"/>
            <p:cNvSpPr/>
            <p:nvPr/>
          </p:nvSpPr>
          <p:spPr>
            <a:xfrm>
              <a:off x="4887157" y="946839"/>
              <a:ext cx="46411" cy="42810"/>
            </a:xfrm>
            <a:custGeom>
              <a:rect b="b" l="l" r="r" t="t"/>
              <a:pathLst>
                <a:path extrusionOk="0" h="642" w="696">
                  <a:moveTo>
                    <a:pt x="338" y="1"/>
                  </a:moveTo>
                  <a:cubicBezTo>
                    <a:pt x="193" y="1"/>
                    <a:pt x="61" y="110"/>
                    <a:pt x="29" y="257"/>
                  </a:cubicBezTo>
                  <a:cubicBezTo>
                    <a:pt x="0" y="427"/>
                    <a:pt x="120" y="597"/>
                    <a:pt x="290" y="638"/>
                  </a:cubicBezTo>
                  <a:cubicBezTo>
                    <a:pt x="305" y="640"/>
                    <a:pt x="321" y="641"/>
                    <a:pt x="336" y="641"/>
                  </a:cubicBezTo>
                  <a:cubicBezTo>
                    <a:pt x="489" y="641"/>
                    <a:pt x="633" y="531"/>
                    <a:pt x="670" y="377"/>
                  </a:cubicBezTo>
                  <a:cubicBezTo>
                    <a:pt x="695" y="204"/>
                    <a:pt x="579" y="34"/>
                    <a:pt x="406" y="9"/>
                  </a:cubicBezTo>
                  <a:cubicBezTo>
                    <a:pt x="383" y="3"/>
                    <a:pt x="361" y="1"/>
                    <a:pt x="338"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6" name="Google Shape;586;p17"/>
            <p:cNvSpPr/>
            <p:nvPr/>
          </p:nvSpPr>
          <p:spPr>
            <a:xfrm>
              <a:off x="5041929" y="1032728"/>
              <a:ext cx="39276" cy="36475"/>
            </a:xfrm>
            <a:custGeom>
              <a:rect b="b" l="l" r="r" t="t"/>
              <a:pathLst>
                <a:path extrusionOk="0" h="547" w="589">
                  <a:moveTo>
                    <a:pt x="296" y="0"/>
                  </a:moveTo>
                  <a:cubicBezTo>
                    <a:pt x="167" y="0"/>
                    <a:pt x="48" y="97"/>
                    <a:pt x="26" y="227"/>
                  </a:cubicBezTo>
                  <a:cubicBezTo>
                    <a:pt x="0" y="372"/>
                    <a:pt x="92" y="517"/>
                    <a:pt x="249" y="542"/>
                  </a:cubicBezTo>
                  <a:cubicBezTo>
                    <a:pt x="265" y="545"/>
                    <a:pt x="281" y="546"/>
                    <a:pt x="297" y="546"/>
                  </a:cubicBezTo>
                  <a:cubicBezTo>
                    <a:pt x="424" y="546"/>
                    <a:pt x="541" y="460"/>
                    <a:pt x="563" y="331"/>
                  </a:cubicBezTo>
                  <a:cubicBezTo>
                    <a:pt x="589" y="174"/>
                    <a:pt x="497" y="32"/>
                    <a:pt x="340" y="4"/>
                  </a:cubicBezTo>
                  <a:cubicBezTo>
                    <a:pt x="325" y="2"/>
                    <a:pt x="311" y="0"/>
                    <a:pt x="29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7" name="Google Shape;587;p17"/>
          <p:cNvGrpSpPr/>
          <p:nvPr/>
        </p:nvGrpSpPr>
        <p:grpSpPr>
          <a:xfrm>
            <a:off x="-44881" y="-387964"/>
            <a:ext cx="1972391" cy="2183944"/>
            <a:chOff x="1180196" y="1611644"/>
            <a:chExt cx="1265489" cy="1401221"/>
          </a:xfrm>
        </p:grpSpPr>
        <p:sp>
          <p:nvSpPr>
            <p:cNvPr id="588" name="Google Shape;588;p17"/>
            <p:cNvSpPr/>
            <p:nvPr/>
          </p:nvSpPr>
          <p:spPr>
            <a:xfrm>
              <a:off x="1368110" y="1764685"/>
              <a:ext cx="719237" cy="825996"/>
            </a:xfrm>
            <a:custGeom>
              <a:rect b="b" l="l" r="r" t="t"/>
              <a:pathLst>
                <a:path extrusionOk="0" h="12387" w="10786">
                  <a:moveTo>
                    <a:pt x="394" y="7275"/>
                  </a:moveTo>
                  <a:cubicBezTo>
                    <a:pt x="236" y="7392"/>
                    <a:pt x="133" y="7549"/>
                    <a:pt x="79" y="7719"/>
                  </a:cubicBezTo>
                  <a:cubicBezTo>
                    <a:pt x="1" y="7942"/>
                    <a:pt x="38" y="8178"/>
                    <a:pt x="183" y="8364"/>
                  </a:cubicBezTo>
                  <a:lnTo>
                    <a:pt x="497" y="8757"/>
                  </a:lnTo>
                  <a:lnTo>
                    <a:pt x="604" y="8873"/>
                  </a:lnTo>
                  <a:cubicBezTo>
                    <a:pt x="762" y="9071"/>
                    <a:pt x="1035" y="9134"/>
                    <a:pt x="1312" y="9084"/>
                  </a:cubicBezTo>
                  <a:cubicBezTo>
                    <a:pt x="1454" y="9043"/>
                    <a:pt x="1586" y="8977"/>
                    <a:pt x="1718" y="8886"/>
                  </a:cubicBezTo>
                  <a:lnTo>
                    <a:pt x="4549" y="6580"/>
                  </a:lnTo>
                  <a:lnTo>
                    <a:pt x="2347" y="10892"/>
                  </a:lnTo>
                  <a:cubicBezTo>
                    <a:pt x="2256" y="11062"/>
                    <a:pt x="2215" y="11245"/>
                    <a:pt x="2240" y="11414"/>
                  </a:cubicBezTo>
                  <a:cubicBezTo>
                    <a:pt x="2268" y="11650"/>
                    <a:pt x="2385" y="11861"/>
                    <a:pt x="2583" y="11965"/>
                  </a:cubicBezTo>
                  <a:lnTo>
                    <a:pt x="3042" y="12201"/>
                  </a:lnTo>
                  <a:lnTo>
                    <a:pt x="3183" y="12267"/>
                  </a:lnTo>
                  <a:cubicBezTo>
                    <a:pt x="3407" y="12386"/>
                    <a:pt x="3684" y="12345"/>
                    <a:pt x="3907" y="12176"/>
                  </a:cubicBezTo>
                  <a:cubicBezTo>
                    <a:pt x="4036" y="12097"/>
                    <a:pt x="4127" y="11981"/>
                    <a:pt x="4206" y="11836"/>
                  </a:cubicBezTo>
                  <a:lnTo>
                    <a:pt x="8584" y="3316"/>
                  </a:lnTo>
                  <a:lnTo>
                    <a:pt x="10326" y="1900"/>
                  </a:lnTo>
                  <a:cubicBezTo>
                    <a:pt x="10694" y="1601"/>
                    <a:pt x="10785" y="1114"/>
                    <a:pt x="10537" y="815"/>
                  </a:cubicBezTo>
                  <a:lnTo>
                    <a:pt x="10446" y="696"/>
                  </a:lnTo>
                  <a:lnTo>
                    <a:pt x="10119" y="302"/>
                  </a:lnTo>
                  <a:cubicBezTo>
                    <a:pt x="9867" y="0"/>
                    <a:pt x="9370" y="0"/>
                    <a:pt x="9002" y="290"/>
                  </a:cubicBezTo>
                  <a:lnTo>
                    <a:pt x="8518" y="683"/>
                  </a:lnTo>
                  <a:lnTo>
                    <a:pt x="8414" y="630"/>
                  </a:lnTo>
                  <a:cubicBezTo>
                    <a:pt x="8059" y="447"/>
                    <a:pt x="7603" y="642"/>
                    <a:pt x="7392" y="1064"/>
                  </a:cubicBezTo>
                  <a:lnTo>
                    <a:pt x="6920" y="1979"/>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7"/>
            <p:cNvSpPr/>
            <p:nvPr/>
          </p:nvSpPr>
          <p:spPr>
            <a:xfrm>
              <a:off x="1924578" y="1611644"/>
              <a:ext cx="145168" cy="114627"/>
            </a:xfrm>
            <a:custGeom>
              <a:rect b="b" l="l" r="r" t="t"/>
              <a:pathLst>
                <a:path extrusionOk="0" h="1719" w="2177">
                  <a:moveTo>
                    <a:pt x="1324" y="1533"/>
                  </a:moveTo>
                  <a:cubicBezTo>
                    <a:pt x="1850" y="1350"/>
                    <a:pt x="2177" y="903"/>
                    <a:pt x="2045" y="526"/>
                  </a:cubicBezTo>
                  <a:cubicBezTo>
                    <a:pt x="1916" y="158"/>
                    <a:pt x="1378" y="1"/>
                    <a:pt x="853" y="183"/>
                  </a:cubicBezTo>
                  <a:cubicBezTo>
                    <a:pt x="327" y="353"/>
                    <a:pt x="0" y="812"/>
                    <a:pt x="145" y="1180"/>
                  </a:cubicBezTo>
                  <a:cubicBezTo>
                    <a:pt x="277" y="1561"/>
                    <a:pt x="799" y="1718"/>
                    <a:pt x="1324" y="153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7"/>
            <p:cNvSpPr/>
            <p:nvPr/>
          </p:nvSpPr>
          <p:spPr>
            <a:xfrm>
              <a:off x="1228279" y="2027410"/>
              <a:ext cx="144168" cy="117295"/>
            </a:xfrm>
            <a:custGeom>
              <a:rect b="b" l="l" r="r" t="t"/>
              <a:pathLst>
                <a:path extrusionOk="0" h="1759" w="2162">
                  <a:moveTo>
                    <a:pt x="1441" y="1469"/>
                  </a:moveTo>
                  <a:cubicBezTo>
                    <a:pt x="1926" y="1180"/>
                    <a:pt x="2162" y="683"/>
                    <a:pt x="1967" y="356"/>
                  </a:cubicBezTo>
                  <a:cubicBezTo>
                    <a:pt x="1768" y="29"/>
                    <a:pt x="1218" y="1"/>
                    <a:pt x="721" y="290"/>
                  </a:cubicBezTo>
                  <a:cubicBezTo>
                    <a:pt x="237" y="567"/>
                    <a:pt x="1" y="1064"/>
                    <a:pt x="196" y="1391"/>
                  </a:cubicBezTo>
                  <a:cubicBezTo>
                    <a:pt x="394" y="1718"/>
                    <a:pt x="957" y="1759"/>
                    <a:pt x="1441" y="1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1" name="Google Shape;591;p17"/>
            <p:cNvSpPr/>
            <p:nvPr/>
          </p:nvSpPr>
          <p:spPr>
            <a:xfrm>
              <a:off x="1603107" y="1794218"/>
              <a:ext cx="152103" cy="117895"/>
            </a:xfrm>
            <a:custGeom>
              <a:rect b="b" l="l" r="r" t="t"/>
              <a:pathLst>
                <a:path extrusionOk="0" h="1768" w="2281">
                  <a:moveTo>
                    <a:pt x="1457" y="1507"/>
                  </a:moveTo>
                  <a:cubicBezTo>
                    <a:pt x="1994" y="1246"/>
                    <a:pt x="2281" y="746"/>
                    <a:pt x="2111" y="406"/>
                  </a:cubicBezTo>
                  <a:cubicBezTo>
                    <a:pt x="1941" y="66"/>
                    <a:pt x="1365" y="0"/>
                    <a:pt x="828" y="261"/>
                  </a:cubicBezTo>
                  <a:cubicBezTo>
                    <a:pt x="290" y="525"/>
                    <a:pt x="0" y="1022"/>
                    <a:pt x="173" y="1362"/>
                  </a:cubicBezTo>
                  <a:cubicBezTo>
                    <a:pt x="343" y="1705"/>
                    <a:pt x="919" y="1768"/>
                    <a:pt x="1457" y="150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2" name="Google Shape;592;p17"/>
            <p:cNvSpPr/>
            <p:nvPr/>
          </p:nvSpPr>
          <p:spPr>
            <a:xfrm>
              <a:off x="1403857" y="1957592"/>
              <a:ext cx="94422" cy="121496"/>
            </a:xfrm>
            <a:custGeom>
              <a:rect b="b" l="l" r="r" t="t"/>
              <a:pathLst>
                <a:path extrusionOk="0" h="1822" w="1416">
                  <a:moveTo>
                    <a:pt x="592" y="1771"/>
                  </a:moveTo>
                  <a:cubicBezTo>
                    <a:pt x="931" y="1821"/>
                    <a:pt x="1274" y="1469"/>
                    <a:pt x="1337" y="997"/>
                  </a:cubicBezTo>
                  <a:cubicBezTo>
                    <a:pt x="1416" y="525"/>
                    <a:pt x="1180" y="91"/>
                    <a:pt x="828" y="41"/>
                  </a:cubicBezTo>
                  <a:cubicBezTo>
                    <a:pt x="472" y="0"/>
                    <a:pt x="132" y="340"/>
                    <a:pt x="66" y="812"/>
                  </a:cubicBezTo>
                  <a:cubicBezTo>
                    <a:pt x="0" y="1299"/>
                    <a:pt x="236" y="1718"/>
                    <a:pt x="592" y="177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3" name="Google Shape;593;p17"/>
            <p:cNvSpPr/>
            <p:nvPr/>
          </p:nvSpPr>
          <p:spPr>
            <a:xfrm>
              <a:off x="2326723" y="1640792"/>
              <a:ext cx="118962" cy="143301"/>
            </a:xfrm>
            <a:custGeom>
              <a:rect b="b" l="l" r="r" t="t"/>
              <a:pathLst>
                <a:path extrusionOk="0" h="2149" w="1784">
                  <a:moveTo>
                    <a:pt x="236" y="787"/>
                  </a:moveTo>
                  <a:cubicBezTo>
                    <a:pt x="0" y="1284"/>
                    <a:pt x="104" y="1822"/>
                    <a:pt x="472" y="1991"/>
                  </a:cubicBezTo>
                  <a:cubicBezTo>
                    <a:pt x="840" y="2149"/>
                    <a:pt x="1324" y="1875"/>
                    <a:pt x="1548" y="1378"/>
                  </a:cubicBezTo>
                  <a:cubicBezTo>
                    <a:pt x="1784" y="878"/>
                    <a:pt x="1664" y="340"/>
                    <a:pt x="1312" y="170"/>
                  </a:cubicBezTo>
                  <a:cubicBezTo>
                    <a:pt x="944" y="1"/>
                    <a:pt x="459" y="277"/>
                    <a:pt x="236" y="78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4" name="Google Shape;594;p17"/>
            <p:cNvSpPr/>
            <p:nvPr/>
          </p:nvSpPr>
          <p:spPr>
            <a:xfrm>
              <a:off x="1425862" y="1826492"/>
              <a:ext cx="164306" cy="148569"/>
            </a:xfrm>
            <a:custGeom>
              <a:rect b="b" l="l" r="r" t="t"/>
              <a:pathLst>
                <a:path extrusionOk="0" h="2228" w="2464">
                  <a:moveTo>
                    <a:pt x="878" y="1494"/>
                  </a:moveTo>
                  <a:cubicBezTo>
                    <a:pt x="1400" y="1913"/>
                    <a:pt x="1888" y="2227"/>
                    <a:pt x="2174" y="1875"/>
                  </a:cubicBezTo>
                  <a:cubicBezTo>
                    <a:pt x="2463" y="1520"/>
                    <a:pt x="2265" y="906"/>
                    <a:pt x="1743" y="485"/>
                  </a:cubicBezTo>
                  <a:cubicBezTo>
                    <a:pt x="1230" y="54"/>
                    <a:pt x="576" y="0"/>
                    <a:pt x="287" y="356"/>
                  </a:cubicBezTo>
                  <a:cubicBezTo>
                    <a:pt x="1" y="696"/>
                    <a:pt x="353" y="1076"/>
                    <a:pt x="878" y="149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7"/>
            <p:cNvSpPr/>
            <p:nvPr/>
          </p:nvSpPr>
          <p:spPr>
            <a:xfrm>
              <a:off x="1599715" y="2593958"/>
              <a:ext cx="156504" cy="124229"/>
            </a:xfrm>
            <a:custGeom>
              <a:rect b="b" l="l" r="r" t="t"/>
              <a:pathLst>
                <a:path extrusionOk="0" h="1863" w="2347">
                  <a:moveTo>
                    <a:pt x="931" y="170"/>
                  </a:moveTo>
                  <a:cubicBezTo>
                    <a:pt x="356" y="353"/>
                    <a:pt x="0" y="840"/>
                    <a:pt x="132" y="1259"/>
                  </a:cubicBezTo>
                  <a:cubicBezTo>
                    <a:pt x="277" y="1677"/>
                    <a:pt x="840" y="1863"/>
                    <a:pt x="1415" y="1690"/>
                  </a:cubicBezTo>
                  <a:cubicBezTo>
                    <a:pt x="1991" y="1507"/>
                    <a:pt x="2346" y="1023"/>
                    <a:pt x="2202" y="605"/>
                  </a:cubicBezTo>
                  <a:cubicBezTo>
                    <a:pt x="2070" y="183"/>
                    <a:pt x="1494" y="1"/>
                    <a:pt x="931" y="17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7"/>
            <p:cNvSpPr/>
            <p:nvPr/>
          </p:nvSpPr>
          <p:spPr>
            <a:xfrm>
              <a:off x="1456412" y="2705786"/>
              <a:ext cx="113560" cy="147702"/>
            </a:xfrm>
            <a:custGeom>
              <a:rect b="b" l="l" r="r" t="t"/>
              <a:pathLst>
                <a:path extrusionOk="0" h="2215" w="1703">
                  <a:moveTo>
                    <a:pt x="1652" y="1180"/>
                  </a:moveTo>
                  <a:cubicBezTo>
                    <a:pt x="1703" y="591"/>
                    <a:pt x="1375" y="79"/>
                    <a:pt x="945" y="41"/>
                  </a:cubicBezTo>
                  <a:cubicBezTo>
                    <a:pt x="498" y="0"/>
                    <a:pt x="105" y="447"/>
                    <a:pt x="51" y="1035"/>
                  </a:cubicBezTo>
                  <a:cubicBezTo>
                    <a:pt x="1" y="1626"/>
                    <a:pt x="315" y="2136"/>
                    <a:pt x="759" y="2177"/>
                  </a:cubicBezTo>
                  <a:cubicBezTo>
                    <a:pt x="1206" y="2214"/>
                    <a:pt x="1599" y="1771"/>
                    <a:pt x="1652" y="118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7"/>
            <p:cNvSpPr/>
            <p:nvPr/>
          </p:nvSpPr>
          <p:spPr>
            <a:xfrm>
              <a:off x="2095558" y="1708737"/>
              <a:ext cx="173108" cy="115427"/>
            </a:xfrm>
            <a:custGeom>
              <a:rect b="b" l="l" r="r" t="t"/>
              <a:pathLst>
                <a:path extrusionOk="0" h="1731" w="2596">
                  <a:moveTo>
                    <a:pt x="1523" y="1548"/>
                  </a:moveTo>
                  <a:cubicBezTo>
                    <a:pt x="2177" y="1375"/>
                    <a:pt x="2595" y="878"/>
                    <a:pt x="2466" y="431"/>
                  </a:cubicBezTo>
                  <a:cubicBezTo>
                    <a:pt x="2334" y="0"/>
                    <a:pt x="1825" y="79"/>
                    <a:pt x="1180" y="261"/>
                  </a:cubicBezTo>
                  <a:cubicBezTo>
                    <a:pt x="538" y="447"/>
                    <a:pt x="0" y="655"/>
                    <a:pt x="132" y="1089"/>
                  </a:cubicBezTo>
                  <a:cubicBezTo>
                    <a:pt x="252" y="1520"/>
                    <a:pt x="881" y="1730"/>
                    <a:pt x="1523" y="154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7"/>
            <p:cNvSpPr/>
            <p:nvPr/>
          </p:nvSpPr>
          <p:spPr>
            <a:xfrm>
              <a:off x="1680002" y="2836019"/>
              <a:ext cx="141634" cy="166973"/>
            </a:xfrm>
            <a:custGeom>
              <a:rect b="b" l="l" r="r" t="t"/>
              <a:pathLst>
                <a:path extrusionOk="0" h="2504" w="2124">
                  <a:moveTo>
                    <a:pt x="369" y="261"/>
                  </a:moveTo>
                  <a:cubicBezTo>
                    <a:pt x="1" y="513"/>
                    <a:pt x="1" y="1167"/>
                    <a:pt x="381" y="1718"/>
                  </a:cubicBezTo>
                  <a:cubicBezTo>
                    <a:pt x="762" y="2268"/>
                    <a:pt x="1378" y="2504"/>
                    <a:pt x="1759" y="2243"/>
                  </a:cubicBezTo>
                  <a:cubicBezTo>
                    <a:pt x="2124" y="1991"/>
                    <a:pt x="1888" y="1535"/>
                    <a:pt x="1510" y="985"/>
                  </a:cubicBezTo>
                  <a:cubicBezTo>
                    <a:pt x="1117" y="434"/>
                    <a:pt x="749" y="0"/>
                    <a:pt x="369" y="2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9" name="Google Shape;599;p17"/>
            <p:cNvSpPr/>
            <p:nvPr/>
          </p:nvSpPr>
          <p:spPr>
            <a:xfrm>
              <a:off x="1416989" y="1835703"/>
              <a:ext cx="444039" cy="732107"/>
            </a:xfrm>
            <a:custGeom>
              <a:rect b="b" l="l" r="r" t="t"/>
              <a:pathLst>
                <a:path extrusionOk="0" h="10979" w="6659">
                  <a:moveTo>
                    <a:pt x="5918" y="0"/>
                  </a:moveTo>
                  <a:cubicBezTo>
                    <a:pt x="5631" y="0"/>
                    <a:pt x="5335" y="183"/>
                    <a:pt x="5177" y="496"/>
                  </a:cubicBezTo>
                  <a:lnTo>
                    <a:pt x="120" y="10324"/>
                  </a:lnTo>
                  <a:cubicBezTo>
                    <a:pt x="41" y="10494"/>
                    <a:pt x="0" y="10680"/>
                    <a:pt x="29" y="10850"/>
                  </a:cubicBezTo>
                  <a:cubicBezTo>
                    <a:pt x="143" y="10792"/>
                    <a:pt x="283" y="10762"/>
                    <a:pt x="435" y="10762"/>
                  </a:cubicBezTo>
                  <a:cubicBezTo>
                    <a:pt x="632" y="10762"/>
                    <a:pt x="849" y="10811"/>
                    <a:pt x="1063" y="10916"/>
                  </a:cubicBezTo>
                  <a:cubicBezTo>
                    <a:pt x="1089" y="10941"/>
                    <a:pt x="1129" y="10953"/>
                    <a:pt x="1167" y="10979"/>
                  </a:cubicBezTo>
                  <a:lnTo>
                    <a:pt x="6659" y="301"/>
                  </a:lnTo>
                  <a:lnTo>
                    <a:pt x="6200" y="65"/>
                  </a:lnTo>
                  <a:cubicBezTo>
                    <a:pt x="6111" y="21"/>
                    <a:pt x="6015" y="0"/>
                    <a:pt x="591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17"/>
            <p:cNvSpPr/>
            <p:nvPr/>
          </p:nvSpPr>
          <p:spPr>
            <a:xfrm>
              <a:off x="1494809" y="1855708"/>
              <a:ext cx="405430" cy="755113"/>
            </a:xfrm>
            <a:custGeom>
              <a:rect b="b" l="l" r="r" t="t"/>
              <a:pathLst>
                <a:path extrusionOk="0" h="11324" w="6080">
                  <a:moveTo>
                    <a:pt x="5492" y="1"/>
                  </a:moveTo>
                  <a:lnTo>
                    <a:pt x="0" y="10679"/>
                  </a:lnTo>
                  <a:cubicBezTo>
                    <a:pt x="277" y="10851"/>
                    <a:pt x="459" y="11087"/>
                    <a:pt x="525" y="11323"/>
                  </a:cubicBezTo>
                  <a:cubicBezTo>
                    <a:pt x="642" y="11229"/>
                    <a:pt x="749" y="11113"/>
                    <a:pt x="827" y="10968"/>
                  </a:cubicBezTo>
                  <a:lnTo>
                    <a:pt x="5872" y="1139"/>
                  </a:lnTo>
                  <a:cubicBezTo>
                    <a:pt x="6080" y="733"/>
                    <a:pt x="5976" y="249"/>
                    <a:pt x="5624" y="63"/>
                  </a:cubicBezTo>
                  <a:lnTo>
                    <a:pt x="5492"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1" name="Google Shape;601;p17"/>
            <p:cNvSpPr/>
            <p:nvPr/>
          </p:nvSpPr>
          <p:spPr>
            <a:xfrm>
              <a:off x="1418856" y="2553284"/>
              <a:ext cx="111026" cy="67283"/>
            </a:xfrm>
            <a:custGeom>
              <a:rect b="b" l="l" r="r" t="t"/>
              <a:pathLst>
                <a:path extrusionOk="0" h="1009" w="1665">
                  <a:moveTo>
                    <a:pt x="407" y="1"/>
                  </a:moveTo>
                  <a:cubicBezTo>
                    <a:pt x="255" y="1"/>
                    <a:pt x="115" y="31"/>
                    <a:pt x="1" y="89"/>
                  </a:cubicBezTo>
                  <a:cubicBezTo>
                    <a:pt x="13" y="337"/>
                    <a:pt x="142" y="532"/>
                    <a:pt x="340" y="639"/>
                  </a:cubicBezTo>
                  <a:lnTo>
                    <a:pt x="800" y="875"/>
                  </a:lnTo>
                  <a:lnTo>
                    <a:pt x="944" y="941"/>
                  </a:lnTo>
                  <a:cubicBezTo>
                    <a:pt x="1031" y="987"/>
                    <a:pt x="1127" y="1009"/>
                    <a:pt x="1225" y="1009"/>
                  </a:cubicBezTo>
                  <a:cubicBezTo>
                    <a:pt x="1375" y="1009"/>
                    <a:pt x="1529" y="957"/>
                    <a:pt x="1664" y="862"/>
                  </a:cubicBezTo>
                  <a:cubicBezTo>
                    <a:pt x="1598" y="626"/>
                    <a:pt x="1416" y="390"/>
                    <a:pt x="1139" y="218"/>
                  </a:cubicBezTo>
                  <a:cubicBezTo>
                    <a:pt x="1101" y="192"/>
                    <a:pt x="1061" y="180"/>
                    <a:pt x="1035" y="155"/>
                  </a:cubicBezTo>
                  <a:cubicBezTo>
                    <a:pt x="821" y="50"/>
                    <a:pt x="604" y="1"/>
                    <a:pt x="407"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2" name="Google Shape;602;p17"/>
            <p:cNvSpPr/>
            <p:nvPr/>
          </p:nvSpPr>
          <p:spPr>
            <a:xfrm>
              <a:off x="1274553" y="1803295"/>
              <a:ext cx="690497" cy="546997"/>
            </a:xfrm>
            <a:custGeom>
              <a:rect b="b" l="l" r="r" t="t"/>
              <a:pathLst>
                <a:path extrusionOk="0" h="8203" w="10355">
                  <a:moveTo>
                    <a:pt x="9516" y="1"/>
                  </a:moveTo>
                  <a:cubicBezTo>
                    <a:pt x="9315" y="1"/>
                    <a:pt x="9101" y="73"/>
                    <a:pt x="8927" y="220"/>
                  </a:cubicBezTo>
                  <a:lnTo>
                    <a:pt x="303" y="7193"/>
                  </a:lnTo>
                  <a:cubicBezTo>
                    <a:pt x="158" y="7325"/>
                    <a:pt x="54" y="7483"/>
                    <a:pt x="1" y="7640"/>
                  </a:cubicBezTo>
                  <a:cubicBezTo>
                    <a:pt x="22" y="7638"/>
                    <a:pt x="44" y="7637"/>
                    <a:pt x="66" y="7637"/>
                  </a:cubicBezTo>
                  <a:cubicBezTo>
                    <a:pt x="352" y="7637"/>
                    <a:pt x="674" y="7808"/>
                    <a:pt x="919" y="8112"/>
                  </a:cubicBezTo>
                  <a:cubicBezTo>
                    <a:pt x="957" y="8137"/>
                    <a:pt x="969" y="8178"/>
                    <a:pt x="998" y="8203"/>
                  </a:cubicBezTo>
                  <a:lnTo>
                    <a:pt x="10355" y="629"/>
                  </a:lnTo>
                  <a:lnTo>
                    <a:pt x="10040" y="220"/>
                  </a:lnTo>
                  <a:cubicBezTo>
                    <a:pt x="9915" y="76"/>
                    <a:pt x="9722" y="1"/>
                    <a:pt x="951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7"/>
            <p:cNvSpPr/>
            <p:nvPr/>
          </p:nvSpPr>
          <p:spPr>
            <a:xfrm>
              <a:off x="1341036" y="1845239"/>
              <a:ext cx="647554" cy="558333"/>
            </a:xfrm>
            <a:custGeom>
              <a:rect b="b" l="l" r="r" t="t"/>
              <a:pathLst>
                <a:path extrusionOk="0" h="8373" w="9711">
                  <a:moveTo>
                    <a:pt x="9358" y="0"/>
                  </a:moveTo>
                  <a:lnTo>
                    <a:pt x="1" y="7574"/>
                  </a:lnTo>
                  <a:cubicBezTo>
                    <a:pt x="183" y="7835"/>
                    <a:pt x="262" y="8137"/>
                    <a:pt x="224" y="8373"/>
                  </a:cubicBezTo>
                  <a:cubicBezTo>
                    <a:pt x="366" y="8348"/>
                    <a:pt x="510" y="8282"/>
                    <a:pt x="642" y="8178"/>
                  </a:cubicBezTo>
                  <a:lnTo>
                    <a:pt x="9251" y="1192"/>
                  </a:lnTo>
                  <a:cubicBezTo>
                    <a:pt x="9619" y="903"/>
                    <a:pt x="9710" y="419"/>
                    <a:pt x="9462" y="117"/>
                  </a:cubicBezTo>
                  <a:lnTo>
                    <a:pt x="9358"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7"/>
            <p:cNvSpPr/>
            <p:nvPr/>
          </p:nvSpPr>
          <p:spPr>
            <a:xfrm>
              <a:off x="1269352" y="2312490"/>
              <a:ext cx="89155" cy="92622"/>
            </a:xfrm>
            <a:custGeom>
              <a:rect b="b" l="l" r="r" t="t"/>
              <a:pathLst>
                <a:path extrusionOk="0" h="1389" w="1337">
                  <a:moveTo>
                    <a:pt x="144" y="1"/>
                  </a:moveTo>
                  <a:cubicBezTo>
                    <a:pt x="122" y="1"/>
                    <a:pt x="100" y="2"/>
                    <a:pt x="79" y="4"/>
                  </a:cubicBezTo>
                  <a:cubicBezTo>
                    <a:pt x="0" y="227"/>
                    <a:pt x="25" y="476"/>
                    <a:pt x="170" y="646"/>
                  </a:cubicBezTo>
                  <a:lnTo>
                    <a:pt x="497" y="1039"/>
                  </a:lnTo>
                  <a:lnTo>
                    <a:pt x="604" y="1155"/>
                  </a:lnTo>
                  <a:cubicBezTo>
                    <a:pt x="725" y="1307"/>
                    <a:pt x="914" y="1389"/>
                    <a:pt x="1114" y="1389"/>
                  </a:cubicBezTo>
                  <a:cubicBezTo>
                    <a:pt x="1175" y="1389"/>
                    <a:pt x="1238" y="1381"/>
                    <a:pt x="1299" y="1366"/>
                  </a:cubicBezTo>
                  <a:cubicBezTo>
                    <a:pt x="1337" y="1130"/>
                    <a:pt x="1258" y="828"/>
                    <a:pt x="1076" y="567"/>
                  </a:cubicBezTo>
                  <a:cubicBezTo>
                    <a:pt x="1047" y="542"/>
                    <a:pt x="1035" y="501"/>
                    <a:pt x="997" y="476"/>
                  </a:cubicBezTo>
                  <a:cubicBezTo>
                    <a:pt x="752" y="172"/>
                    <a:pt x="430" y="1"/>
                    <a:pt x="144"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7"/>
            <p:cNvSpPr/>
            <p:nvPr/>
          </p:nvSpPr>
          <p:spPr>
            <a:xfrm>
              <a:off x="1900178" y="1640787"/>
              <a:ext cx="145234" cy="100290"/>
            </a:xfrm>
            <a:custGeom>
              <a:rect b="b" l="l" r="r" t="t"/>
              <a:pathLst>
                <a:path extrusionOk="0" h="1504" w="2178">
                  <a:moveTo>
                    <a:pt x="1293" y="0"/>
                  </a:moveTo>
                  <a:cubicBezTo>
                    <a:pt x="1152" y="0"/>
                    <a:pt x="1003" y="25"/>
                    <a:pt x="853" y="78"/>
                  </a:cubicBezTo>
                  <a:cubicBezTo>
                    <a:pt x="331" y="261"/>
                    <a:pt x="1" y="707"/>
                    <a:pt x="133" y="1085"/>
                  </a:cubicBezTo>
                  <a:cubicBezTo>
                    <a:pt x="228" y="1348"/>
                    <a:pt x="530" y="1504"/>
                    <a:pt x="886" y="1504"/>
                  </a:cubicBezTo>
                  <a:cubicBezTo>
                    <a:pt x="1027" y="1504"/>
                    <a:pt x="1177" y="1479"/>
                    <a:pt x="1325" y="1428"/>
                  </a:cubicBezTo>
                  <a:cubicBezTo>
                    <a:pt x="1850" y="1258"/>
                    <a:pt x="2177" y="799"/>
                    <a:pt x="2045" y="431"/>
                  </a:cubicBezTo>
                  <a:cubicBezTo>
                    <a:pt x="1944" y="158"/>
                    <a:pt x="1647" y="0"/>
                    <a:pt x="12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7"/>
            <p:cNvSpPr/>
            <p:nvPr/>
          </p:nvSpPr>
          <p:spPr>
            <a:xfrm>
              <a:off x="1180196" y="2067295"/>
              <a:ext cx="144368" cy="105092"/>
            </a:xfrm>
            <a:custGeom>
              <a:rect b="b" l="l" r="r" t="t"/>
              <a:pathLst>
                <a:path extrusionOk="0" h="1576" w="2165">
                  <a:moveTo>
                    <a:pt x="1387" y="0"/>
                  </a:moveTo>
                  <a:cubicBezTo>
                    <a:pt x="1176" y="0"/>
                    <a:pt x="940" y="63"/>
                    <a:pt x="721" y="193"/>
                  </a:cubicBezTo>
                  <a:cubicBezTo>
                    <a:pt x="236" y="482"/>
                    <a:pt x="0" y="979"/>
                    <a:pt x="199" y="1309"/>
                  </a:cubicBezTo>
                  <a:cubicBezTo>
                    <a:pt x="304" y="1487"/>
                    <a:pt x="519" y="1576"/>
                    <a:pt x="770" y="1576"/>
                  </a:cubicBezTo>
                  <a:cubicBezTo>
                    <a:pt x="982" y="1576"/>
                    <a:pt x="1220" y="1513"/>
                    <a:pt x="1441" y="1388"/>
                  </a:cubicBezTo>
                  <a:cubicBezTo>
                    <a:pt x="1928" y="1099"/>
                    <a:pt x="2164" y="602"/>
                    <a:pt x="1966" y="272"/>
                  </a:cubicBezTo>
                  <a:cubicBezTo>
                    <a:pt x="1859" y="92"/>
                    <a:pt x="1642" y="0"/>
                    <a:pt x="138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7" name="Google Shape;607;p17"/>
            <p:cNvSpPr/>
            <p:nvPr/>
          </p:nvSpPr>
          <p:spPr>
            <a:xfrm>
              <a:off x="1202868" y="2090634"/>
              <a:ext cx="94422" cy="61281"/>
            </a:xfrm>
            <a:custGeom>
              <a:rect b="b" l="l" r="r" t="t"/>
              <a:pathLst>
                <a:path extrusionOk="0" h="919" w="1416">
                  <a:moveTo>
                    <a:pt x="0" y="881"/>
                  </a:moveTo>
                  <a:cubicBezTo>
                    <a:pt x="0" y="865"/>
                    <a:pt x="41" y="865"/>
                    <a:pt x="107" y="852"/>
                  </a:cubicBezTo>
                  <a:cubicBezTo>
                    <a:pt x="173" y="852"/>
                    <a:pt x="264" y="827"/>
                    <a:pt x="355" y="786"/>
                  </a:cubicBezTo>
                  <a:cubicBezTo>
                    <a:pt x="447" y="736"/>
                    <a:pt x="538" y="670"/>
                    <a:pt x="604" y="591"/>
                  </a:cubicBezTo>
                  <a:cubicBezTo>
                    <a:pt x="670" y="513"/>
                    <a:pt x="708" y="409"/>
                    <a:pt x="761" y="330"/>
                  </a:cubicBezTo>
                  <a:cubicBezTo>
                    <a:pt x="815" y="236"/>
                    <a:pt x="881" y="145"/>
                    <a:pt x="972" y="79"/>
                  </a:cubicBezTo>
                  <a:cubicBezTo>
                    <a:pt x="1022" y="54"/>
                    <a:pt x="1063" y="28"/>
                    <a:pt x="1117" y="16"/>
                  </a:cubicBezTo>
                  <a:cubicBezTo>
                    <a:pt x="1167" y="0"/>
                    <a:pt x="1208" y="0"/>
                    <a:pt x="1246" y="16"/>
                  </a:cubicBezTo>
                  <a:cubicBezTo>
                    <a:pt x="1324" y="28"/>
                    <a:pt x="1378" y="66"/>
                    <a:pt x="1403" y="107"/>
                  </a:cubicBezTo>
                  <a:cubicBezTo>
                    <a:pt x="1415" y="145"/>
                    <a:pt x="1415" y="173"/>
                    <a:pt x="1403" y="173"/>
                  </a:cubicBezTo>
                  <a:cubicBezTo>
                    <a:pt x="1378" y="186"/>
                    <a:pt x="1337" y="132"/>
                    <a:pt x="1233" y="132"/>
                  </a:cubicBezTo>
                  <a:cubicBezTo>
                    <a:pt x="1180" y="132"/>
                    <a:pt x="1129" y="157"/>
                    <a:pt x="1063" y="198"/>
                  </a:cubicBezTo>
                  <a:cubicBezTo>
                    <a:pt x="1010" y="252"/>
                    <a:pt x="959" y="315"/>
                    <a:pt x="906" y="393"/>
                  </a:cubicBezTo>
                  <a:cubicBezTo>
                    <a:pt x="865" y="472"/>
                    <a:pt x="802" y="579"/>
                    <a:pt x="708" y="683"/>
                  </a:cubicBezTo>
                  <a:cubicBezTo>
                    <a:pt x="617" y="774"/>
                    <a:pt x="500" y="840"/>
                    <a:pt x="393" y="881"/>
                  </a:cubicBezTo>
                  <a:cubicBezTo>
                    <a:pt x="277" y="919"/>
                    <a:pt x="173" y="919"/>
                    <a:pt x="107" y="906"/>
                  </a:cubicBezTo>
                  <a:cubicBezTo>
                    <a:pt x="41" y="906"/>
                    <a:pt x="0" y="881"/>
                    <a:pt x="0" y="88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8" name="Google Shape;608;p17"/>
            <p:cNvSpPr/>
            <p:nvPr/>
          </p:nvSpPr>
          <p:spPr>
            <a:xfrm>
              <a:off x="1554157" y="1834369"/>
              <a:ext cx="153170" cy="104558"/>
            </a:xfrm>
            <a:custGeom>
              <a:rect b="b" l="l" r="r" t="t"/>
              <a:pathLst>
                <a:path extrusionOk="0" h="1568" w="2297">
                  <a:moveTo>
                    <a:pt x="1497" y="1"/>
                  </a:moveTo>
                  <a:cubicBezTo>
                    <a:pt x="1293" y="1"/>
                    <a:pt x="1063" y="54"/>
                    <a:pt x="840" y="163"/>
                  </a:cubicBezTo>
                  <a:cubicBezTo>
                    <a:pt x="302" y="437"/>
                    <a:pt x="0" y="921"/>
                    <a:pt x="186" y="1264"/>
                  </a:cubicBezTo>
                  <a:cubicBezTo>
                    <a:pt x="285" y="1463"/>
                    <a:pt x="524" y="1568"/>
                    <a:pt x="810" y="1568"/>
                  </a:cubicBezTo>
                  <a:cubicBezTo>
                    <a:pt x="1012" y="1568"/>
                    <a:pt x="1239" y="1515"/>
                    <a:pt x="1457" y="1406"/>
                  </a:cubicBezTo>
                  <a:cubicBezTo>
                    <a:pt x="1994" y="1145"/>
                    <a:pt x="2296" y="648"/>
                    <a:pt x="2123" y="305"/>
                  </a:cubicBezTo>
                  <a:cubicBezTo>
                    <a:pt x="2024" y="106"/>
                    <a:pt x="1786" y="1"/>
                    <a:pt x="149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17"/>
            <p:cNvSpPr/>
            <p:nvPr/>
          </p:nvSpPr>
          <p:spPr>
            <a:xfrm>
              <a:off x="1575096" y="1859042"/>
              <a:ext cx="111226" cy="67416"/>
            </a:xfrm>
            <a:custGeom>
              <a:rect b="b" l="l" r="r" t="t"/>
              <a:pathLst>
                <a:path extrusionOk="0" h="1011" w="1668">
                  <a:moveTo>
                    <a:pt x="1652" y="1"/>
                  </a:moveTo>
                  <a:cubicBezTo>
                    <a:pt x="1652" y="1"/>
                    <a:pt x="1668" y="54"/>
                    <a:pt x="1640" y="133"/>
                  </a:cubicBezTo>
                  <a:cubicBezTo>
                    <a:pt x="1614" y="212"/>
                    <a:pt x="1548" y="328"/>
                    <a:pt x="1457" y="422"/>
                  </a:cubicBezTo>
                  <a:cubicBezTo>
                    <a:pt x="1404" y="473"/>
                    <a:pt x="1338" y="514"/>
                    <a:pt x="1275" y="551"/>
                  </a:cubicBezTo>
                  <a:cubicBezTo>
                    <a:pt x="1234" y="564"/>
                    <a:pt x="1196" y="580"/>
                    <a:pt x="1143" y="580"/>
                  </a:cubicBezTo>
                  <a:cubicBezTo>
                    <a:pt x="1089" y="580"/>
                    <a:pt x="1051" y="564"/>
                    <a:pt x="1010" y="551"/>
                  </a:cubicBezTo>
                  <a:cubicBezTo>
                    <a:pt x="973" y="539"/>
                    <a:pt x="944" y="539"/>
                    <a:pt x="919" y="526"/>
                  </a:cubicBezTo>
                  <a:cubicBezTo>
                    <a:pt x="882" y="526"/>
                    <a:pt x="853" y="514"/>
                    <a:pt x="828" y="514"/>
                  </a:cubicBezTo>
                  <a:cubicBezTo>
                    <a:pt x="762" y="514"/>
                    <a:pt x="709" y="514"/>
                    <a:pt x="658" y="526"/>
                  </a:cubicBezTo>
                  <a:cubicBezTo>
                    <a:pt x="435" y="551"/>
                    <a:pt x="278" y="683"/>
                    <a:pt x="186" y="800"/>
                  </a:cubicBezTo>
                  <a:cubicBezTo>
                    <a:pt x="95" y="919"/>
                    <a:pt x="54" y="1010"/>
                    <a:pt x="29" y="998"/>
                  </a:cubicBezTo>
                  <a:cubicBezTo>
                    <a:pt x="17" y="998"/>
                    <a:pt x="1" y="973"/>
                    <a:pt x="1" y="919"/>
                  </a:cubicBezTo>
                  <a:cubicBezTo>
                    <a:pt x="17" y="878"/>
                    <a:pt x="29" y="815"/>
                    <a:pt x="67" y="737"/>
                  </a:cubicBezTo>
                  <a:cubicBezTo>
                    <a:pt x="108" y="658"/>
                    <a:pt x="174" y="564"/>
                    <a:pt x="265" y="501"/>
                  </a:cubicBezTo>
                  <a:cubicBezTo>
                    <a:pt x="356" y="422"/>
                    <a:pt x="488" y="369"/>
                    <a:pt x="617" y="344"/>
                  </a:cubicBezTo>
                  <a:cubicBezTo>
                    <a:pt x="683" y="328"/>
                    <a:pt x="762" y="328"/>
                    <a:pt x="841" y="344"/>
                  </a:cubicBezTo>
                  <a:cubicBezTo>
                    <a:pt x="882" y="344"/>
                    <a:pt x="919" y="356"/>
                    <a:pt x="960" y="369"/>
                  </a:cubicBezTo>
                  <a:cubicBezTo>
                    <a:pt x="998" y="369"/>
                    <a:pt x="1039" y="394"/>
                    <a:pt x="1064" y="407"/>
                  </a:cubicBezTo>
                  <a:cubicBezTo>
                    <a:pt x="1089" y="422"/>
                    <a:pt x="1117" y="422"/>
                    <a:pt x="1143" y="422"/>
                  </a:cubicBezTo>
                  <a:cubicBezTo>
                    <a:pt x="1155" y="435"/>
                    <a:pt x="1180" y="422"/>
                    <a:pt x="1209" y="422"/>
                  </a:cubicBezTo>
                  <a:cubicBezTo>
                    <a:pt x="1275" y="394"/>
                    <a:pt x="1325" y="369"/>
                    <a:pt x="1378" y="328"/>
                  </a:cubicBezTo>
                  <a:cubicBezTo>
                    <a:pt x="1470" y="265"/>
                    <a:pt x="1536" y="186"/>
                    <a:pt x="1573" y="120"/>
                  </a:cubicBezTo>
                  <a:cubicBezTo>
                    <a:pt x="1627" y="42"/>
                    <a:pt x="1640" y="1"/>
                    <a:pt x="1652"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0" name="Google Shape;610;p17"/>
            <p:cNvSpPr/>
            <p:nvPr/>
          </p:nvSpPr>
          <p:spPr>
            <a:xfrm>
              <a:off x="1355973" y="1994210"/>
              <a:ext cx="93356" cy="115294"/>
            </a:xfrm>
            <a:custGeom>
              <a:rect b="b" l="l" r="r" t="t"/>
              <a:pathLst>
                <a:path extrusionOk="0" h="1729" w="1400">
                  <a:moveTo>
                    <a:pt x="751" y="0"/>
                  </a:moveTo>
                  <a:cubicBezTo>
                    <a:pt x="426" y="0"/>
                    <a:pt x="124" y="328"/>
                    <a:pt x="63" y="779"/>
                  </a:cubicBezTo>
                  <a:cubicBezTo>
                    <a:pt x="0" y="1251"/>
                    <a:pt x="220" y="1682"/>
                    <a:pt x="576" y="1723"/>
                  </a:cubicBezTo>
                  <a:cubicBezTo>
                    <a:pt x="600" y="1727"/>
                    <a:pt x="624" y="1728"/>
                    <a:pt x="648" y="1728"/>
                  </a:cubicBezTo>
                  <a:cubicBezTo>
                    <a:pt x="974" y="1728"/>
                    <a:pt x="1275" y="1400"/>
                    <a:pt x="1337" y="949"/>
                  </a:cubicBezTo>
                  <a:cubicBezTo>
                    <a:pt x="1400" y="477"/>
                    <a:pt x="1180" y="59"/>
                    <a:pt x="824" y="6"/>
                  </a:cubicBezTo>
                  <a:cubicBezTo>
                    <a:pt x="800" y="2"/>
                    <a:pt x="776" y="0"/>
                    <a:pt x="75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1" name="Google Shape;611;p17"/>
            <p:cNvSpPr/>
            <p:nvPr/>
          </p:nvSpPr>
          <p:spPr>
            <a:xfrm>
              <a:off x="1386381" y="2003345"/>
              <a:ext cx="33408" cy="97823"/>
            </a:xfrm>
            <a:custGeom>
              <a:rect b="b" l="l" r="r" t="t"/>
              <a:pathLst>
                <a:path extrusionOk="0" h="1467" w="501">
                  <a:moveTo>
                    <a:pt x="95" y="1454"/>
                  </a:moveTo>
                  <a:cubicBezTo>
                    <a:pt x="79" y="1441"/>
                    <a:pt x="107" y="1416"/>
                    <a:pt x="145" y="1375"/>
                  </a:cubicBezTo>
                  <a:cubicBezTo>
                    <a:pt x="198" y="1325"/>
                    <a:pt x="252" y="1259"/>
                    <a:pt x="290" y="1180"/>
                  </a:cubicBezTo>
                  <a:cubicBezTo>
                    <a:pt x="330" y="1102"/>
                    <a:pt x="330" y="995"/>
                    <a:pt x="302" y="916"/>
                  </a:cubicBezTo>
                  <a:cubicBezTo>
                    <a:pt x="290" y="878"/>
                    <a:pt x="264" y="853"/>
                    <a:pt x="223" y="812"/>
                  </a:cubicBezTo>
                  <a:cubicBezTo>
                    <a:pt x="186" y="774"/>
                    <a:pt x="145" y="721"/>
                    <a:pt x="120" y="680"/>
                  </a:cubicBezTo>
                  <a:cubicBezTo>
                    <a:pt x="54" y="589"/>
                    <a:pt x="16" y="485"/>
                    <a:pt x="16" y="394"/>
                  </a:cubicBezTo>
                  <a:cubicBezTo>
                    <a:pt x="0" y="340"/>
                    <a:pt x="0" y="303"/>
                    <a:pt x="16" y="249"/>
                  </a:cubicBezTo>
                  <a:cubicBezTo>
                    <a:pt x="16" y="208"/>
                    <a:pt x="28" y="171"/>
                    <a:pt x="54" y="130"/>
                  </a:cubicBezTo>
                  <a:cubicBezTo>
                    <a:pt x="95" y="67"/>
                    <a:pt x="145" y="26"/>
                    <a:pt x="198" y="13"/>
                  </a:cubicBezTo>
                  <a:cubicBezTo>
                    <a:pt x="236" y="1"/>
                    <a:pt x="264" y="26"/>
                    <a:pt x="264" y="38"/>
                  </a:cubicBezTo>
                  <a:cubicBezTo>
                    <a:pt x="264" y="51"/>
                    <a:pt x="252" y="67"/>
                    <a:pt x="223" y="79"/>
                  </a:cubicBezTo>
                  <a:cubicBezTo>
                    <a:pt x="211" y="105"/>
                    <a:pt x="198" y="130"/>
                    <a:pt x="186" y="183"/>
                  </a:cubicBezTo>
                  <a:cubicBezTo>
                    <a:pt x="173" y="237"/>
                    <a:pt x="173" y="287"/>
                    <a:pt x="186" y="366"/>
                  </a:cubicBezTo>
                  <a:cubicBezTo>
                    <a:pt x="198" y="432"/>
                    <a:pt x="223" y="510"/>
                    <a:pt x="264" y="576"/>
                  </a:cubicBezTo>
                  <a:cubicBezTo>
                    <a:pt x="290" y="617"/>
                    <a:pt x="315" y="642"/>
                    <a:pt x="356" y="696"/>
                  </a:cubicBezTo>
                  <a:cubicBezTo>
                    <a:pt x="368" y="708"/>
                    <a:pt x="393" y="734"/>
                    <a:pt x="409" y="759"/>
                  </a:cubicBezTo>
                  <a:cubicBezTo>
                    <a:pt x="434" y="787"/>
                    <a:pt x="447" y="825"/>
                    <a:pt x="459" y="866"/>
                  </a:cubicBezTo>
                  <a:cubicBezTo>
                    <a:pt x="500" y="995"/>
                    <a:pt x="459" y="1139"/>
                    <a:pt x="393" y="1231"/>
                  </a:cubicBezTo>
                  <a:cubicBezTo>
                    <a:pt x="330" y="1325"/>
                    <a:pt x="252" y="1375"/>
                    <a:pt x="186" y="1416"/>
                  </a:cubicBezTo>
                  <a:cubicBezTo>
                    <a:pt x="132" y="1454"/>
                    <a:pt x="95" y="1466"/>
                    <a:pt x="95" y="1454"/>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2" name="Google Shape;612;p17"/>
            <p:cNvSpPr/>
            <p:nvPr/>
          </p:nvSpPr>
          <p:spPr>
            <a:xfrm>
              <a:off x="2276873" y="1669261"/>
              <a:ext cx="119028" cy="127764"/>
            </a:xfrm>
            <a:custGeom>
              <a:rect b="b" l="l" r="r" t="t"/>
              <a:pathLst>
                <a:path extrusionOk="0" h="1916" w="1785">
                  <a:moveTo>
                    <a:pt x="1084" y="0"/>
                  </a:moveTo>
                  <a:cubicBezTo>
                    <a:pt x="768" y="0"/>
                    <a:pt x="415" y="256"/>
                    <a:pt x="224" y="658"/>
                  </a:cubicBezTo>
                  <a:cubicBezTo>
                    <a:pt x="1" y="1158"/>
                    <a:pt x="108" y="1696"/>
                    <a:pt x="473" y="1866"/>
                  </a:cubicBezTo>
                  <a:cubicBezTo>
                    <a:pt x="546" y="1899"/>
                    <a:pt x="624" y="1916"/>
                    <a:pt x="704" y="1916"/>
                  </a:cubicBezTo>
                  <a:cubicBezTo>
                    <a:pt x="1024" y="1916"/>
                    <a:pt x="1370" y="1657"/>
                    <a:pt x="1548" y="1249"/>
                  </a:cubicBezTo>
                  <a:cubicBezTo>
                    <a:pt x="1784" y="752"/>
                    <a:pt x="1665" y="214"/>
                    <a:pt x="1300" y="44"/>
                  </a:cubicBezTo>
                  <a:cubicBezTo>
                    <a:pt x="1232" y="14"/>
                    <a:pt x="1159" y="0"/>
                    <a:pt x="108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3" name="Google Shape;613;p17"/>
            <p:cNvSpPr/>
            <p:nvPr/>
          </p:nvSpPr>
          <p:spPr>
            <a:xfrm>
              <a:off x="1376912" y="1868245"/>
              <a:ext cx="164306" cy="127297"/>
            </a:xfrm>
            <a:custGeom>
              <a:rect b="b" l="l" r="r" t="t"/>
              <a:pathLst>
                <a:path extrusionOk="0" h="1909" w="2464">
                  <a:moveTo>
                    <a:pt x="837" y="1"/>
                  </a:moveTo>
                  <a:cubicBezTo>
                    <a:pt x="611" y="1"/>
                    <a:pt x="413" y="76"/>
                    <a:pt x="287" y="231"/>
                  </a:cubicBezTo>
                  <a:cubicBezTo>
                    <a:pt x="1" y="583"/>
                    <a:pt x="365" y="951"/>
                    <a:pt x="891" y="1369"/>
                  </a:cubicBezTo>
                  <a:cubicBezTo>
                    <a:pt x="1259" y="1665"/>
                    <a:pt x="1602" y="1908"/>
                    <a:pt x="1872" y="1908"/>
                  </a:cubicBezTo>
                  <a:cubicBezTo>
                    <a:pt x="1987" y="1908"/>
                    <a:pt x="2089" y="1865"/>
                    <a:pt x="2174" y="1763"/>
                  </a:cubicBezTo>
                  <a:cubicBezTo>
                    <a:pt x="2463" y="1410"/>
                    <a:pt x="2281" y="781"/>
                    <a:pt x="1756" y="363"/>
                  </a:cubicBezTo>
                  <a:cubicBezTo>
                    <a:pt x="1467" y="125"/>
                    <a:pt x="1129"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7"/>
            <p:cNvSpPr/>
            <p:nvPr/>
          </p:nvSpPr>
          <p:spPr>
            <a:xfrm>
              <a:off x="1402118" y="1899319"/>
              <a:ext cx="102358" cy="88354"/>
            </a:xfrm>
            <a:custGeom>
              <a:rect b="b" l="l" r="r" t="t"/>
              <a:pathLst>
                <a:path extrusionOk="0" h="1325" w="1535">
                  <a:moveTo>
                    <a:pt x="1522" y="1325"/>
                  </a:moveTo>
                  <a:cubicBezTo>
                    <a:pt x="1510" y="1325"/>
                    <a:pt x="1494" y="1284"/>
                    <a:pt x="1456" y="1218"/>
                  </a:cubicBezTo>
                  <a:cubicBezTo>
                    <a:pt x="1415" y="1155"/>
                    <a:pt x="1352" y="1089"/>
                    <a:pt x="1258" y="1010"/>
                  </a:cubicBezTo>
                  <a:cubicBezTo>
                    <a:pt x="1088" y="853"/>
                    <a:pt x="852" y="667"/>
                    <a:pt x="683" y="539"/>
                  </a:cubicBezTo>
                  <a:cubicBezTo>
                    <a:pt x="315" y="274"/>
                    <a:pt x="0" y="79"/>
                    <a:pt x="28" y="26"/>
                  </a:cubicBezTo>
                  <a:cubicBezTo>
                    <a:pt x="41" y="1"/>
                    <a:pt x="132" y="26"/>
                    <a:pt x="264" y="79"/>
                  </a:cubicBezTo>
                  <a:cubicBezTo>
                    <a:pt x="409" y="145"/>
                    <a:pt x="591" y="249"/>
                    <a:pt x="786" y="394"/>
                  </a:cubicBezTo>
                  <a:cubicBezTo>
                    <a:pt x="972" y="526"/>
                    <a:pt x="1195" y="734"/>
                    <a:pt x="1337" y="932"/>
                  </a:cubicBezTo>
                  <a:cubicBezTo>
                    <a:pt x="1415" y="1023"/>
                    <a:pt x="1481" y="1114"/>
                    <a:pt x="1510" y="1193"/>
                  </a:cubicBezTo>
                  <a:cubicBezTo>
                    <a:pt x="1535" y="1271"/>
                    <a:pt x="1535" y="1325"/>
                    <a:pt x="1522" y="132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5" name="Google Shape;615;p17"/>
            <p:cNvSpPr/>
            <p:nvPr/>
          </p:nvSpPr>
          <p:spPr>
            <a:xfrm>
              <a:off x="1553290" y="2621835"/>
              <a:ext cx="155704" cy="109759"/>
            </a:xfrm>
            <a:custGeom>
              <a:rect b="b" l="l" r="r" t="t"/>
              <a:pathLst>
                <a:path extrusionOk="0" h="1646" w="2335">
                  <a:moveTo>
                    <a:pt x="1359" y="0"/>
                  </a:moveTo>
                  <a:cubicBezTo>
                    <a:pt x="1221" y="0"/>
                    <a:pt x="1076" y="23"/>
                    <a:pt x="932" y="70"/>
                  </a:cubicBezTo>
                  <a:cubicBezTo>
                    <a:pt x="356" y="240"/>
                    <a:pt x="1" y="724"/>
                    <a:pt x="133" y="1143"/>
                  </a:cubicBezTo>
                  <a:cubicBezTo>
                    <a:pt x="231" y="1457"/>
                    <a:pt x="576" y="1645"/>
                    <a:pt x="984" y="1645"/>
                  </a:cubicBezTo>
                  <a:cubicBezTo>
                    <a:pt x="1123" y="1645"/>
                    <a:pt x="1270" y="1623"/>
                    <a:pt x="1416" y="1577"/>
                  </a:cubicBezTo>
                  <a:cubicBezTo>
                    <a:pt x="1979" y="1407"/>
                    <a:pt x="2335" y="919"/>
                    <a:pt x="2202" y="501"/>
                  </a:cubicBezTo>
                  <a:cubicBezTo>
                    <a:pt x="2106" y="190"/>
                    <a:pt x="1761" y="0"/>
                    <a:pt x="135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6" name="Google Shape;616;p17"/>
            <p:cNvSpPr/>
            <p:nvPr/>
          </p:nvSpPr>
          <p:spPr>
            <a:xfrm>
              <a:off x="1579497" y="2649975"/>
              <a:ext cx="110226" cy="50812"/>
            </a:xfrm>
            <a:custGeom>
              <a:rect b="b" l="l" r="r" t="t"/>
              <a:pathLst>
                <a:path extrusionOk="0" h="762" w="1653">
                  <a:moveTo>
                    <a:pt x="1640" y="120"/>
                  </a:moveTo>
                  <a:cubicBezTo>
                    <a:pt x="1640" y="133"/>
                    <a:pt x="1602" y="120"/>
                    <a:pt x="1523" y="120"/>
                  </a:cubicBezTo>
                  <a:cubicBezTo>
                    <a:pt x="1457" y="104"/>
                    <a:pt x="1366" y="104"/>
                    <a:pt x="1259" y="133"/>
                  </a:cubicBezTo>
                  <a:cubicBezTo>
                    <a:pt x="1155" y="145"/>
                    <a:pt x="1051" y="199"/>
                    <a:pt x="957" y="261"/>
                  </a:cubicBezTo>
                  <a:cubicBezTo>
                    <a:pt x="878" y="340"/>
                    <a:pt x="800" y="434"/>
                    <a:pt x="737" y="513"/>
                  </a:cubicBezTo>
                  <a:cubicBezTo>
                    <a:pt x="658" y="604"/>
                    <a:pt x="564" y="683"/>
                    <a:pt x="460" y="721"/>
                  </a:cubicBezTo>
                  <a:cubicBezTo>
                    <a:pt x="407" y="749"/>
                    <a:pt x="356" y="762"/>
                    <a:pt x="290" y="762"/>
                  </a:cubicBezTo>
                  <a:cubicBezTo>
                    <a:pt x="237" y="749"/>
                    <a:pt x="199" y="733"/>
                    <a:pt x="158" y="721"/>
                  </a:cubicBezTo>
                  <a:cubicBezTo>
                    <a:pt x="80" y="683"/>
                    <a:pt x="29" y="617"/>
                    <a:pt x="13" y="576"/>
                  </a:cubicBezTo>
                  <a:cubicBezTo>
                    <a:pt x="1" y="526"/>
                    <a:pt x="13" y="497"/>
                    <a:pt x="29" y="497"/>
                  </a:cubicBezTo>
                  <a:cubicBezTo>
                    <a:pt x="54" y="497"/>
                    <a:pt x="80" y="563"/>
                    <a:pt x="199" y="592"/>
                  </a:cubicBezTo>
                  <a:cubicBezTo>
                    <a:pt x="249" y="604"/>
                    <a:pt x="315" y="604"/>
                    <a:pt x="381" y="563"/>
                  </a:cubicBezTo>
                  <a:cubicBezTo>
                    <a:pt x="448" y="538"/>
                    <a:pt x="526" y="472"/>
                    <a:pt x="592" y="394"/>
                  </a:cubicBezTo>
                  <a:cubicBezTo>
                    <a:pt x="658" y="328"/>
                    <a:pt x="737" y="224"/>
                    <a:pt x="853" y="145"/>
                  </a:cubicBezTo>
                  <a:cubicBezTo>
                    <a:pt x="973" y="54"/>
                    <a:pt x="1114" y="13"/>
                    <a:pt x="1234" y="13"/>
                  </a:cubicBezTo>
                  <a:cubicBezTo>
                    <a:pt x="1366" y="0"/>
                    <a:pt x="1470" y="26"/>
                    <a:pt x="1536" y="54"/>
                  </a:cubicBezTo>
                  <a:cubicBezTo>
                    <a:pt x="1614" y="92"/>
                    <a:pt x="1652" y="120"/>
                    <a:pt x="1640" y="12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7" name="Google Shape;617;p17"/>
            <p:cNvSpPr/>
            <p:nvPr/>
          </p:nvSpPr>
          <p:spPr>
            <a:xfrm>
              <a:off x="1410054" y="2728462"/>
              <a:ext cx="112693" cy="143634"/>
            </a:xfrm>
            <a:custGeom>
              <a:rect b="b" l="l" r="r" t="t"/>
              <a:pathLst>
                <a:path extrusionOk="0" h="2154" w="1690">
                  <a:moveTo>
                    <a:pt x="891" y="1"/>
                  </a:moveTo>
                  <a:cubicBezTo>
                    <a:pt x="467" y="1"/>
                    <a:pt x="102" y="433"/>
                    <a:pt x="54" y="1012"/>
                  </a:cubicBezTo>
                  <a:cubicBezTo>
                    <a:pt x="1" y="1601"/>
                    <a:pt x="315" y="2113"/>
                    <a:pt x="762" y="2151"/>
                  </a:cubicBezTo>
                  <a:cubicBezTo>
                    <a:pt x="780" y="2153"/>
                    <a:pt x="797" y="2154"/>
                    <a:pt x="815" y="2154"/>
                  </a:cubicBezTo>
                  <a:cubicBezTo>
                    <a:pt x="1226" y="2154"/>
                    <a:pt x="1601" y="1708"/>
                    <a:pt x="1652" y="1145"/>
                  </a:cubicBezTo>
                  <a:cubicBezTo>
                    <a:pt x="1690" y="553"/>
                    <a:pt x="1375" y="44"/>
                    <a:pt x="944" y="3"/>
                  </a:cubicBezTo>
                  <a:cubicBezTo>
                    <a:pt x="926" y="1"/>
                    <a:pt x="909" y="1"/>
                    <a:pt x="8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17"/>
            <p:cNvSpPr/>
            <p:nvPr/>
          </p:nvSpPr>
          <p:spPr>
            <a:xfrm>
              <a:off x="1450331" y="2739932"/>
              <a:ext cx="28807" cy="112093"/>
            </a:xfrm>
            <a:custGeom>
              <a:rect b="b" l="l" r="r" t="t"/>
              <a:pathLst>
                <a:path extrusionOk="0" h="1681" w="432">
                  <a:moveTo>
                    <a:pt x="315" y="1"/>
                  </a:moveTo>
                  <a:cubicBezTo>
                    <a:pt x="328" y="13"/>
                    <a:pt x="299" y="54"/>
                    <a:pt x="261" y="108"/>
                  </a:cubicBezTo>
                  <a:cubicBezTo>
                    <a:pt x="221" y="171"/>
                    <a:pt x="195" y="249"/>
                    <a:pt x="170" y="356"/>
                  </a:cubicBezTo>
                  <a:cubicBezTo>
                    <a:pt x="158" y="460"/>
                    <a:pt x="158" y="579"/>
                    <a:pt x="195" y="683"/>
                  </a:cubicBezTo>
                  <a:cubicBezTo>
                    <a:pt x="221" y="787"/>
                    <a:pt x="287" y="894"/>
                    <a:pt x="340" y="998"/>
                  </a:cubicBezTo>
                  <a:cubicBezTo>
                    <a:pt x="394" y="1089"/>
                    <a:pt x="431" y="1208"/>
                    <a:pt x="431" y="1325"/>
                  </a:cubicBezTo>
                  <a:cubicBezTo>
                    <a:pt x="431" y="1378"/>
                    <a:pt x="419" y="1429"/>
                    <a:pt x="394" y="1482"/>
                  </a:cubicBezTo>
                  <a:cubicBezTo>
                    <a:pt x="365" y="1536"/>
                    <a:pt x="340" y="1573"/>
                    <a:pt x="315" y="1602"/>
                  </a:cubicBezTo>
                  <a:cubicBezTo>
                    <a:pt x="249" y="1652"/>
                    <a:pt x="170" y="1680"/>
                    <a:pt x="117" y="1665"/>
                  </a:cubicBezTo>
                  <a:cubicBezTo>
                    <a:pt x="79" y="1665"/>
                    <a:pt x="51" y="1639"/>
                    <a:pt x="51" y="1627"/>
                  </a:cubicBezTo>
                  <a:cubicBezTo>
                    <a:pt x="63" y="1602"/>
                    <a:pt x="142" y="1602"/>
                    <a:pt x="208" y="1507"/>
                  </a:cubicBezTo>
                  <a:cubicBezTo>
                    <a:pt x="236" y="1470"/>
                    <a:pt x="261" y="1403"/>
                    <a:pt x="249" y="1325"/>
                  </a:cubicBezTo>
                  <a:cubicBezTo>
                    <a:pt x="249" y="1246"/>
                    <a:pt x="221" y="1168"/>
                    <a:pt x="170" y="1076"/>
                  </a:cubicBezTo>
                  <a:cubicBezTo>
                    <a:pt x="129" y="985"/>
                    <a:pt x="63" y="866"/>
                    <a:pt x="38" y="721"/>
                  </a:cubicBezTo>
                  <a:cubicBezTo>
                    <a:pt x="0" y="592"/>
                    <a:pt x="13" y="447"/>
                    <a:pt x="51" y="328"/>
                  </a:cubicBezTo>
                  <a:cubicBezTo>
                    <a:pt x="92" y="211"/>
                    <a:pt x="158" y="120"/>
                    <a:pt x="208" y="67"/>
                  </a:cubicBezTo>
                  <a:cubicBezTo>
                    <a:pt x="274" y="13"/>
                    <a:pt x="315" y="1"/>
                    <a:pt x="31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9" name="Google Shape;619;p17"/>
            <p:cNvSpPr/>
            <p:nvPr/>
          </p:nvSpPr>
          <p:spPr>
            <a:xfrm>
              <a:off x="2037612" y="1746614"/>
              <a:ext cx="172041" cy="100357"/>
            </a:xfrm>
            <a:custGeom>
              <a:rect b="b" l="l" r="r" t="t"/>
              <a:pathLst>
                <a:path extrusionOk="0" h="1505" w="2580">
                  <a:moveTo>
                    <a:pt x="1960" y="0"/>
                  </a:moveTo>
                  <a:cubicBezTo>
                    <a:pt x="1744" y="0"/>
                    <a:pt x="1476" y="63"/>
                    <a:pt x="1180" y="143"/>
                  </a:cubicBezTo>
                  <a:cubicBezTo>
                    <a:pt x="535" y="325"/>
                    <a:pt x="0" y="536"/>
                    <a:pt x="129" y="979"/>
                  </a:cubicBezTo>
                  <a:cubicBezTo>
                    <a:pt x="219" y="1306"/>
                    <a:pt x="598" y="1505"/>
                    <a:pt x="1054" y="1505"/>
                  </a:cubicBezTo>
                  <a:cubicBezTo>
                    <a:pt x="1203" y="1505"/>
                    <a:pt x="1361" y="1483"/>
                    <a:pt x="1519" y="1438"/>
                  </a:cubicBezTo>
                  <a:cubicBezTo>
                    <a:pt x="2161" y="1256"/>
                    <a:pt x="2579" y="756"/>
                    <a:pt x="2463" y="325"/>
                  </a:cubicBezTo>
                  <a:cubicBezTo>
                    <a:pt x="2392" y="85"/>
                    <a:pt x="2211" y="0"/>
                    <a:pt x="196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7"/>
            <p:cNvSpPr/>
            <p:nvPr/>
          </p:nvSpPr>
          <p:spPr>
            <a:xfrm>
              <a:off x="2055017" y="1760284"/>
              <a:ext cx="128364" cy="41143"/>
            </a:xfrm>
            <a:custGeom>
              <a:rect b="b" l="l" r="r" t="t"/>
              <a:pathLst>
                <a:path extrusionOk="0" h="617" w="1925">
                  <a:moveTo>
                    <a:pt x="0" y="526"/>
                  </a:moveTo>
                  <a:cubicBezTo>
                    <a:pt x="0" y="513"/>
                    <a:pt x="54" y="526"/>
                    <a:pt x="116" y="526"/>
                  </a:cubicBezTo>
                  <a:cubicBezTo>
                    <a:pt x="195" y="526"/>
                    <a:pt x="289" y="513"/>
                    <a:pt x="406" y="488"/>
                  </a:cubicBezTo>
                  <a:cubicBezTo>
                    <a:pt x="642" y="447"/>
                    <a:pt x="919" y="368"/>
                    <a:pt x="1126" y="290"/>
                  </a:cubicBezTo>
                  <a:cubicBezTo>
                    <a:pt x="1560" y="145"/>
                    <a:pt x="1887" y="0"/>
                    <a:pt x="1912" y="54"/>
                  </a:cubicBezTo>
                  <a:cubicBezTo>
                    <a:pt x="1925" y="79"/>
                    <a:pt x="1862" y="133"/>
                    <a:pt x="1730" y="211"/>
                  </a:cubicBezTo>
                  <a:cubicBezTo>
                    <a:pt x="1610" y="290"/>
                    <a:pt x="1415" y="381"/>
                    <a:pt x="1192" y="460"/>
                  </a:cubicBezTo>
                  <a:cubicBezTo>
                    <a:pt x="969" y="538"/>
                    <a:pt x="667" y="592"/>
                    <a:pt x="431" y="604"/>
                  </a:cubicBezTo>
                  <a:cubicBezTo>
                    <a:pt x="302" y="617"/>
                    <a:pt x="195" y="604"/>
                    <a:pt x="116" y="592"/>
                  </a:cubicBezTo>
                  <a:cubicBezTo>
                    <a:pt x="38" y="567"/>
                    <a:pt x="0" y="526"/>
                    <a:pt x="0" y="5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7"/>
            <p:cNvSpPr/>
            <p:nvPr/>
          </p:nvSpPr>
          <p:spPr>
            <a:xfrm>
              <a:off x="1632777" y="2868431"/>
              <a:ext cx="142701" cy="144434"/>
            </a:xfrm>
            <a:custGeom>
              <a:rect b="b" l="l" r="r" t="t"/>
              <a:pathLst>
                <a:path extrusionOk="0" h="2166" w="2140">
                  <a:moveTo>
                    <a:pt x="616" y="1"/>
                  </a:moveTo>
                  <a:cubicBezTo>
                    <a:pt x="538" y="1"/>
                    <a:pt x="460" y="26"/>
                    <a:pt x="381" y="80"/>
                  </a:cubicBezTo>
                  <a:cubicBezTo>
                    <a:pt x="1" y="329"/>
                    <a:pt x="17" y="983"/>
                    <a:pt x="394" y="1533"/>
                  </a:cubicBezTo>
                  <a:cubicBezTo>
                    <a:pt x="669" y="1932"/>
                    <a:pt x="1068" y="2165"/>
                    <a:pt x="1407" y="2165"/>
                  </a:cubicBezTo>
                  <a:cubicBezTo>
                    <a:pt x="1536" y="2165"/>
                    <a:pt x="1657" y="2131"/>
                    <a:pt x="1759" y="2059"/>
                  </a:cubicBezTo>
                  <a:cubicBezTo>
                    <a:pt x="2140" y="1810"/>
                    <a:pt x="1888" y="1351"/>
                    <a:pt x="1510" y="801"/>
                  </a:cubicBezTo>
                  <a:cubicBezTo>
                    <a:pt x="1209" y="364"/>
                    <a:pt x="915" y="1"/>
                    <a:pt x="61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2" name="Google Shape;622;p17"/>
            <p:cNvSpPr/>
            <p:nvPr/>
          </p:nvSpPr>
          <p:spPr>
            <a:xfrm>
              <a:off x="1674721" y="2877100"/>
              <a:ext cx="76218" cy="111226"/>
            </a:xfrm>
            <a:custGeom>
              <a:rect b="b" l="l" r="r" t="t"/>
              <a:pathLst>
                <a:path extrusionOk="0" h="1668" w="1143">
                  <a:moveTo>
                    <a:pt x="29" y="1"/>
                  </a:moveTo>
                  <a:cubicBezTo>
                    <a:pt x="42" y="1"/>
                    <a:pt x="42" y="42"/>
                    <a:pt x="67" y="120"/>
                  </a:cubicBezTo>
                  <a:cubicBezTo>
                    <a:pt x="95" y="186"/>
                    <a:pt x="133" y="277"/>
                    <a:pt x="199" y="369"/>
                  </a:cubicBezTo>
                  <a:cubicBezTo>
                    <a:pt x="315" y="579"/>
                    <a:pt x="488" y="815"/>
                    <a:pt x="617" y="985"/>
                  </a:cubicBezTo>
                  <a:cubicBezTo>
                    <a:pt x="907" y="1337"/>
                    <a:pt x="1143" y="1602"/>
                    <a:pt x="1102" y="1652"/>
                  </a:cubicBezTo>
                  <a:cubicBezTo>
                    <a:pt x="1089" y="1668"/>
                    <a:pt x="998" y="1627"/>
                    <a:pt x="894" y="1536"/>
                  </a:cubicBezTo>
                  <a:cubicBezTo>
                    <a:pt x="775" y="1432"/>
                    <a:pt x="617" y="1287"/>
                    <a:pt x="473" y="1089"/>
                  </a:cubicBezTo>
                  <a:cubicBezTo>
                    <a:pt x="331" y="919"/>
                    <a:pt x="186" y="645"/>
                    <a:pt x="95" y="422"/>
                  </a:cubicBezTo>
                  <a:cubicBezTo>
                    <a:pt x="42" y="315"/>
                    <a:pt x="17" y="199"/>
                    <a:pt x="17" y="120"/>
                  </a:cubicBezTo>
                  <a:cubicBezTo>
                    <a:pt x="1" y="42"/>
                    <a:pt x="29" y="1"/>
                    <a:pt x="29"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3" name="Google Shape;623;p17"/>
          <p:cNvGrpSpPr/>
          <p:nvPr/>
        </p:nvGrpSpPr>
        <p:grpSpPr>
          <a:xfrm>
            <a:off x="-103870" y="3674070"/>
            <a:ext cx="3182355" cy="2851710"/>
            <a:chOff x="1259573" y="3375920"/>
            <a:chExt cx="1882382" cy="1686803"/>
          </a:xfrm>
        </p:grpSpPr>
        <p:sp>
          <p:nvSpPr>
            <p:cNvPr id="624" name="Google Shape;624;p17"/>
            <p:cNvSpPr/>
            <p:nvPr/>
          </p:nvSpPr>
          <p:spPr>
            <a:xfrm>
              <a:off x="1358331" y="3375920"/>
              <a:ext cx="1783624" cy="1664862"/>
            </a:xfrm>
            <a:custGeom>
              <a:rect b="b" l="l" r="r" t="t"/>
              <a:pathLst>
                <a:path extrusionOk="0" h="24967" w="26748">
                  <a:moveTo>
                    <a:pt x="26094" y="21611"/>
                  </a:moveTo>
                  <a:lnTo>
                    <a:pt x="18715" y="14758"/>
                  </a:lnTo>
                  <a:cubicBezTo>
                    <a:pt x="18193" y="14258"/>
                    <a:pt x="17969" y="13512"/>
                    <a:pt x="18152" y="12817"/>
                  </a:cubicBezTo>
                  <a:cubicBezTo>
                    <a:pt x="18649" y="10983"/>
                    <a:pt x="18086" y="8911"/>
                    <a:pt x="15884" y="6866"/>
                  </a:cubicBezTo>
                  <a:cubicBezTo>
                    <a:pt x="12582" y="3787"/>
                    <a:pt x="8600" y="0"/>
                    <a:pt x="4681" y="4271"/>
                  </a:cubicBezTo>
                  <a:cubicBezTo>
                    <a:pt x="1" y="9370"/>
                    <a:pt x="4838" y="12241"/>
                    <a:pt x="8141" y="15321"/>
                  </a:cubicBezTo>
                  <a:cubicBezTo>
                    <a:pt x="10342" y="17365"/>
                    <a:pt x="12437" y="17758"/>
                    <a:pt x="14220" y="17117"/>
                  </a:cubicBezTo>
                  <a:cubicBezTo>
                    <a:pt x="14890" y="16881"/>
                    <a:pt x="15648" y="17038"/>
                    <a:pt x="16174" y="17522"/>
                  </a:cubicBezTo>
                  <a:lnTo>
                    <a:pt x="23552" y="24388"/>
                  </a:lnTo>
                  <a:cubicBezTo>
                    <a:pt x="24169" y="24967"/>
                    <a:pt x="25137" y="24926"/>
                    <a:pt x="25713" y="24310"/>
                  </a:cubicBezTo>
                  <a:lnTo>
                    <a:pt x="26185" y="23787"/>
                  </a:lnTo>
                  <a:cubicBezTo>
                    <a:pt x="26748" y="23171"/>
                    <a:pt x="26710" y="22187"/>
                    <a:pt x="26094" y="2161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5" name="Google Shape;625;p17"/>
            <p:cNvSpPr/>
            <p:nvPr/>
          </p:nvSpPr>
          <p:spPr>
            <a:xfrm>
              <a:off x="1561185" y="3460692"/>
              <a:ext cx="111893" cy="164239"/>
            </a:xfrm>
            <a:custGeom>
              <a:rect b="b" l="l" r="r" t="t"/>
              <a:pathLst>
                <a:path extrusionOk="0" h="2463" w="1678">
                  <a:moveTo>
                    <a:pt x="812" y="2450"/>
                  </a:moveTo>
                  <a:cubicBezTo>
                    <a:pt x="1271" y="2463"/>
                    <a:pt x="1652" y="1925"/>
                    <a:pt x="1665" y="1243"/>
                  </a:cubicBezTo>
                  <a:cubicBezTo>
                    <a:pt x="1677" y="576"/>
                    <a:pt x="1309" y="13"/>
                    <a:pt x="853" y="13"/>
                  </a:cubicBezTo>
                  <a:cubicBezTo>
                    <a:pt x="406" y="0"/>
                    <a:pt x="26" y="535"/>
                    <a:pt x="13" y="1205"/>
                  </a:cubicBezTo>
                  <a:cubicBezTo>
                    <a:pt x="1" y="1887"/>
                    <a:pt x="366" y="2450"/>
                    <a:pt x="812" y="245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7"/>
            <p:cNvSpPr/>
            <p:nvPr/>
          </p:nvSpPr>
          <p:spPr>
            <a:xfrm>
              <a:off x="1405613" y="3600490"/>
              <a:ext cx="143301" cy="132832"/>
            </a:xfrm>
            <a:custGeom>
              <a:rect b="b" l="l" r="r" t="t"/>
              <a:pathLst>
                <a:path extrusionOk="0" h="1992" w="2149">
                  <a:moveTo>
                    <a:pt x="592" y="1585"/>
                  </a:moveTo>
                  <a:cubicBezTo>
                    <a:pt x="1035" y="1966"/>
                    <a:pt x="1614" y="1991"/>
                    <a:pt x="1875" y="1677"/>
                  </a:cubicBezTo>
                  <a:cubicBezTo>
                    <a:pt x="2149" y="1350"/>
                    <a:pt x="2007" y="787"/>
                    <a:pt x="1560" y="406"/>
                  </a:cubicBezTo>
                  <a:cubicBezTo>
                    <a:pt x="1114" y="38"/>
                    <a:pt x="538" y="0"/>
                    <a:pt x="277" y="327"/>
                  </a:cubicBezTo>
                  <a:cubicBezTo>
                    <a:pt x="0" y="655"/>
                    <a:pt x="145" y="1218"/>
                    <a:pt x="592" y="158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7" name="Google Shape;627;p17"/>
            <p:cNvSpPr/>
            <p:nvPr/>
          </p:nvSpPr>
          <p:spPr>
            <a:xfrm>
              <a:off x="1259573" y="3566635"/>
              <a:ext cx="1783824" cy="1496089"/>
            </a:xfrm>
            <a:custGeom>
              <a:rect b="b" l="l" r="r" t="t"/>
              <a:pathLst>
                <a:path extrusionOk="0" h="22436" w="26751">
                  <a:moveTo>
                    <a:pt x="8446" y="1"/>
                  </a:moveTo>
                  <a:cubicBezTo>
                    <a:pt x="7201" y="1"/>
                    <a:pt x="5937" y="541"/>
                    <a:pt x="4680" y="1912"/>
                  </a:cubicBezTo>
                  <a:cubicBezTo>
                    <a:pt x="0" y="7010"/>
                    <a:pt x="4825" y="9878"/>
                    <a:pt x="8140" y="12958"/>
                  </a:cubicBezTo>
                  <a:cubicBezTo>
                    <a:pt x="9717" y="14422"/>
                    <a:pt x="11233" y="15046"/>
                    <a:pt x="12627" y="15046"/>
                  </a:cubicBezTo>
                  <a:cubicBezTo>
                    <a:pt x="13178" y="15046"/>
                    <a:pt x="13711" y="14948"/>
                    <a:pt x="14220" y="14766"/>
                  </a:cubicBezTo>
                  <a:cubicBezTo>
                    <a:pt x="14430" y="14688"/>
                    <a:pt x="14648" y="14650"/>
                    <a:pt x="14865" y="14650"/>
                  </a:cubicBezTo>
                  <a:cubicBezTo>
                    <a:pt x="15338" y="14650"/>
                    <a:pt x="15804" y="14831"/>
                    <a:pt x="16173" y="15172"/>
                  </a:cubicBezTo>
                  <a:lnTo>
                    <a:pt x="23552" y="22028"/>
                  </a:lnTo>
                  <a:cubicBezTo>
                    <a:pt x="23845" y="22302"/>
                    <a:pt x="24217" y="22436"/>
                    <a:pt x="24589" y="22436"/>
                  </a:cubicBezTo>
                  <a:cubicBezTo>
                    <a:pt x="25000" y="22436"/>
                    <a:pt x="25410" y="22272"/>
                    <a:pt x="25713" y="21950"/>
                  </a:cubicBezTo>
                  <a:lnTo>
                    <a:pt x="26184" y="21437"/>
                  </a:lnTo>
                  <a:cubicBezTo>
                    <a:pt x="26751" y="20808"/>
                    <a:pt x="26710" y="19839"/>
                    <a:pt x="26093" y="19261"/>
                  </a:cubicBezTo>
                  <a:lnTo>
                    <a:pt x="18714" y="12395"/>
                  </a:lnTo>
                  <a:cubicBezTo>
                    <a:pt x="18180" y="11910"/>
                    <a:pt x="17969" y="11162"/>
                    <a:pt x="18151" y="10470"/>
                  </a:cubicBezTo>
                  <a:cubicBezTo>
                    <a:pt x="18652" y="8620"/>
                    <a:pt x="18085" y="6551"/>
                    <a:pt x="15884" y="4506"/>
                  </a:cubicBezTo>
                  <a:cubicBezTo>
                    <a:pt x="13640" y="2423"/>
                    <a:pt x="11084" y="1"/>
                    <a:pt x="844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7"/>
            <p:cNvSpPr/>
            <p:nvPr/>
          </p:nvSpPr>
          <p:spPr>
            <a:xfrm>
              <a:off x="1315587" y="3601177"/>
              <a:ext cx="1187749" cy="936156"/>
            </a:xfrm>
            <a:custGeom>
              <a:rect b="b" l="l" r="r" t="t"/>
              <a:pathLst>
                <a:path extrusionOk="0" h="14039" w="17812">
                  <a:moveTo>
                    <a:pt x="7707" y="0"/>
                  </a:moveTo>
                  <a:cubicBezTo>
                    <a:pt x="6543" y="0"/>
                    <a:pt x="5371" y="495"/>
                    <a:pt x="4221" y="1746"/>
                  </a:cubicBezTo>
                  <a:cubicBezTo>
                    <a:pt x="0" y="6360"/>
                    <a:pt x="4366" y="9216"/>
                    <a:pt x="7457" y="12087"/>
                  </a:cubicBezTo>
                  <a:cubicBezTo>
                    <a:pt x="8932" y="13456"/>
                    <a:pt x="10355" y="14039"/>
                    <a:pt x="11656" y="14039"/>
                  </a:cubicBezTo>
                  <a:cubicBezTo>
                    <a:pt x="13095" y="14039"/>
                    <a:pt x="14385" y="13328"/>
                    <a:pt x="15437" y="12178"/>
                  </a:cubicBezTo>
                  <a:cubicBezTo>
                    <a:pt x="17444" y="10002"/>
                    <a:pt x="17812" y="7068"/>
                    <a:pt x="14717" y="4183"/>
                  </a:cubicBezTo>
                  <a:cubicBezTo>
                    <a:pt x="12607" y="2226"/>
                    <a:pt x="10175" y="0"/>
                    <a:pt x="7707" y="0"/>
                  </a:cubicBezTo>
                  <a:close/>
                </a:path>
              </a:pathLst>
            </a:custGeom>
            <a:solidFill>
              <a:srgbClr val="E1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17"/>
            <p:cNvSpPr/>
            <p:nvPr/>
          </p:nvSpPr>
          <p:spPr>
            <a:xfrm>
              <a:off x="1634601" y="4119575"/>
              <a:ext cx="160905" cy="115561"/>
            </a:xfrm>
            <a:custGeom>
              <a:rect b="b" l="l" r="r" t="t"/>
              <a:pathLst>
                <a:path extrusionOk="0" h="1733" w="2413">
                  <a:moveTo>
                    <a:pt x="1199" y="1"/>
                  </a:moveTo>
                  <a:cubicBezTo>
                    <a:pt x="557" y="1"/>
                    <a:pt x="25" y="349"/>
                    <a:pt x="13" y="825"/>
                  </a:cubicBezTo>
                  <a:cubicBezTo>
                    <a:pt x="0" y="1297"/>
                    <a:pt x="525" y="1706"/>
                    <a:pt x="1180" y="1731"/>
                  </a:cubicBezTo>
                  <a:cubicBezTo>
                    <a:pt x="1201" y="1732"/>
                    <a:pt x="1222" y="1732"/>
                    <a:pt x="1243" y="1732"/>
                  </a:cubicBezTo>
                  <a:cubicBezTo>
                    <a:pt x="1869" y="1732"/>
                    <a:pt x="2385" y="1376"/>
                    <a:pt x="2397" y="920"/>
                  </a:cubicBezTo>
                  <a:cubicBezTo>
                    <a:pt x="2412" y="432"/>
                    <a:pt x="1887" y="26"/>
                    <a:pt x="1233" y="1"/>
                  </a:cubicBezTo>
                  <a:cubicBezTo>
                    <a:pt x="1222" y="1"/>
                    <a:pt x="1210" y="1"/>
                    <a:pt x="1199"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0" name="Google Shape;630;p17"/>
            <p:cNvSpPr/>
            <p:nvPr/>
          </p:nvSpPr>
          <p:spPr>
            <a:xfrm>
              <a:off x="1619664" y="3956733"/>
              <a:ext cx="143301" cy="170907"/>
            </a:xfrm>
            <a:custGeom>
              <a:rect b="b" l="l" r="r" t="t"/>
              <a:pathLst>
                <a:path extrusionOk="0" h="2563" w="2149">
                  <a:moveTo>
                    <a:pt x="1180" y="1"/>
                  </a:moveTo>
                  <a:cubicBezTo>
                    <a:pt x="711" y="1"/>
                    <a:pt x="276" y="456"/>
                    <a:pt x="145" y="1081"/>
                  </a:cubicBezTo>
                  <a:cubicBezTo>
                    <a:pt x="1" y="1773"/>
                    <a:pt x="303" y="2431"/>
                    <a:pt x="812" y="2547"/>
                  </a:cubicBezTo>
                  <a:cubicBezTo>
                    <a:pt x="861" y="2557"/>
                    <a:pt x="910" y="2562"/>
                    <a:pt x="959" y="2562"/>
                  </a:cubicBezTo>
                  <a:cubicBezTo>
                    <a:pt x="1424" y="2562"/>
                    <a:pt x="1876" y="2115"/>
                    <a:pt x="2007" y="1474"/>
                  </a:cubicBezTo>
                  <a:cubicBezTo>
                    <a:pt x="2149" y="779"/>
                    <a:pt x="1850" y="122"/>
                    <a:pt x="1337" y="18"/>
                  </a:cubicBezTo>
                  <a:cubicBezTo>
                    <a:pt x="1285" y="7"/>
                    <a:pt x="1232" y="1"/>
                    <a:pt x="118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1" name="Google Shape;631;p17"/>
            <p:cNvSpPr/>
            <p:nvPr/>
          </p:nvSpPr>
          <p:spPr>
            <a:xfrm>
              <a:off x="1676545" y="3981606"/>
              <a:ext cx="36742" cy="131965"/>
            </a:xfrm>
            <a:custGeom>
              <a:rect b="b" l="l" r="r" t="t"/>
              <a:pathLst>
                <a:path extrusionOk="0" h="1979" w="551">
                  <a:moveTo>
                    <a:pt x="13" y="1966"/>
                  </a:moveTo>
                  <a:cubicBezTo>
                    <a:pt x="0" y="1966"/>
                    <a:pt x="38" y="1926"/>
                    <a:pt x="91" y="1859"/>
                  </a:cubicBezTo>
                  <a:cubicBezTo>
                    <a:pt x="132" y="1781"/>
                    <a:pt x="195" y="1690"/>
                    <a:pt x="236" y="1573"/>
                  </a:cubicBezTo>
                  <a:cubicBezTo>
                    <a:pt x="261" y="1454"/>
                    <a:pt x="274" y="1309"/>
                    <a:pt x="249" y="1180"/>
                  </a:cubicBezTo>
                  <a:cubicBezTo>
                    <a:pt x="236" y="1048"/>
                    <a:pt x="170" y="916"/>
                    <a:pt x="132" y="787"/>
                  </a:cubicBezTo>
                  <a:cubicBezTo>
                    <a:pt x="79" y="655"/>
                    <a:pt x="54" y="523"/>
                    <a:pt x="66" y="378"/>
                  </a:cubicBezTo>
                  <a:cubicBezTo>
                    <a:pt x="79" y="315"/>
                    <a:pt x="91" y="249"/>
                    <a:pt x="132" y="196"/>
                  </a:cubicBezTo>
                  <a:cubicBezTo>
                    <a:pt x="157" y="142"/>
                    <a:pt x="195" y="104"/>
                    <a:pt x="249" y="64"/>
                  </a:cubicBezTo>
                  <a:cubicBezTo>
                    <a:pt x="327" y="13"/>
                    <a:pt x="418" y="1"/>
                    <a:pt x="472" y="13"/>
                  </a:cubicBezTo>
                  <a:cubicBezTo>
                    <a:pt x="525" y="26"/>
                    <a:pt x="551" y="51"/>
                    <a:pt x="551" y="64"/>
                  </a:cubicBezTo>
                  <a:cubicBezTo>
                    <a:pt x="538" y="104"/>
                    <a:pt x="447" y="92"/>
                    <a:pt x="352" y="196"/>
                  </a:cubicBezTo>
                  <a:cubicBezTo>
                    <a:pt x="302" y="237"/>
                    <a:pt x="274" y="299"/>
                    <a:pt x="274" y="406"/>
                  </a:cubicBezTo>
                  <a:cubicBezTo>
                    <a:pt x="261" y="498"/>
                    <a:pt x="289" y="601"/>
                    <a:pt x="327" y="721"/>
                  </a:cubicBezTo>
                  <a:cubicBezTo>
                    <a:pt x="368" y="837"/>
                    <a:pt x="431" y="982"/>
                    <a:pt x="447" y="1152"/>
                  </a:cubicBezTo>
                  <a:cubicBezTo>
                    <a:pt x="459" y="1322"/>
                    <a:pt x="418" y="1479"/>
                    <a:pt x="368" y="1624"/>
                  </a:cubicBezTo>
                  <a:cubicBezTo>
                    <a:pt x="302" y="1756"/>
                    <a:pt x="211" y="1847"/>
                    <a:pt x="145" y="1900"/>
                  </a:cubicBezTo>
                  <a:cubicBezTo>
                    <a:pt x="66" y="1966"/>
                    <a:pt x="13" y="1979"/>
                    <a:pt x="13" y="196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17"/>
            <p:cNvSpPr/>
            <p:nvPr/>
          </p:nvSpPr>
          <p:spPr>
            <a:xfrm>
              <a:off x="1735893" y="3649256"/>
              <a:ext cx="142434" cy="171041"/>
            </a:xfrm>
            <a:custGeom>
              <a:rect b="b" l="l" r="r" t="t"/>
              <a:pathLst>
                <a:path extrusionOk="0" h="2565" w="2136">
                  <a:moveTo>
                    <a:pt x="1182" y="1"/>
                  </a:moveTo>
                  <a:cubicBezTo>
                    <a:pt x="718" y="1"/>
                    <a:pt x="264" y="449"/>
                    <a:pt x="132" y="1091"/>
                  </a:cubicBezTo>
                  <a:cubicBezTo>
                    <a:pt x="0" y="1786"/>
                    <a:pt x="302" y="2440"/>
                    <a:pt x="815" y="2547"/>
                  </a:cubicBezTo>
                  <a:cubicBezTo>
                    <a:pt x="866" y="2559"/>
                    <a:pt x="917" y="2564"/>
                    <a:pt x="968" y="2564"/>
                  </a:cubicBezTo>
                  <a:cubicBezTo>
                    <a:pt x="1426" y="2564"/>
                    <a:pt x="1864" y="2110"/>
                    <a:pt x="1994" y="1484"/>
                  </a:cubicBezTo>
                  <a:cubicBezTo>
                    <a:pt x="2136" y="789"/>
                    <a:pt x="1837" y="135"/>
                    <a:pt x="1324" y="15"/>
                  </a:cubicBezTo>
                  <a:cubicBezTo>
                    <a:pt x="1277" y="6"/>
                    <a:pt x="1230" y="1"/>
                    <a:pt x="118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3" name="Google Shape;633;p17"/>
            <p:cNvSpPr/>
            <p:nvPr/>
          </p:nvSpPr>
          <p:spPr>
            <a:xfrm>
              <a:off x="1792708" y="3673929"/>
              <a:ext cx="35942" cy="131965"/>
            </a:xfrm>
            <a:custGeom>
              <a:rect b="b" l="l" r="r" t="t"/>
              <a:pathLst>
                <a:path extrusionOk="0" h="1979" w="539">
                  <a:moveTo>
                    <a:pt x="1" y="1979"/>
                  </a:moveTo>
                  <a:cubicBezTo>
                    <a:pt x="1" y="1966"/>
                    <a:pt x="26" y="1925"/>
                    <a:pt x="79" y="1863"/>
                  </a:cubicBezTo>
                  <a:cubicBezTo>
                    <a:pt x="133" y="1797"/>
                    <a:pt x="183" y="1690"/>
                    <a:pt x="224" y="1573"/>
                  </a:cubicBezTo>
                  <a:cubicBezTo>
                    <a:pt x="262" y="1454"/>
                    <a:pt x="277" y="1312"/>
                    <a:pt x="249" y="1180"/>
                  </a:cubicBezTo>
                  <a:cubicBezTo>
                    <a:pt x="224" y="1048"/>
                    <a:pt x="158" y="919"/>
                    <a:pt x="120" y="799"/>
                  </a:cubicBezTo>
                  <a:cubicBezTo>
                    <a:pt x="67" y="667"/>
                    <a:pt x="41" y="526"/>
                    <a:pt x="54" y="394"/>
                  </a:cubicBezTo>
                  <a:cubicBezTo>
                    <a:pt x="67" y="328"/>
                    <a:pt x="92" y="262"/>
                    <a:pt x="120" y="196"/>
                  </a:cubicBezTo>
                  <a:cubicBezTo>
                    <a:pt x="158" y="145"/>
                    <a:pt x="199" y="104"/>
                    <a:pt x="236" y="79"/>
                  </a:cubicBezTo>
                  <a:cubicBezTo>
                    <a:pt x="315" y="13"/>
                    <a:pt x="406" y="1"/>
                    <a:pt x="472" y="13"/>
                  </a:cubicBezTo>
                  <a:cubicBezTo>
                    <a:pt x="526" y="26"/>
                    <a:pt x="538" y="54"/>
                    <a:pt x="538" y="79"/>
                  </a:cubicBezTo>
                  <a:cubicBezTo>
                    <a:pt x="526" y="104"/>
                    <a:pt x="435" y="92"/>
                    <a:pt x="340" y="196"/>
                  </a:cubicBezTo>
                  <a:cubicBezTo>
                    <a:pt x="302" y="249"/>
                    <a:pt x="262" y="315"/>
                    <a:pt x="262" y="406"/>
                  </a:cubicBezTo>
                  <a:cubicBezTo>
                    <a:pt x="262" y="498"/>
                    <a:pt x="277" y="604"/>
                    <a:pt x="328" y="721"/>
                  </a:cubicBezTo>
                  <a:cubicBezTo>
                    <a:pt x="356" y="840"/>
                    <a:pt x="419" y="982"/>
                    <a:pt x="435" y="1155"/>
                  </a:cubicBezTo>
                  <a:cubicBezTo>
                    <a:pt x="460" y="1325"/>
                    <a:pt x="419" y="1495"/>
                    <a:pt x="356" y="1627"/>
                  </a:cubicBezTo>
                  <a:cubicBezTo>
                    <a:pt x="290" y="1756"/>
                    <a:pt x="199" y="1847"/>
                    <a:pt x="133" y="1913"/>
                  </a:cubicBezTo>
                  <a:cubicBezTo>
                    <a:pt x="54" y="1966"/>
                    <a:pt x="13" y="1979"/>
                    <a:pt x="1" y="197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4" name="Google Shape;634;p17"/>
            <p:cNvSpPr/>
            <p:nvPr/>
          </p:nvSpPr>
          <p:spPr>
            <a:xfrm>
              <a:off x="1912471" y="4188592"/>
              <a:ext cx="160905" cy="147768"/>
            </a:xfrm>
            <a:custGeom>
              <a:rect b="b" l="l" r="r" t="t"/>
              <a:pathLst>
                <a:path extrusionOk="0" h="2216" w="2413">
                  <a:moveTo>
                    <a:pt x="1633" y="0"/>
                  </a:moveTo>
                  <a:cubicBezTo>
                    <a:pt x="1305" y="0"/>
                    <a:pt x="910" y="192"/>
                    <a:pt x="589" y="539"/>
                  </a:cubicBezTo>
                  <a:cubicBezTo>
                    <a:pt x="117" y="1064"/>
                    <a:pt x="0" y="1743"/>
                    <a:pt x="340" y="2058"/>
                  </a:cubicBezTo>
                  <a:cubicBezTo>
                    <a:pt x="451" y="2165"/>
                    <a:pt x="602" y="2216"/>
                    <a:pt x="772" y="2216"/>
                  </a:cubicBezTo>
                  <a:cubicBezTo>
                    <a:pt x="1100" y="2216"/>
                    <a:pt x="1498" y="2024"/>
                    <a:pt x="1809" y="1677"/>
                  </a:cubicBezTo>
                  <a:cubicBezTo>
                    <a:pt x="2293" y="1155"/>
                    <a:pt x="2413" y="473"/>
                    <a:pt x="2070" y="158"/>
                  </a:cubicBezTo>
                  <a:cubicBezTo>
                    <a:pt x="1955" y="51"/>
                    <a:pt x="1803" y="0"/>
                    <a:pt x="163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7"/>
            <p:cNvSpPr/>
            <p:nvPr/>
          </p:nvSpPr>
          <p:spPr>
            <a:xfrm>
              <a:off x="1943946" y="4208730"/>
              <a:ext cx="100491" cy="120695"/>
            </a:xfrm>
            <a:custGeom>
              <a:rect b="b" l="l" r="r" t="t"/>
              <a:pathLst>
                <a:path extrusionOk="0" h="1810" w="1507">
                  <a:moveTo>
                    <a:pt x="1453" y="1"/>
                  </a:moveTo>
                  <a:cubicBezTo>
                    <a:pt x="1469" y="1"/>
                    <a:pt x="1482" y="54"/>
                    <a:pt x="1494" y="158"/>
                  </a:cubicBezTo>
                  <a:cubicBezTo>
                    <a:pt x="1507" y="249"/>
                    <a:pt x="1482" y="407"/>
                    <a:pt x="1416" y="551"/>
                  </a:cubicBezTo>
                  <a:cubicBezTo>
                    <a:pt x="1375" y="630"/>
                    <a:pt x="1324" y="696"/>
                    <a:pt x="1271" y="775"/>
                  </a:cubicBezTo>
                  <a:cubicBezTo>
                    <a:pt x="1233" y="800"/>
                    <a:pt x="1192" y="841"/>
                    <a:pt x="1139" y="866"/>
                  </a:cubicBezTo>
                  <a:cubicBezTo>
                    <a:pt x="1089" y="878"/>
                    <a:pt x="1022" y="891"/>
                    <a:pt x="982" y="891"/>
                  </a:cubicBezTo>
                  <a:cubicBezTo>
                    <a:pt x="944" y="891"/>
                    <a:pt x="903" y="891"/>
                    <a:pt x="865" y="904"/>
                  </a:cubicBezTo>
                  <a:cubicBezTo>
                    <a:pt x="824" y="904"/>
                    <a:pt x="799" y="919"/>
                    <a:pt x="761" y="919"/>
                  </a:cubicBezTo>
                  <a:cubicBezTo>
                    <a:pt x="695" y="944"/>
                    <a:pt x="629" y="970"/>
                    <a:pt x="576" y="998"/>
                  </a:cubicBezTo>
                  <a:cubicBezTo>
                    <a:pt x="340" y="1127"/>
                    <a:pt x="224" y="1350"/>
                    <a:pt x="170" y="1507"/>
                  </a:cubicBezTo>
                  <a:cubicBezTo>
                    <a:pt x="117" y="1677"/>
                    <a:pt x="117" y="1797"/>
                    <a:pt x="79" y="1809"/>
                  </a:cubicBezTo>
                  <a:cubicBezTo>
                    <a:pt x="66" y="1809"/>
                    <a:pt x="54" y="1784"/>
                    <a:pt x="25" y="1731"/>
                  </a:cubicBezTo>
                  <a:cubicBezTo>
                    <a:pt x="13" y="1677"/>
                    <a:pt x="0" y="1586"/>
                    <a:pt x="13" y="1482"/>
                  </a:cubicBezTo>
                  <a:cubicBezTo>
                    <a:pt x="25" y="1375"/>
                    <a:pt x="66" y="1259"/>
                    <a:pt x="132" y="1139"/>
                  </a:cubicBezTo>
                  <a:cubicBezTo>
                    <a:pt x="211" y="1011"/>
                    <a:pt x="315" y="891"/>
                    <a:pt x="459" y="812"/>
                  </a:cubicBezTo>
                  <a:cubicBezTo>
                    <a:pt x="538" y="775"/>
                    <a:pt x="617" y="734"/>
                    <a:pt x="708" y="721"/>
                  </a:cubicBezTo>
                  <a:cubicBezTo>
                    <a:pt x="746" y="709"/>
                    <a:pt x="799" y="696"/>
                    <a:pt x="840" y="696"/>
                  </a:cubicBezTo>
                  <a:lnTo>
                    <a:pt x="982" y="696"/>
                  </a:lnTo>
                  <a:lnTo>
                    <a:pt x="1076" y="696"/>
                  </a:lnTo>
                  <a:cubicBezTo>
                    <a:pt x="1089" y="683"/>
                    <a:pt x="1126" y="668"/>
                    <a:pt x="1155" y="643"/>
                  </a:cubicBezTo>
                  <a:cubicBezTo>
                    <a:pt x="1205" y="605"/>
                    <a:pt x="1258" y="539"/>
                    <a:pt x="1284" y="485"/>
                  </a:cubicBezTo>
                  <a:cubicBezTo>
                    <a:pt x="1362" y="369"/>
                    <a:pt x="1403" y="237"/>
                    <a:pt x="1428" y="146"/>
                  </a:cubicBezTo>
                  <a:cubicBezTo>
                    <a:pt x="1441" y="54"/>
                    <a:pt x="1441" y="1"/>
                    <a:pt x="1453"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17"/>
            <p:cNvSpPr/>
            <p:nvPr/>
          </p:nvSpPr>
          <p:spPr>
            <a:xfrm>
              <a:off x="2108121" y="3857175"/>
              <a:ext cx="146902" cy="104225"/>
            </a:xfrm>
            <a:custGeom>
              <a:rect b="b" l="l" r="r" t="t"/>
              <a:pathLst>
                <a:path extrusionOk="0" h="1563" w="2203">
                  <a:moveTo>
                    <a:pt x="961" y="0"/>
                  </a:moveTo>
                  <a:cubicBezTo>
                    <a:pt x="516" y="0"/>
                    <a:pt x="145" y="221"/>
                    <a:pt x="80" y="568"/>
                  </a:cubicBezTo>
                  <a:cubicBezTo>
                    <a:pt x="1" y="986"/>
                    <a:pt x="394" y="1420"/>
                    <a:pt x="957" y="1536"/>
                  </a:cubicBezTo>
                  <a:cubicBezTo>
                    <a:pt x="1049" y="1554"/>
                    <a:pt x="1139" y="1562"/>
                    <a:pt x="1226" y="1562"/>
                  </a:cubicBezTo>
                  <a:cubicBezTo>
                    <a:pt x="1677" y="1562"/>
                    <a:pt x="2048" y="1339"/>
                    <a:pt x="2124" y="986"/>
                  </a:cubicBezTo>
                  <a:cubicBezTo>
                    <a:pt x="2203" y="568"/>
                    <a:pt x="1809" y="137"/>
                    <a:pt x="1246" y="30"/>
                  </a:cubicBezTo>
                  <a:cubicBezTo>
                    <a:pt x="1149" y="10"/>
                    <a:pt x="1054" y="0"/>
                    <a:pt x="96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7" name="Google Shape;637;p17"/>
            <p:cNvSpPr/>
            <p:nvPr/>
          </p:nvSpPr>
          <p:spPr>
            <a:xfrm>
              <a:off x="2123858" y="3890583"/>
              <a:ext cx="115427" cy="35075"/>
            </a:xfrm>
            <a:custGeom>
              <a:rect b="b" l="l" r="r" t="t"/>
              <a:pathLst>
                <a:path extrusionOk="0" h="526" w="1731">
                  <a:moveTo>
                    <a:pt x="1718" y="513"/>
                  </a:moveTo>
                  <a:cubicBezTo>
                    <a:pt x="1718" y="526"/>
                    <a:pt x="1680" y="485"/>
                    <a:pt x="1627" y="435"/>
                  </a:cubicBezTo>
                  <a:cubicBezTo>
                    <a:pt x="1573" y="381"/>
                    <a:pt x="1495" y="315"/>
                    <a:pt x="1404" y="265"/>
                  </a:cubicBezTo>
                  <a:cubicBezTo>
                    <a:pt x="1312" y="211"/>
                    <a:pt x="1180" y="186"/>
                    <a:pt x="1089" y="224"/>
                  </a:cubicBezTo>
                  <a:cubicBezTo>
                    <a:pt x="1036" y="237"/>
                    <a:pt x="1010" y="265"/>
                    <a:pt x="957" y="303"/>
                  </a:cubicBezTo>
                  <a:cubicBezTo>
                    <a:pt x="919" y="343"/>
                    <a:pt x="853" y="394"/>
                    <a:pt x="800" y="422"/>
                  </a:cubicBezTo>
                  <a:cubicBezTo>
                    <a:pt x="683" y="501"/>
                    <a:pt x="564" y="526"/>
                    <a:pt x="447" y="526"/>
                  </a:cubicBezTo>
                  <a:cubicBezTo>
                    <a:pt x="381" y="526"/>
                    <a:pt x="344" y="526"/>
                    <a:pt x="278" y="513"/>
                  </a:cubicBezTo>
                  <a:cubicBezTo>
                    <a:pt x="224" y="501"/>
                    <a:pt x="186" y="485"/>
                    <a:pt x="146" y="460"/>
                  </a:cubicBezTo>
                  <a:cubicBezTo>
                    <a:pt x="67" y="406"/>
                    <a:pt x="13" y="343"/>
                    <a:pt x="13" y="277"/>
                  </a:cubicBezTo>
                  <a:cubicBezTo>
                    <a:pt x="1" y="224"/>
                    <a:pt x="29" y="199"/>
                    <a:pt x="42" y="199"/>
                  </a:cubicBezTo>
                  <a:cubicBezTo>
                    <a:pt x="54" y="199"/>
                    <a:pt x="67" y="224"/>
                    <a:pt x="92" y="237"/>
                  </a:cubicBezTo>
                  <a:cubicBezTo>
                    <a:pt x="120" y="265"/>
                    <a:pt x="146" y="290"/>
                    <a:pt x="212" y="303"/>
                  </a:cubicBezTo>
                  <a:cubicBezTo>
                    <a:pt x="265" y="328"/>
                    <a:pt x="328" y="328"/>
                    <a:pt x="422" y="315"/>
                  </a:cubicBezTo>
                  <a:cubicBezTo>
                    <a:pt x="514" y="315"/>
                    <a:pt x="605" y="290"/>
                    <a:pt x="696" y="237"/>
                  </a:cubicBezTo>
                  <a:cubicBezTo>
                    <a:pt x="737" y="211"/>
                    <a:pt x="775" y="186"/>
                    <a:pt x="828" y="145"/>
                  </a:cubicBezTo>
                  <a:cubicBezTo>
                    <a:pt x="853" y="120"/>
                    <a:pt x="878" y="108"/>
                    <a:pt x="919" y="79"/>
                  </a:cubicBezTo>
                  <a:cubicBezTo>
                    <a:pt x="957" y="67"/>
                    <a:pt x="998" y="41"/>
                    <a:pt x="1036" y="41"/>
                  </a:cubicBezTo>
                  <a:cubicBezTo>
                    <a:pt x="1209" y="1"/>
                    <a:pt x="1366" y="54"/>
                    <a:pt x="1470" y="145"/>
                  </a:cubicBezTo>
                  <a:cubicBezTo>
                    <a:pt x="1586" y="224"/>
                    <a:pt x="1640" y="328"/>
                    <a:pt x="1680" y="394"/>
                  </a:cubicBezTo>
                  <a:cubicBezTo>
                    <a:pt x="1718" y="472"/>
                    <a:pt x="1731" y="513"/>
                    <a:pt x="1718" y="51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7"/>
            <p:cNvSpPr/>
            <p:nvPr/>
          </p:nvSpPr>
          <p:spPr>
            <a:xfrm>
              <a:off x="1801510" y="4087566"/>
              <a:ext cx="182777" cy="163772"/>
            </a:xfrm>
            <a:custGeom>
              <a:rect b="b" l="l" r="r" t="t"/>
              <a:pathLst>
                <a:path extrusionOk="0" h="2456" w="2741">
                  <a:moveTo>
                    <a:pt x="1806" y="0"/>
                  </a:moveTo>
                  <a:cubicBezTo>
                    <a:pt x="1429" y="0"/>
                    <a:pt x="994" y="206"/>
                    <a:pt x="655" y="585"/>
                  </a:cubicBezTo>
                  <a:cubicBezTo>
                    <a:pt x="117" y="1164"/>
                    <a:pt x="1" y="1934"/>
                    <a:pt x="406" y="2315"/>
                  </a:cubicBezTo>
                  <a:cubicBezTo>
                    <a:pt x="511" y="2412"/>
                    <a:pt x="620" y="2456"/>
                    <a:pt x="735" y="2456"/>
                  </a:cubicBezTo>
                  <a:cubicBezTo>
                    <a:pt x="1053" y="2456"/>
                    <a:pt x="1411" y="2124"/>
                    <a:pt x="1797" y="1698"/>
                  </a:cubicBezTo>
                  <a:cubicBezTo>
                    <a:pt x="2331" y="1110"/>
                    <a:pt x="2740" y="560"/>
                    <a:pt x="2347" y="192"/>
                  </a:cubicBezTo>
                  <a:cubicBezTo>
                    <a:pt x="2202" y="62"/>
                    <a:pt x="2013" y="0"/>
                    <a:pt x="1806"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17"/>
            <p:cNvSpPr/>
            <p:nvPr/>
          </p:nvSpPr>
          <p:spPr>
            <a:xfrm>
              <a:off x="1847855" y="4121308"/>
              <a:ext cx="111026" cy="115427"/>
            </a:xfrm>
            <a:custGeom>
              <a:rect b="b" l="l" r="r" t="t"/>
              <a:pathLst>
                <a:path extrusionOk="0" h="1731" w="1665">
                  <a:moveTo>
                    <a:pt x="1665" y="13"/>
                  </a:moveTo>
                  <a:cubicBezTo>
                    <a:pt x="1665" y="29"/>
                    <a:pt x="1611" y="54"/>
                    <a:pt x="1532" y="92"/>
                  </a:cubicBezTo>
                  <a:cubicBezTo>
                    <a:pt x="1466" y="132"/>
                    <a:pt x="1375" y="211"/>
                    <a:pt x="1271" y="315"/>
                  </a:cubicBezTo>
                  <a:cubicBezTo>
                    <a:pt x="1073" y="500"/>
                    <a:pt x="837" y="761"/>
                    <a:pt x="680" y="956"/>
                  </a:cubicBezTo>
                  <a:cubicBezTo>
                    <a:pt x="340" y="1378"/>
                    <a:pt x="92" y="1730"/>
                    <a:pt x="26" y="1692"/>
                  </a:cubicBezTo>
                  <a:cubicBezTo>
                    <a:pt x="1" y="1680"/>
                    <a:pt x="26" y="1573"/>
                    <a:pt x="105" y="1416"/>
                  </a:cubicBezTo>
                  <a:cubicBezTo>
                    <a:pt x="196" y="1258"/>
                    <a:pt x="328" y="1035"/>
                    <a:pt x="510" y="828"/>
                  </a:cubicBezTo>
                  <a:cubicBezTo>
                    <a:pt x="680" y="617"/>
                    <a:pt x="944" y="368"/>
                    <a:pt x="1180" y="198"/>
                  </a:cubicBezTo>
                  <a:cubicBezTo>
                    <a:pt x="1297" y="120"/>
                    <a:pt x="1416" y="54"/>
                    <a:pt x="1507" y="29"/>
                  </a:cubicBezTo>
                  <a:cubicBezTo>
                    <a:pt x="1599" y="0"/>
                    <a:pt x="1665" y="13"/>
                    <a:pt x="1665"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0" name="Google Shape;640;p17"/>
            <p:cNvSpPr/>
            <p:nvPr/>
          </p:nvSpPr>
          <p:spPr>
            <a:xfrm>
              <a:off x="1747230" y="3870845"/>
              <a:ext cx="170574" cy="126363"/>
            </a:xfrm>
            <a:custGeom>
              <a:rect b="b" l="l" r="r" t="t"/>
              <a:pathLst>
                <a:path extrusionOk="0" h="1895" w="2558">
                  <a:moveTo>
                    <a:pt x="957" y="1"/>
                  </a:moveTo>
                  <a:cubicBezTo>
                    <a:pt x="631" y="1"/>
                    <a:pt x="355" y="129"/>
                    <a:pt x="223" y="375"/>
                  </a:cubicBezTo>
                  <a:cubicBezTo>
                    <a:pt x="0" y="797"/>
                    <a:pt x="302" y="1397"/>
                    <a:pt x="881" y="1712"/>
                  </a:cubicBezTo>
                  <a:cubicBezTo>
                    <a:pt x="1119" y="1834"/>
                    <a:pt x="1367" y="1894"/>
                    <a:pt x="1591" y="1894"/>
                  </a:cubicBezTo>
                  <a:cubicBezTo>
                    <a:pt x="1920" y="1894"/>
                    <a:pt x="2201" y="1766"/>
                    <a:pt x="2334" y="1517"/>
                  </a:cubicBezTo>
                  <a:cubicBezTo>
                    <a:pt x="2557" y="1095"/>
                    <a:pt x="2255" y="495"/>
                    <a:pt x="1680" y="193"/>
                  </a:cubicBezTo>
                  <a:cubicBezTo>
                    <a:pt x="1436" y="63"/>
                    <a:pt x="1184" y="1"/>
                    <a:pt x="957"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1" name="Google Shape;641;p17"/>
            <p:cNvSpPr/>
            <p:nvPr/>
          </p:nvSpPr>
          <p:spPr>
            <a:xfrm>
              <a:off x="1561183" y="3805495"/>
              <a:ext cx="182710" cy="163706"/>
            </a:xfrm>
            <a:custGeom>
              <a:rect b="b" l="l" r="r" t="t"/>
              <a:pathLst>
                <a:path extrusionOk="0" h="2455" w="2740">
                  <a:moveTo>
                    <a:pt x="1791" y="1"/>
                  </a:moveTo>
                  <a:cubicBezTo>
                    <a:pt x="1420" y="1"/>
                    <a:pt x="985" y="206"/>
                    <a:pt x="642" y="582"/>
                  </a:cubicBezTo>
                  <a:cubicBezTo>
                    <a:pt x="104" y="1173"/>
                    <a:pt x="0" y="1947"/>
                    <a:pt x="393" y="2311"/>
                  </a:cubicBezTo>
                  <a:cubicBezTo>
                    <a:pt x="502" y="2410"/>
                    <a:pt x="615" y="2454"/>
                    <a:pt x="732" y="2454"/>
                  </a:cubicBezTo>
                  <a:cubicBezTo>
                    <a:pt x="1051" y="2454"/>
                    <a:pt x="1403" y="2128"/>
                    <a:pt x="1796" y="1698"/>
                  </a:cubicBezTo>
                  <a:cubicBezTo>
                    <a:pt x="2334" y="1107"/>
                    <a:pt x="2740" y="569"/>
                    <a:pt x="2334" y="204"/>
                  </a:cubicBezTo>
                  <a:cubicBezTo>
                    <a:pt x="2192" y="67"/>
                    <a:pt x="2002" y="1"/>
                    <a:pt x="17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17"/>
            <p:cNvSpPr/>
            <p:nvPr/>
          </p:nvSpPr>
          <p:spPr>
            <a:xfrm>
              <a:off x="1607528" y="3840037"/>
              <a:ext cx="111026" cy="114360"/>
            </a:xfrm>
            <a:custGeom>
              <a:rect b="b" l="l" r="r" t="t"/>
              <a:pathLst>
                <a:path extrusionOk="0" h="1715" w="1665">
                  <a:moveTo>
                    <a:pt x="1664" y="13"/>
                  </a:moveTo>
                  <a:cubicBezTo>
                    <a:pt x="1664" y="26"/>
                    <a:pt x="1611" y="38"/>
                    <a:pt x="1532" y="92"/>
                  </a:cubicBezTo>
                  <a:cubicBezTo>
                    <a:pt x="1453" y="130"/>
                    <a:pt x="1362" y="208"/>
                    <a:pt x="1271" y="299"/>
                  </a:cubicBezTo>
                  <a:cubicBezTo>
                    <a:pt x="1060" y="498"/>
                    <a:pt x="837" y="746"/>
                    <a:pt x="667" y="957"/>
                  </a:cubicBezTo>
                  <a:cubicBezTo>
                    <a:pt x="327" y="1375"/>
                    <a:pt x="92" y="1715"/>
                    <a:pt x="25" y="1690"/>
                  </a:cubicBezTo>
                  <a:cubicBezTo>
                    <a:pt x="0" y="1677"/>
                    <a:pt x="25" y="1557"/>
                    <a:pt x="104" y="1400"/>
                  </a:cubicBezTo>
                  <a:cubicBezTo>
                    <a:pt x="183" y="1243"/>
                    <a:pt x="327" y="1035"/>
                    <a:pt x="497" y="812"/>
                  </a:cubicBezTo>
                  <a:cubicBezTo>
                    <a:pt x="667" y="601"/>
                    <a:pt x="944" y="365"/>
                    <a:pt x="1180" y="196"/>
                  </a:cubicBezTo>
                  <a:cubicBezTo>
                    <a:pt x="1296" y="104"/>
                    <a:pt x="1416" y="38"/>
                    <a:pt x="1507" y="26"/>
                  </a:cubicBezTo>
                  <a:cubicBezTo>
                    <a:pt x="1598" y="1"/>
                    <a:pt x="1664" y="1"/>
                    <a:pt x="1664"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3" name="Google Shape;643;p17"/>
            <p:cNvSpPr/>
            <p:nvPr/>
          </p:nvSpPr>
          <p:spPr>
            <a:xfrm>
              <a:off x="2124725" y="4117241"/>
              <a:ext cx="146035" cy="169974"/>
            </a:xfrm>
            <a:custGeom>
              <a:rect b="b" l="l" r="r" t="t"/>
              <a:pathLst>
                <a:path extrusionOk="0" h="2549" w="2190">
                  <a:moveTo>
                    <a:pt x="953" y="1"/>
                  </a:moveTo>
                  <a:cubicBezTo>
                    <a:pt x="893" y="1"/>
                    <a:pt x="833" y="8"/>
                    <a:pt x="774" y="24"/>
                  </a:cubicBezTo>
                  <a:cubicBezTo>
                    <a:pt x="265" y="140"/>
                    <a:pt x="0" y="810"/>
                    <a:pt x="173" y="1505"/>
                  </a:cubicBezTo>
                  <a:cubicBezTo>
                    <a:pt x="335" y="2118"/>
                    <a:pt x="786" y="2549"/>
                    <a:pt x="1241" y="2549"/>
                  </a:cubicBezTo>
                  <a:cubicBezTo>
                    <a:pt x="1300" y="2549"/>
                    <a:pt x="1358" y="2542"/>
                    <a:pt x="1416" y="2527"/>
                  </a:cubicBezTo>
                  <a:cubicBezTo>
                    <a:pt x="1916" y="2408"/>
                    <a:pt x="2190" y="1741"/>
                    <a:pt x="2007" y="1046"/>
                  </a:cubicBezTo>
                  <a:cubicBezTo>
                    <a:pt x="1857" y="431"/>
                    <a:pt x="1409" y="1"/>
                    <a:pt x="95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4" name="Google Shape;644;p17"/>
            <p:cNvSpPr/>
            <p:nvPr/>
          </p:nvSpPr>
          <p:spPr>
            <a:xfrm>
              <a:off x="2168536" y="4131778"/>
              <a:ext cx="55880" cy="133032"/>
            </a:xfrm>
            <a:custGeom>
              <a:rect b="b" l="l" r="r" t="t"/>
              <a:pathLst>
                <a:path extrusionOk="0" h="1995" w="838">
                  <a:moveTo>
                    <a:pt x="171" y="1"/>
                  </a:moveTo>
                  <a:cubicBezTo>
                    <a:pt x="183" y="13"/>
                    <a:pt x="158" y="67"/>
                    <a:pt x="145" y="145"/>
                  </a:cubicBezTo>
                  <a:cubicBezTo>
                    <a:pt x="130" y="224"/>
                    <a:pt x="117" y="343"/>
                    <a:pt x="145" y="460"/>
                  </a:cubicBezTo>
                  <a:cubicBezTo>
                    <a:pt x="158" y="592"/>
                    <a:pt x="208" y="721"/>
                    <a:pt x="287" y="828"/>
                  </a:cubicBezTo>
                  <a:cubicBezTo>
                    <a:pt x="366" y="932"/>
                    <a:pt x="485" y="1023"/>
                    <a:pt x="576" y="1114"/>
                  </a:cubicBezTo>
                  <a:cubicBezTo>
                    <a:pt x="668" y="1221"/>
                    <a:pt x="759" y="1337"/>
                    <a:pt x="800" y="1457"/>
                  </a:cubicBezTo>
                  <a:cubicBezTo>
                    <a:pt x="825" y="1523"/>
                    <a:pt x="837" y="1586"/>
                    <a:pt x="825" y="1652"/>
                  </a:cubicBezTo>
                  <a:cubicBezTo>
                    <a:pt x="825" y="1718"/>
                    <a:pt x="812" y="1771"/>
                    <a:pt x="787" y="1822"/>
                  </a:cubicBezTo>
                  <a:cubicBezTo>
                    <a:pt x="734" y="1916"/>
                    <a:pt x="655" y="1966"/>
                    <a:pt x="602" y="1979"/>
                  </a:cubicBezTo>
                  <a:cubicBezTo>
                    <a:pt x="551" y="1995"/>
                    <a:pt x="510" y="1979"/>
                    <a:pt x="510" y="1954"/>
                  </a:cubicBezTo>
                  <a:cubicBezTo>
                    <a:pt x="510" y="1929"/>
                    <a:pt x="589" y="1888"/>
                    <a:pt x="630" y="1759"/>
                  </a:cubicBezTo>
                  <a:cubicBezTo>
                    <a:pt x="655" y="1693"/>
                    <a:pt x="655" y="1627"/>
                    <a:pt x="617" y="1535"/>
                  </a:cubicBezTo>
                  <a:cubicBezTo>
                    <a:pt x="576" y="1457"/>
                    <a:pt x="510" y="1366"/>
                    <a:pt x="419" y="1271"/>
                  </a:cubicBezTo>
                  <a:cubicBezTo>
                    <a:pt x="340" y="1193"/>
                    <a:pt x="224" y="1089"/>
                    <a:pt x="130" y="944"/>
                  </a:cubicBezTo>
                  <a:cubicBezTo>
                    <a:pt x="39" y="787"/>
                    <a:pt x="1" y="630"/>
                    <a:pt x="1" y="472"/>
                  </a:cubicBezTo>
                  <a:cubicBezTo>
                    <a:pt x="1" y="328"/>
                    <a:pt x="39" y="199"/>
                    <a:pt x="79" y="120"/>
                  </a:cubicBezTo>
                  <a:cubicBezTo>
                    <a:pt x="117" y="41"/>
                    <a:pt x="158" y="1"/>
                    <a:pt x="171"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7"/>
            <p:cNvSpPr/>
            <p:nvPr/>
          </p:nvSpPr>
          <p:spPr>
            <a:xfrm>
              <a:off x="2068111" y="4291951"/>
              <a:ext cx="145835" cy="170040"/>
            </a:xfrm>
            <a:custGeom>
              <a:rect b="b" l="l" r="r" t="t"/>
              <a:pathLst>
                <a:path extrusionOk="0" h="2550" w="2187">
                  <a:moveTo>
                    <a:pt x="950" y="1"/>
                  </a:moveTo>
                  <a:cubicBezTo>
                    <a:pt x="890" y="1"/>
                    <a:pt x="830" y="8"/>
                    <a:pt x="771" y="24"/>
                  </a:cubicBezTo>
                  <a:cubicBezTo>
                    <a:pt x="274" y="143"/>
                    <a:pt x="0" y="810"/>
                    <a:pt x="183" y="1505"/>
                  </a:cubicBezTo>
                  <a:cubicBezTo>
                    <a:pt x="333" y="2120"/>
                    <a:pt x="781" y="2550"/>
                    <a:pt x="1237" y="2550"/>
                  </a:cubicBezTo>
                  <a:cubicBezTo>
                    <a:pt x="1296" y="2550"/>
                    <a:pt x="1356" y="2542"/>
                    <a:pt x="1416" y="2527"/>
                  </a:cubicBezTo>
                  <a:cubicBezTo>
                    <a:pt x="1925" y="2408"/>
                    <a:pt x="2186" y="1741"/>
                    <a:pt x="2016" y="1046"/>
                  </a:cubicBezTo>
                  <a:cubicBezTo>
                    <a:pt x="1855" y="431"/>
                    <a:pt x="1406" y="1"/>
                    <a:pt x="95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7"/>
            <p:cNvSpPr/>
            <p:nvPr/>
          </p:nvSpPr>
          <p:spPr>
            <a:xfrm>
              <a:off x="2112589" y="4306689"/>
              <a:ext cx="55213" cy="132832"/>
            </a:xfrm>
            <a:custGeom>
              <a:rect b="b" l="l" r="r" t="t"/>
              <a:pathLst>
                <a:path extrusionOk="0" h="1992" w="828">
                  <a:moveTo>
                    <a:pt x="157" y="1"/>
                  </a:moveTo>
                  <a:cubicBezTo>
                    <a:pt x="170" y="13"/>
                    <a:pt x="157" y="64"/>
                    <a:pt x="145" y="142"/>
                  </a:cubicBezTo>
                  <a:cubicBezTo>
                    <a:pt x="120" y="221"/>
                    <a:pt x="120" y="340"/>
                    <a:pt x="132" y="457"/>
                  </a:cubicBezTo>
                  <a:cubicBezTo>
                    <a:pt x="157" y="589"/>
                    <a:pt x="211" y="721"/>
                    <a:pt x="289" y="825"/>
                  </a:cubicBezTo>
                  <a:cubicBezTo>
                    <a:pt x="355" y="929"/>
                    <a:pt x="472" y="1023"/>
                    <a:pt x="563" y="1114"/>
                  </a:cubicBezTo>
                  <a:cubicBezTo>
                    <a:pt x="670" y="1218"/>
                    <a:pt x="749" y="1337"/>
                    <a:pt x="799" y="1454"/>
                  </a:cubicBezTo>
                  <a:cubicBezTo>
                    <a:pt x="811" y="1520"/>
                    <a:pt x="827" y="1586"/>
                    <a:pt x="827" y="1652"/>
                  </a:cubicBezTo>
                  <a:cubicBezTo>
                    <a:pt x="811" y="1715"/>
                    <a:pt x="799" y="1768"/>
                    <a:pt x="774" y="1822"/>
                  </a:cubicBezTo>
                  <a:cubicBezTo>
                    <a:pt x="720" y="1913"/>
                    <a:pt x="642" y="1966"/>
                    <a:pt x="591" y="1979"/>
                  </a:cubicBezTo>
                  <a:cubicBezTo>
                    <a:pt x="538" y="1992"/>
                    <a:pt x="513" y="1979"/>
                    <a:pt x="497" y="1951"/>
                  </a:cubicBezTo>
                  <a:cubicBezTo>
                    <a:pt x="497" y="1926"/>
                    <a:pt x="591" y="1888"/>
                    <a:pt x="629" y="1756"/>
                  </a:cubicBezTo>
                  <a:cubicBezTo>
                    <a:pt x="642" y="1690"/>
                    <a:pt x="642" y="1624"/>
                    <a:pt x="604" y="1532"/>
                  </a:cubicBezTo>
                  <a:cubicBezTo>
                    <a:pt x="576" y="1454"/>
                    <a:pt x="497" y="1363"/>
                    <a:pt x="418" y="1271"/>
                  </a:cubicBezTo>
                  <a:cubicBezTo>
                    <a:pt x="327" y="1193"/>
                    <a:pt x="211" y="1086"/>
                    <a:pt x="120" y="944"/>
                  </a:cubicBezTo>
                  <a:cubicBezTo>
                    <a:pt x="41" y="787"/>
                    <a:pt x="0" y="614"/>
                    <a:pt x="0" y="472"/>
                  </a:cubicBezTo>
                  <a:cubicBezTo>
                    <a:pt x="0" y="328"/>
                    <a:pt x="25" y="196"/>
                    <a:pt x="66" y="117"/>
                  </a:cubicBezTo>
                  <a:cubicBezTo>
                    <a:pt x="120" y="38"/>
                    <a:pt x="145" y="1"/>
                    <a:pt x="15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7"/>
            <p:cNvSpPr/>
            <p:nvPr/>
          </p:nvSpPr>
          <p:spPr>
            <a:xfrm>
              <a:off x="1927342" y="3792759"/>
              <a:ext cx="139767" cy="188178"/>
            </a:xfrm>
            <a:custGeom>
              <a:rect b="b" l="l" r="r" t="t"/>
              <a:pathLst>
                <a:path extrusionOk="0" h="2822" w="2096">
                  <a:moveTo>
                    <a:pt x="1172" y="1"/>
                  </a:moveTo>
                  <a:cubicBezTo>
                    <a:pt x="769" y="1"/>
                    <a:pt x="551" y="521"/>
                    <a:pt x="353" y="1207"/>
                  </a:cubicBezTo>
                  <a:cubicBezTo>
                    <a:pt x="130" y="1968"/>
                    <a:pt x="1" y="2634"/>
                    <a:pt x="523" y="2792"/>
                  </a:cubicBezTo>
                  <a:cubicBezTo>
                    <a:pt x="588" y="2812"/>
                    <a:pt x="655" y="2821"/>
                    <a:pt x="722" y="2821"/>
                  </a:cubicBezTo>
                  <a:cubicBezTo>
                    <a:pt x="1183" y="2821"/>
                    <a:pt x="1669" y="2368"/>
                    <a:pt x="1875" y="1704"/>
                  </a:cubicBezTo>
                  <a:cubicBezTo>
                    <a:pt x="2096" y="930"/>
                    <a:pt x="1860" y="184"/>
                    <a:pt x="1338" y="27"/>
                  </a:cubicBezTo>
                  <a:cubicBezTo>
                    <a:pt x="1279" y="9"/>
                    <a:pt x="1224" y="1"/>
                    <a:pt x="117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7"/>
            <p:cNvSpPr/>
            <p:nvPr/>
          </p:nvSpPr>
          <p:spPr>
            <a:xfrm>
              <a:off x="1950881" y="3810230"/>
              <a:ext cx="53279" cy="149435"/>
            </a:xfrm>
            <a:custGeom>
              <a:rect b="b" l="l" r="r" t="t"/>
              <a:pathLst>
                <a:path extrusionOk="0" h="2241" w="799">
                  <a:moveTo>
                    <a:pt x="13" y="2240"/>
                  </a:moveTo>
                  <a:cubicBezTo>
                    <a:pt x="0" y="2228"/>
                    <a:pt x="41" y="2190"/>
                    <a:pt x="91" y="2111"/>
                  </a:cubicBezTo>
                  <a:cubicBezTo>
                    <a:pt x="145" y="2045"/>
                    <a:pt x="186" y="1942"/>
                    <a:pt x="236" y="1809"/>
                  </a:cubicBezTo>
                  <a:cubicBezTo>
                    <a:pt x="327" y="1548"/>
                    <a:pt x="434" y="1206"/>
                    <a:pt x="484" y="957"/>
                  </a:cubicBezTo>
                  <a:cubicBezTo>
                    <a:pt x="604" y="432"/>
                    <a:pt x="683" y="1"/>
                    <a:pt x="749" y="1"/>
                  </a:cubicBezTo>
                  <a:cubicBezTo>
                    <a:pt x="774" y="14"/>
                    <a:pt x="799" y="117"/>
                    <a:pt x="799" y="303"/>
                  </a:cubicBezTo>
                  <a:cubicBezTo>
                    <a:pt x="799" y="473"/>
                    <a:pt x="761" y="721"/>
                    <a:pt x="695" y="998"/>
                  </a:cubicBezTo>
                  <a:cubicBezTo>
                    <a:pt x="629" y="1272"/>
                    <a:pt x="500" y="1611"/>
                    <a:pt x="368" y="1863"/>
                  </a:cubicBezTo>
                  <a:cubicBezTo>
                    <a:pt x="289" y="1992"/>
                    <a:pt x="211" y="2099"/>
                    <a:pt x="145" y="2162"/>
                  </a:cubicBezTo>
                  <a:cubicBezTo>
                    <a:pt x="66" y="2228"/>
                    <a:pt x="13" y="2240"/>
                    <a:pt x="13" y="224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7"/>
            <p:cNvSpPr/>
            <p:nvPr/>
          </p:nvSpPr>
          <p:spPr>
            <a:xfrm>
              <a:off x="1986690" y="3986808"/>
              <a:ext cx="160972" cy="115561"/>
            </a:xfrm>
            <a:custGeom>
              <a:rect b="b" l="l" r="r" t="t"/>
              <a:pathLst>
                <a:path extrusionOk="0" h="1733" w="2414">
                  <a:moveTo>
                    <a:pt x="1192" y="1"/>
                  </a:moveTo>
                  <a:cubicBezTo>
                    <a:pt x="553" y="1"/>
                    <a:pt x="26" y="351"/>
                    <a:pt x="13" y="825"/>
                  </a:cubicBezTo>
                  <a:cubicBezTo>
                    <a:pt x="1" y="1297"/>
                    <a:pt x="526" y="1703"/>
                    <a:pt x="1180" y="1731"/>
                  </a:cubicBezTo>
                  <a:cubicBezTo>
                    <a:pt x="1202" y="1732"/>
                    <a:pt x="1223" y="1732"/>
                    <a:pt x="1244" y="1732"/>
                  </a:cubicBezTo>
                  <a:cubicBezTo>
                    <a:pt x="1870" y="1732"/>
                    <a:pt x="2385" y="1373"/>
                    <a:pt x="2401" y="917"/>
                  </a:cubicBezTo>
                  <a:cubicBezTo>
                    <a:pt x="2413" y="432"/>
                    <a:pt x="1888" y="26"/>
                    <a:pt x="1234" y="1"/>
                  </a:cubicBezTo>
                  <a:cubicBezTo>
                    <a:pt x="1220" y="1"/>
                    <a:pt x="1206" y="1"/>
                    <a:pt x="1192"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7"/>
            <p:cNvSpPr/>
            <p:nvPr/>
          </p:nvSpPr>
          <p:spPr>
            <a:xfrm>
              <a:off x="2242822" y="4018216"/>
              <a:ext cx="139967" cy="188178"/>
            </a:xfrm>
            <a:custGeom>
              <a:rect b="b" l="l" r="r" t="t"/>
              <a:pathLst>
                <a:path extrusionOk="0" h="2822" w="2099">
                  <a:moveTo>
                    <a:pt x="1168" y="1"/>
                  </a:moveTo>
                  <a:cubicBezTo>
                    <a:pt x="758" y="1"/>
                    <a:pt x="550" y="520"/>
                    <a:pt x="352" y="1194"/>
                  </a:cubicBezTo>
                  <a:cubicBezTo>
                    <a:pt x="117" y="1968"/>
                    <a:pt x="0" y="2635"/>
                    <a:pt x="510" y="2792"/>
                  </a:cubicBezTo>
                  <a:cubicBezTo>
                    <a:pt x="577" y="2812"/>
                    <a:pt x="645" y="2821"/>
                    <a:pt x="713" y="2821"/>
                  </a:cubicBezTo>
                  <a:cubicBezTo>
                    <a:pt x="1182" y="2821"/>
                    <a:pt x="1667" y="2368"/>
                    <a:pt x="1862" y="1704"/>
                  </a:cubicBezTo>
                  <a:cubicBezTo>
                    <a:pt x="2098" y="930"/>
                    <a:pt x="1862" y="184"/>
                    <a:pt x="1337" y="27"/>
                  </a:cubicBezTo>
                  <a:cubicBezTo>
                    <a:pt x="1277" y="9"/>
                    <a:pt x="1221" y="1"/>
                    <a:pt x="116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1" name="Google Shape;651;p17"/>
            <p:cNvSpPr/>
            <p:nvPr/>
          </p:nvSpPr>
          <p:spPr>
            <a:xfrm>
              <a:off x="2266294" y="4035753"/>
              <a:ext cx="53546" cy="149369"/>
            </a:xfrm>
            <a:custGeom>
              <a:rect b="b" l="l" r="r" t="t"/>
              <a:pathLst>
                <a:path extrusionOk="0" h="2240" w="803">
                  <a:moveTo>
                    <a:pt x="0" y="2239"/>
                  </a:moveTo>
                  <a:cubicBezTo>
                    <a:pt x="0" y="2227"/>
                    <a:pt x="41" y="2189"/>
                    <a:pt x="79" y="2111"/>
                  </a:cubicBezTo>
                  <a:cubicBezTo>
                    <a:pt x="133" y="2044"/>
                    <a:pt x="186" y="1941"/>
                    <a:pt x="224" y="1809"/>
                  </a:cubicBezTo>
                  <a:cubicBezTo>
                    <a:pt x="331" y="1532"/>
                    <a:pt x="422" y="1205"/>
                    <a:pt x="488" y="944"/>
                  </a:cubicBezTo>
                  <a:cubicBezTo>
                    <a:pt x="604" y="431"/>
                    <a:pt x="670" y="0"/>
                    <a:pt x="736" y="0"/>
                  </a:cubicBezTo>
                  <a:cubicBezTo>
                    <a:pt x="774" y="0"/>
                    <a:pt x="803" y="116"/>
                    <a:pt x="787" y="302"/>
                  </a:cubicBezTo>
                  <a:cubicBezTo>
                    <a:pt x="787" y="472"/>
                    <a:pt x="762" y="720"/>
                    <a:pt x="696" y="997"/>
                  </a:cubicBezTo>
                  <a:cubicBezTo>
                    <a:pt x="630" y="1271"/>
                    <a:pt x="501" y="1610"/>
                    <a:pt x="356" y="1862"/>
                  </a:cubicBezTo>
                  <a:cubicBezTo>
                    <a:pt x="290" y="1991"/>
                    <a:pt x="211" y="2098"/>
                    <a:pt x="133" y="2161"/>
                  </a:cubicBezTo>
                  <a:cubicBezTo>
                    <a:pt x="67" y="2227"/>
                    <a:pt x="16" y="2239"/>
                    <a:pt x="0" y="223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7"/>
            <p:cNvSpPr/>
            <p:nvPr/>
          </p:nvSpPr>
          <p:spPr>
            <a:xfrm>
              <a:off x="1858391" y="3974605"/>
              <a:ext cx="171174" cy="122296"/>
            </a:xfrm>
            <a:custGeom>
              <a:rect b="b" l="l" r="r" t="t"/>
              <a:pathLst>
                <a:path extrusionOk="0" h="1834" w="2567">
                  <a:moveTo>
                    <a:pt x="1539" y="0"/>
                  </a:moveTo>
                  <a:cubicBezTo>
                    <a:pt x="1354" y="0"/>
                    <a:pt x="1154" y="38"/>
                    <a:pt x="956" y="118"/>
                  </a:cubicBezTo>
                  <a:cubicBezTo>
                    <a:pt x="340" y="354"/>
                    <a:pt x="0" y="917"/>
                    <a:pt x="170" y="1364"/>
                  </a:cubicBezTo>
                  <a:cubicBezTo>
                    <a:pt x="294" y="1665"/>
                    <a:pt x="629" y="1834"/>
                    <a:pt x="1020" y="1834"/>
                  </a:cubicBezTo>
                  <a:cubicBezTo>
                    <a:pt x="1206" y="1834"/>
                    <a:pt x="1404" y="1796"/>
                    <a:pt x="1598" y="1716"/>
                  </a:cubicBezTo>
                  <a:cubicBezTo>
                    <a:pt x="2214" y="1468"/>
                    <a:pt x="2567" y="917"/>
                    <a:pt x="2384" y="470"/>
                  </a:cubicBezTo>
                  <a:cubicBezTo>
                    <a:pt x="2260" y="170"/>
                    <a:pt x="1931" y="0"/>
                    <a:pt x="153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7"/>
            <p:cNvSpPr/>
            <p:nvPr/>
          </p:nvSpPr>
          <p:spPr>
            <a:xfrm>
              <a:off x="1823316" y="3765352"/>
              <a:ext cx="143301" cy="149169"/>
            </a:xfrm>
            <a:custGeom>
              <a:rect b="b" l="l" r="r" t="t"/>
              <a:pathLst>
                <a:path extrusionOk="0" h="2237" w="2149">
                  <a:moveTo>
                    <a:pt x="1337" y="1"/>
                  </a:moveTo>
                  <a:cubicBezTo>
                    <a:pt x="986" y="1"/>
                    <a:pt x="593" y="247"/>
                    <a:pt x="340" y="661"/>
                  </a:cubicBezTo>
                  <a:cubicBezTo>
                    <a:pt x="1" y="1224"/>
                    <a:pt x="54" y="1891"/>
                    <a:pt x="460" y="2143"/>
                  </a:cubicBezTo>
                  <a:cubicBezTo>
                    <a:pt x="561" y="2206"/>
                    <a:pt x="676" y="2236"/>
                    <a:pt x="797" y="2236"/>
                  </a:cubicBezTo>
                  <a:cubicBezTo>
                    <a:pt x="1151" y="2236"/>
                    <a:pt x="1557" y="1983"/>
                    <a:pt x="1809" y="1564"/>
                  </a:cubicBezTo>
                  <a:cubicBezTo>
                    <a:pt x="2149" y="1001"/>
                    <a:pt x="2099" y="347"/>
                    <a:pt x="1690" y="98"/>
                  </a:cubicBezTo>
                  <a:cubicBezTo>
                    <a:pt x="1583" y="32"/>
                    <a:pt x="1463" y="1"/>
                    <a:pt x="13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7"/>
            <p:cNvSpPr/>
            <p:nvPr/>
          </p:nvSpPr>
          <p:spPr>
            <a:xfrm>
              <a:off x="1674811" y="3917590"/>
              <a:ext cx="130098" cy="157637"/>
            </a:xfrm>
            <a:custGeom>
              <a:rect b="b" l="l" r="r" t="t"/>
              <a:pathLst>
                <a:path extrusionOk="0" h="2364" w="1951">
                  <a:moveTo>
                    <a:pt x="1090" y="1"/>
                  </a:moveTo>
                  <a:cubicBezTo>
                    <a:pt x="676" y="1"/>
                    <a:pt x="272" y="410"/>
                    <a:pt x="142" y="986"/>
                  </a:cubicBezTo>
                  <a:cubicBezTo>
                    <a:pt x="1" y="1640"/>
                    <a:pt x="262" y="2244"/>
                    <a:pt x="721" y="2348"/>
                  </a:cubicBezTo>
                  <a:cubicBezTo>
                    <a:pt x="768" y="2359"/>
                    <a:pt x="815" y="2364"/>
                    <a:pt x="863" y="2364"/>
                  </a:cubicBezTo>
                  <a:cubicBezTo>
                    <a:pt x="1278" y="2364"/>
                    <a:pt x="1691" y="1955"/>
                    <a:pt x="1809" y="1379"/>
                  </a:cubicBezTo>
                  <a:cubicBezTo>
                    <a:pt x="1951" y="725"/>
                    <a:pt x="1703" y="121"/>
                    <a:pt x="1231" y="17"/>
                  </a:cubicBezTo>
                  <a:cubicBezTo>
                    <a:pt x="1184" y="6"/>
                    <a:pt x="1137" y="1"/>
                    <a:pt x="109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7"/>
            <p:cNvSpPr/>
            <p:nvPr/>
          </p:nvSpPr>
          <p:spPr>
            <a:xfrm>
              <a:off x="2095118" y="4024217"/>
              <a:ext cx="130364" cy="158571"/>
            </a:xfrm>
            <a:custGeom>
              <a:rect b="b" l="l" r="r" t="t"/>
              <a:pathLst>
                <a:path extrusionOk="0" h="2378" w="1955">
                  <a:moveTo>
                    <a:pt x="1093" y="0"/>
                  </a:moveTo>
                  <a:cubicBezTo>
                    <a:pt x="681" y="0"/>
                    <a:pt x="273" y="408"/>
                    <a:pt x="146" y="997"/>
                  </a:cubicBezTo>
                  <a:cubicBezTo>
                    <a:pt x="1" y="1642"/>
                    <a:pt x="262" y="2243"/>
                    <a:pt x="721" y="2362"/>
                  </a:cubicBezTo>
                  <a:cubicBezTo>
                    <a:pt x="766" y="2372"/>
                    <a:pt x="811" y="2377"/>
                    <a:pt x="856" y="2377"/>
                  </a:cubicBezTo>
                  <a:cubicBezTo>
                    <a:pt x="1272" y="2377"/>
                    <a:pt x="1679" y="1957"/>
                    <a:pt x="1809" y="1378"/>
                  </a:cubicBezTo>
                  <a:cubicBezTo>
                    <a:pt x="1954" y="736"/>
                    <a:pt x="1690" y="120"/>
                    <a:pt x="1231" y="16"/>
                  </a:cubicBezTo>
                  <a:cubicBezTo>
                    <a:pt x="1185" y="5"/>
                    <a:pt x="1139" y="0"/>
                    <a:pt x="10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7"/>
            <p:cNvSpPr/>
            <p:nvPr/>
          </p:nvSpPr>
          <p:spPr>
            <a:xfrm>
              <a:off x="2025100" y="3875646"/>
              <a:ext cx="130298" cy="158504"/>
            </a:xfrm>
            <a:custGeom>
              <a:rect b="b" l="l" r="r" t="t"/>
              <a:pathLst>
                <a:path extrusionOk="0" h="2377" w="1954">
                  <a:moveTo>
                    <a:pt x="1093" y="1"/>
                  </a:moveTo>
                  <a:cubicBezTo>
                    <a:pt x="679" y="1"/>
                    <a:pt x="275" y="411"/>
                    <a:pt x="145" y="998"/>
                  </a:cubicBezTo>
                  <a:cubicBezTo>
                    <a:pt x="0" y="1640"/>
                    <a:pt x="265" y="2244"/>
                    <a:pt x="724" y="2360"/>
                  </a:cubicBezTo>
                  <a:cubicBezTo>
                    <a:pt x="769" y="2371"/>
                    <a:pt x="815" y="2376"/>
                    <a:pt x="861" y="2376"/>
                  </a:cubicBezTo>
                  <a:cubicBezTo>
                    <a:pt x="1274" y="2376"/>
                    <a:pt x="1682" y="1956"/>
                    <a:pt x="1809" y="1379"/>
                  </a:cubicBezTo>
                  <a:cubicBezTo>
                    <a:pt x="1954" y="737"/>
                    <a:pt x="1693" y="121"/>
                    <a:pt x="1233" y="17"/>
                  </a:cubicBezTo>
                  <a:cubicBezTo>
                    <a:pt x="1187" y="6"/>
                    <a:pt x="1140" y="1"/>
                    <a:pt x="109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7"/>
            <p:cNvSpPr/>
            <p:nvPr/>
          </p:nvSpPr>
          <p:spPr>
            <a:xfrm>
              <a:off x="1844321" y="4230403"/>
              <a:ext cx="130298" cy="158571"/>
            </a:xfrm>
            <a:custGeom>
              <a:rect b="b" l="l" r="r" t="t"/>
              <a:pathLst>
                <a:path extrusionOk="0" h="2378" w="1954">
                  <a:moveTo>
                    <a:pt x="1099" y="1"/>
                  </a:moveTo>
                  <a:cubicBezTo>
                    <a:pt x="683" y="1"/>
                    <a:pt x="276" y="421"/>
                    <a:pt x="145" y="1000"/>
                  </a:cubicBezTo>
                  <a:cubicBezTo>
                    <a:pt x="0" y="1642"/>
                    <a:pt x="261" y="2258"/>
                    <a:pt x="721" y="2362"/>
                  </a:cubicBezTo>
                  <a:cubicBezTo>
                    <a:pt x="766" y="2372"/>
                    <a:pt x="813" y="2377"/>
                    <a:pt x="859" y="2377"/>
                  </a:cubicBezTo>
                  <a:cubicBezTo>
                    <a:pt x="1275" y="2377"/>
                    <a:pt x="1690" y="1969"/>
                    <a:pt x="1809" y="1381"/>
                  </a:cubicBezTo>
                  <a:cubicBezTo>
                    <a:pt x="1953" y="736"/>
                    <a:pt x="1705" y="135"/>
                    <a:pt x="1233" y="16"/>
                  </a:cubicBezTo>
                  <a:cubicBezTo>
                    <a:pt x="1189" y="5"/>
                    <a:pt x="1144" y="1"/>
                    <a:pt x="1099"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7"/>
            <p:cNvSpPr/>
            <p:nvPr/>
          </p:nvSpPr>
          <p:spPr>
            <a:xfrm>
              <a:off x="1503501" y="3496484"/>
              <a:ext cx="111026" cy="163505"/>
            </a:xfrm>
            <a:custGeom>
              <a:rect b="b" l="l" r="r" t="t"/>
              <a:pathLst>
                <a:path extrusionOk="0" h="2452" w="1665">
                  <a:moveTo>
                    <a:pt x="837" y="1"/>
                  </a:moveTo>
                  <a:cubicBezTo>
                    <a:pt x="385" y="1"/>
                    <a:pt x="25" y="534"/>
                    <a:pt x="13" y="1205"/>
                  </a:cubicBezTo>
                  <a:cubicBezTo>
                    <a:pt x="0" y="1875"/>
                    <a:pt x="353" y="2438"/>
                    <a:pt x="812" y="2451"/>
                  </a:cubicBezTo>
                  <a:cubicBezTo>
                    <a:pt x="817" y="2451"/>
                    <a:pt x="822" y="2451"/>
                    <a:pt x="827" y="2451"/>
                  </a:cubicBezTo>
                  <a:cubicBezTo>
                    <a:pt x="1279" y="2451"/>
                    <a:pt x="1652" y="1906"/>
                    <a:pt x="1664" y="1246"/>
                  </a:cubicBezTo>
                  <a:cubicBezTo>
                    <a:pt x="1664" y="564"/>
                    <a:pt x="1312" y="13"/>
                    <a:pt x="853" y="1"/>
                  </a:cubicBezTo>
                  <a:cubicBezTo>
                    <a:pt x="847" y="1"/>
                    <a:pt x="842"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9" name="Google Shape;659;p17"/>
            <p:cNvSpPr/>
            <p:nvPr/>
          </p:nvSpPr>
          <p:spPr>
            <a:xfrm>
              <a:off x="1541044" y="3508687"/>
              <a:ext cx="32341" cy="128631"/>
            </a:xfrm>
            <a:custGeom>
              <a:rect b="b" l="l" r="r" t="t"/>
              <a:pathLst>
                <a:path extrusionOk="0" h="1929" w="485">
                  <a:moveTo>
                    <a:pt x="290" y="16"/>
                  </a:moveTo>
                  <a:cubicBezTo>
                    <a:pt x="290" y="28"/>
                    <a:pt x="261" y="66"/>
                    <a:pt x="236" y="132"/>
                  </a:cubicBezTo>
                  <a:cubicBezTo>
                    <a:pt x="211" y="211"/>
                    <a:pt x="170" y="302"/>
                    <a:pt x="158" y="434"/>
                  </a:cubicBezTo>
                  <a:cubicBezTo>
                    <a:pt x="145" y="551"/>
                    <a:pt x="158" y="683"/>
                    <a:pt x="198" y="802"/>
                  </a:cubicBezTo>
                  <a:cubicBezTo>
                    <a:pt x="236" y="919"/>
                    <a:pt x="315" y="1022"/>
                    <a:pt x="368" y="1129"/>
                  </a:cubicBezTo>
                  <a:cubicBezTo>
                    <a:pt x="434" y="1246"/>
                    <a:pt x="485" y="1378"/>
                    <a:pt x="485" y="1494"/>
                  </a:cubicBezTo>
                  <a:cubicBezTo>
                    <a:pt x="485" y="1560"/>
                    <a:pt x="485" y="1626"/>
                    <a:pt x="459" y="1692"/>
                  </a:cubicBezTo>
                  <a:cubicBezTo>
                    <a:pt x="447" y="1746"/>
                    <a:pt x="419" y="1784"/>
                    <a:pt x="381" y="1824"/>
                  </a:cubicBezTo>
                  <a:cubicBezTo>
                    <a:pt x="327" y="1903"/>
                    <a:pt x="249" y="1928"/>
                    <a:pt x="198" y="1916"/>
                  </a:cubicBezTo>
                  <a:cubicBezTo>
                    <a:pt x="145" y="1916"/>
                    <a:pt x="132" y="1903"/>
                    <a:pt x="132" y="1875"/>
                  </a:cubicBezTo>
                  <a:cubicBezTo>
                    <a:pt x="132" y="1850"/>
                    <a:pt x="211" y="1837"/>
                    <a:pt x="277" y="1730"/>
                  </a:cubicBezTo>
                  <a:cubicBezTo>
                    <a:pt x="302" y="1680"/>
                    <a:pt x="315" y="1614"/>
                    <a:pt x="315" y="1522"/>
                  </a:cubicBezTo>
                  <a:cubicBezTo>
                    <a:pt x="302" y="1444"/>
                    <a:pt x="261" y="1337"/>
                    <a:pt x="211" y="1233"/>
                  </a:cubicBezTo>
                  <a:cubicBezTo>
                    <a:pt x="158" y="1142"/>
                    <a:pt x="79" y="1010"/>
                    <a:pt x="41" y="853"/>
                  </a:cubicBezTo>
                  <a:cubicBezTo>
                    <a:pt x="0" y="695"/>
                    <a:pt x="0" y="538"/>
                    <a:pt x="41" y="409"/>
                  </a:cubicBezTo>
                  <a:cubicBezTo>
                    <a:pt x="79" y="264"/>
                    <a:pt x="132" y="157"/>
                    <a:pt x="183" y="95"/>
                  </a:cubicBezTo>
                  <a:cubicBezTo>
                    <a:pt x="236" y="28"/>
                    <a:pt x="277" y="0"/>
                    <a:pt x="290" y="1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0" name="Google Shape;660;p17"/>
            <p:cNvSpPr/>
            <p:nvPr/>
          </p:nvSpPr>
          <p:spPr>
            <a:xfrm>
              <a:off x="1952748" y="4296486"/>
              <a:ext cx="164306" cy="154970"/>
            </a:xfrm>
            <a:custGeom>
              <a:rect b="b" l="l" r="r" t="t"/>
              <a:pathLst>
                <a:path extrusionOk="0" h="2324" w="2464">
                  <a:moveTo>
                    <a:pt x="1540" y="0"/>
                  </a:moveTo>
                  <a:cubicBezTo>
                    <a:pt x="1189" y="0"/>
                    <a:pt x="798" y="192"/>
                    <a:pt x="510" y="547"/>
                  </a:cubicBezTo>
                  <a:cubicBezTo>
                    <a:pt x="51" y="1082"/>
                    <a:pt x="0" y="1805"/>
                    <a:pt x="406" y="2145"/>
                  </a:cubicBezTo>
                  <a:cubicBezTo>
                    <a:pt x="550" y="2265"/>
                    <a:pt x="731" y="2323"/>
                    <a:pt x="923" y="2323"/>
                  </a:cubicBezTo>
                  <a:cubicBezTo>
                    <a:pt x="1274" y="2323"/>
                    <a:pt x="1664" y="2132"/>
                    <a:pt x="1950" y="1777"/>
                  </a:cubicBezTo>
                  <a:cubicBezTo>
                    <a:pt x="2410" y="1239"/>
                    <a:pt x="2463" y="519"/>
                    <a:pt x="2057" y="179"/>
                  </a:cubicBezTo>
                  <a:cubicBezTo>
                    <a:pt x="1913" y="58"/>
                    <a:pt x="1733" y="0"/>
                    <a:pt x="154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7"/>
            <p:cNvSpPr/>
            <p:nvPr/>
          </p:nvSpPr>
          <p:spPr>
            <a:xfrm>
              <a:off x="1988424" y="4317158"/>
              <a:ext cx="92755" cy="105825"/>
            </a:xfrm>
            <a:custGeom>
              <a:rect b="b" l="l" r="r" t="t"/>
              <a:pathLst>
                <a:path extrusionOk="0" h="1587" w="1391">
                  <a:moveTo>
                    <a:pt x="1390" y="26"/>
                  </a:moveTo>
                  <a:cubicBezTo>
                    <a:pt x="1390" y="39"/>
                    <a:pt x="1337" y="51"/>
                    <a:pt x="1258" y="92"/>
                  </a:cubicBezTo>
                  <a:cubicBezTo>
                    <a:pt x="1195" y="117"/>
                    <a:pt x="1088" y="183"/>
                    <a:pt x="997" y="262"/>
                  </a:cubicBezTo>
                  <a:cubicBezTo>
                    <a:pt x="906" y="353"/>
                    <a:pt x="840" y="473"/>
                    <a:pt x="786" y="602"/>
                  </a:cubicBezTo>
                  <a:cubicBezTo>
                    <a:pt x="749" y="721"/>
                    <a:pt x="749" y="866"/>
                    <a:pt x="723" y="995"/>
                  </a:cubicBezTo>
                  <a:cubicBezTo>
                    <a:pt x="708" y="1140"/>
                    <a:pt x="670" y="1272"/>
                    <a:pt x="591" y="1388"/>
                  </a:cubicBezTo>
                  <a:cubicBezTo>
                    <a:pt x="550" y="1441"/>
                    <a:pt x="500" y="1479"/>
                    <a:pt x="447" y="1520"/>
                  </a:cubicBezTo>
                  <a:cubicBezTo>
                    <a:pt x="393" y="1545"/>
                    <a:pt x="330" y="1574"/>
                    <a:pt x="277" y="1574"/>
                  </a:cubicBezTo>
                  <a:cubicBezTo>
                    <a:pt x="173" y="1586"/>
                    <a:pt x="94" y="1545"/>
                    <a:pt x="54" y="1508"/>
                  </a:cubicBezTo>
                  <a:cubicBezTo>
                    <a:pt x="0" y="1467"/>
                    <a:pt x="0" y="1441"/>
                    <a:pt x="16" y="1429"/>
                  </a:cubicBezTo>
                  <a:cubicBezTo>
                    <a:pt x="41" y="1401"/>
                    <a:pt x="120" y="1454"/>
                    <a:pt x="236" y="1416"/>
                  </a:cubicBezTo>
                  <a:cubicBezTo>
                    <a:pt x="302" y="1388"/>
                    <a:pt x="368" y="1350"/>
                    <a:pt x="409" y="1272"/>
                  </a:cubicBezTo>
                  <a:cubicBezTo>
                    <a:pt x="459" y="1193"/>
                    <a:pt x="488" y="1086"/>
                    <a:pt x="513" y="970"/>
                  </a:cubicBezTo>
                  <a:cubicBezTo>
                    <a:pt x="538" y="838"/>
                    <a:pt x="550" y="693"/>
                    <a:pt x="617" y="536"/>
                  </a:cubicBezTo>
                  <a:cubicBezTo>
                    <a:pt x="683" y="378"/>
                    <a:pt x="786" y="249"/>
                    <a:pt x="906" y="158"/>
                  </a:cubicBezTo>
                  <a:cubicBezTo>
                    <a:pt x="1022" y="80"/>
                    <a:pt x="1154" y="39"/>
                    <a:pt x="1246" y="14"/>
                  </a:cubicBezTo>
                  <a:cubicBezTo>
                    <a:pt x="1324" y="1"/>
                    <a:pt x="1390" y="14"/>
                    <a:pt x="1390" y="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7"/>
            <p:cNvSpPr/>
            <p:nvPr/>
          </p:nvSpPr>
          <p:spPr>
            <a:xfrm>
              <a:off x="1509570" y="3793425"/>
              <a:ext cx="118161" cy="171707"/>
            </a:xfrm>
            <a:custGeom>
              <a:rect b="b" l="l" r="r" t="t"/>
              <a:pathLst>
                <a:path extrusionOk="0" h="2575" w="1772">
                  <a:moveTo>
                    <a:pt x="936" y="1"/>
                  </a:moveTo>
                  <a:cubicBezTo>
                    <a:pt x="513" y="1"/>
                    <a:pt x="130" y="522"/>
                    <a:pt x="67" y="1209"/>
                  </a:cubicBezTo>
                  <a:cubicBezTo>
                    <a:pt x="0" y="1917"/>
                    <a:pt x="315" y="2533"/>
                    <a:pt x="762" y="2571"/>
                  </a:cubicBezTo>
                  <a:cubicBezTo>
                    <a:pt x="783" y="2573"/>
                    <a:pt x="804" y="2575"/>
                    <a:pt x="825" y="2575"/>
                  </a:cubicBezTo>
                  <a:cubicBezTo>
                    <a:pt x="1259" y="2575"/>
                    <a:pt x="1642" y="2054"/>
                    <a:pt x="1705" y="1366"/>
                  </a:cubicBezTo>
                  <a:cubicBezTo>
                    <a:pt x="1771" y="659"/>
                    <a:pt x="1457" y="42"/>
                    <a:pt x="998" y="5"/>
                  </a:cubicBezTo>
                  <a:cubicBezTo>
                    <a:pt x="977" y="2"/>
                    <a:pt x="957" y="1"/>
                    <a:pt x="93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7"/>
            <p:cNvSpPr/>
            <p:nvPr/>
          </p:nvSpPr>
          <p:spPr>
            <a:xfrm>
              <a:off x="1541044" y="3798960"/>
              <a:ext cx="47211" cy="153770"/>
            </a:xfrm>
            <a:custGeom>
              <a:rect b="b" l="l" r="r" t="t"/>
              <a:pathLst>
                <a:path extrusionOk="0" h="2306" w="708">
                  <a:moveTo>
                    <a:pt x="327" y="2293"/>
                  </a:moveTo>
                  <a:cubicBezTo>
                    <a:pt x="327" y="2306"/>
                    <a:pt x="261" y="2268"/>
                    <a:pt x="198" y="2189"/>
                  </a:cubicBezTo>
                  <a:cubicBezTo>
                    <a:pt x="132" y="2111"/>
                    <a:pt x="66" y="1991"/>
                    <a:pt x="25" y="1821"/>
                  </a:cubicBezTo>
                  <a:cubicBezTo>
                    <a:pt x="13" y="1743"/>
                    <a:pt x="0" y="1651"/>
                    <a:pt x="13" y="1560"/>
                  </a:cubicBezTo>
                  <a:cubicBezTo>
                    <a:pt x="13" y="1519"/>
                    <a:pt x="25" y="1466"/>
                    <a:pt x="54" y="1415"/>
                  </a:cubicBezTo>
                  <a:cubicBezTo>
                    <a:pt x="91" y="1362"/>
                    <a:pt x="132" y="1324"/>
                    <a:pt x="158" y="1296"/>
                  </a:cubicBezTo>
                  <a:cubicBezTo>
                    <a:pt x="198" y="1258"/>
                    <a:pt x="224" y="1246"/>
                    <a:pt x="249" y="1217"/>
                  </a:cubicBezTo>
                  <a:cubicBezTo>
                    <a:pt x="277" y="1192"/>
                    <a:pt x="302" y="1167"/>
                    <a:pt x="315" y="1126"/>
                  </a:cubicBezTo>
                  <a:cubicBezTo>
                    <a:pt x="368" y="1073"/>
                    <a:pt x="393" y="1010"/>
                    <a:pt x="419" y="956"/>
                  </a:cubicBezTo>
                  <a:cubicBezTo>
                    <a:pt x="526" y="708"/>
                    <a:pt x="485" y="472"/>
                    <a:pt x="434" y="302"/>
                  </a:cubicBezTo>
                  <a:cubicBezTo>
                    <a:pt x="368" y="129"/>
                    <a:pt x="302" y="38"/>
                    <a:pt x="327" y="13"/>
                  </a:cubicBezTo>
                  <a:cubicBezTo>
                    <a:pt x="340" y="0"/>
                    <a:pt x="368" y="13"/>
                    <a:pt x="419" y="38"/>
                  </a:cubicBezTo>
                  <a:cubicBezTo>
                    <a:pt x="459" y="79"/>
                    <a:pt x="526" y="129"/>
                    <a:pt x="576" y="223"/>
                  </a:cubicBezTo>
                  <a:cubicBezTo>
                    <a:pt x="629" y="315"/>
                    <a:pt x="670" y="431"/>
                    <a:pt x="695" y="576"/>
                  </a:cubicBezTo>
                  <a:cubicBezTo>
                    <a:pt x="708" y="720"/>
                    <a:pt x="683" y="878"/>
                    <a:pt x="617" y="1035"/>
                  </a:cubicBezTo>
                  <a:cubicBezTo>
                    <a:pt x="592" y="1114"/>
                    <a:pt x="551" y="1192"/>
                    <a:pt x="485" y="1258"/>
                  </a:cubicBezTo>
                  <a:cubicBezTo>
                    <a:pt x="459" y="1296"/>
                    <a:pt x="434" y="1324"/>
                    <a:pt x="393" y="1362"/>
                  </a:cubicBezTo>
                  <a:cubicBezTo>
                    <a:pt x="356" y="1387"/>
                    <a:pt x="315" y="1415"/>
                    <a:pt x="290" y="1441"/>
                  </a:cubicBezTo>
                  <a:cubicBezTo>
                    <a:pt x="249" y="1466"/>
                    <a:pt x="224" y="1482"/>
                    <a:pt x="211" y="1507"/>
                  </a:cubicBezTo>
                  <a:cubicBezTo>
                    <a:pt x="198" y="1519"/>
                    <a:pt x="183" y="1560"/>
                    <a:pt x="183" y="1585"/>
                  </a:cubicBezTo>
                  <a:cubicBezTo>
                    <a:pt x="170" y="1664"/>
                    <a:pt x="158" y="1730"/>
                    <a:pt x="170" y="1809"/>
                  </a:cubicBezTo>
                  <a:cubicBezTo>
                    <a:pt x="170" y="1953"/>
                    <a:pt x="224" y="2070"/>
                    <a:pt x="261" y="2148"/>
                  </a:cubicBezTo>
                  <a:cubicBezTo>
                    <a:pt x="302" y="2240"/>
                    <a:pt x="340" y="2280"/>
                    <a:pt x="327" y="229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7"/>
            <p:cNvSpPr/>
            <p:nvPr/>
          </p:nvSpPr>
          <p:spPr>
            <a:xfrm>
              <a:off x="1384538" y="3661725"/>
              <a:ext cx="143567" cy="119695"/>
            </a:xfrm>
            <a:custGeom>
              <a:rect b="b" l="l" r="r" t="t"/>
              <a:pathLst>
                <a:path extrusionOk="0" h="1795" w="2153">
                  <a:moveTo>
                    <a:pt x="784" y="1"/>
                  </a:moveTo>
                  <a:cubicBezTo>
                    <a:pt x="578" y="1"/>
                    <a:pt x="396" y="73"/>
                    <a:pt x="278" y="221"/>
                  </a:cubicBezTo>
                  <a:cubicBezTo>
                    <a:pt x="1" y="552"/>
                    <a:pt x="146" y="1115"/>
                    <a:pt x="592" y="1479"/>
                  </a:cubicBezTo>
                  <a:cubicBezTo>
                    <a:pt x="828" y="1688"/>
                    <a:pt x="1109" y="1794"/>
                    <a:pt x="1359" y="1794"/>
                  </a:cubicBezTo>
                  <a:cubicBezTo>
                    <a:pt x="1566" y="1794"/>
                    <a:pt x="1752" y="1722"/>
                    <a:pt x="1875" y="1574"/>
                  </a:cubicBezTo>
                  <a:cubicBezTo>
                    <a:pt x="2152" y="1244"/>
                    <a:pt x="2008" y="681"/>
                    <a:pt x="1561" y="316"/>
                  </a:cubicBezTo>
                  <a:cubicBezTo>
                    <a:pt x="1316" y="107"/>
                    <a:pt x="1033" y="1"/>
                    <a:pt x="78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7"/>
            <p:cNvSpPr/>
            <p:nvPr/>
          </p:nvSpPr>
          <p:spPr>
            <a:xfrm>
              <a:off x="1411612" y="3679997"/>
              <a:ext cx="96356" cy="72684"/>
            </a:xfrm>
            <a:custGeom>
              <a:rect b="b" l="l" r="r" t="t"/>
              <a:pathLst>
                <a:path extrusionOk="0" h="1090" w="1445">
                  <a:moveTo>
                    <a:pt x="29" y="1"/>
                  </a:moveTo>
                  <a:cubicBezTo>
                    <a:pt x="42" y="1"/>
                    <a:pt x="54" y="42"/>
                    <a:pt x="67" y="120"/>
                  </a:cubicBezTo>
                  <a:cubicBezTo>
                    <a:pt x="95" y="199"/>
                    <a:pt x="120" y="290"/>
                    <a:pt x="186" y="381"/>
                  </a:cubicBezTo>
                  <a:cubicBezTo>
                    <a:pt x="252" y="473"/>
                    <a:pt x="344" y="551"/>
                    <a:pt x="447" y="564"/>
                  </a:cubicBezTo>
                  <a:cubicBezTo>
                    <a:pt x="488" y="576"/>
                    <a:pt x="539" y="564"/>
                    <a:pt x="605" y="551"/>
                  </a:cubicBezTo>
                  <a:cubicBezTo>
                    <a:pt x="658" y="539"/>
                    <a:pt x="737" y="526"/>
                    <a:pt x="803" y="526"/>
                  </a:cubicBezTo>
                  <a:cubicBezTo>
                    <a:pt x="932" y="526"/>
                    <a:pt x="1051" y="551"/>
                    <a:pt x="1155" y="605"/>
                  </a:cubicBezTo>
                  <a:cubicBezTo>
                    <a:pt x="1208" y="630"/>
                    <a:pt x="1246" y="655"/>
                    <a:pt x="1300" y="696"/>
                  </a:cubicBezTo>
                  <a:cubicBezTo>
                    <a:pt x="1337" y="734"/>
                    <a:pt x="1366" y="775"/>
                    <a:pt x="1391" y="812"/>
                  </a:cubicBezTo>
                  <a:cubicBezTo>
                    <a:pt x="1444" y="891"/>
                    <a:pt x="1444" y="985"/>
                    <a:pt x="1432" y="1036"/>
                  </a:cubicBezTo>
                  <a:cubicBezTo>
                    <a:pt x="1403" y="1089"/>
                    <a:pt x="1378" y="1089"/>
                    <a:pt x="1366" y="1089"/>
                  </a:cubicBezTo>
                  <a:cubicBezTo>
                    <a:pt x="1337" y="1076"/>
                    <a:pt x="1337" y="1048"/>
                    <a:pt x="1337" y="1023"/>
                  </a:cubicBezTo>
                  <a:cubicBezTo>
                    <a:pt x="1325" y="998"/>
                    <a:pt x="1300" y="957"/>
                    <a:pt x="1259" y="907"/>
                  </a:cubicBezTo>
                  <a:cubicBezTo>
                    <a:pt x="1221" y="866"/>
                    <a:pt x="1168" y="828"/>
                    <a:pt x="1076" y="800"/>
                  </a:cubicBezTo>
                  <a:cubicBezTo>
                    <a:pt x="998" y="762"/>
                    <a:pt x="907" y="749"/>
                    <a:pt x="803" y="749"/>
                  </a:cubicBezTo>
                  <a:cubicBezTo>
                    <a:pt x="749" y="749"/>
                    <a:pt x="708" y="749"/>
                    <a:pt x="645" y="762"/>
                  </a:cubicBezTo>
                  <a:cubicBezTo>
                    <a:pt x="605" y="762"/>
                    <a:pt x="567" y="775"/>
                    <a:pt x="526" y="775"/>
                  </a:cubicBezTo>
                  <a:cubicBezTo>
                    <a:pt x="488" y="775"/>
                    <a:pt x="447" y="762"/>
                    <a:pt x="410" y="749"/>
                  </a:cubicBezTo>
                  <a:cubicBezTo>
                    <a:pt x="237" y="708"/>
                    <a:pt x="120" y="576"/>
                    <a:pt x="67" y="447"/>
                  </a:cubicBezTo>
                  <a:cubicBezTo>
                    <a:pt x="16" y="328"/>
                    <a:pt x="1" y="212"/>
                    <a:pt x="1" y="133"/>
                  </a:cubicBezTo>
                  <a:cubicBezTo>
                    <a:pt x="1" y="54"/>
                    <a:pt x="16" y="1"/>
                    <a:pt x="29"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7"/>
            <p:cNvSpPr/>
            <p:nvPr/>
          </p:nvSpPr>
          <p:spPr>
            <a:xfrm>
              <a:off x="2080247" y="3953466"/>
              <a:ext cx="204582" cy="123896"/>
            </a:xfrm>
            <a:custGeom>
              <a:rect b="b" l="l" r="r" t="t"/>
              <a:pathLst>
                <a:path extrusionOk="0" h="1858" w="3068">
                  <a:moveTo>
                    <a:pt x="2333" y="0"/>
                  </a:moveTo>
                  <a:cubicBezTo>
                    <a:pt x="2069" y="0"/>
                    <a:pt x="1734" y="95"/>
                    <a:pt x="1363" y="224"/>
                  </a:cubicBezTo>
                  <a:cubicBezTo>
                    <a:pt x="605" y="473"/>
                    <a:pt x="1" y="762"/>
                    <a:pt x="170" y="1272"/>
                  </a:cubicBezTo>
                  <a:cubicBezTo>
                    <a:pt x="291" y="1643"/>
                    <a:pt x="707" y="1858"/>
                    <a:pt x="1204" y="1858"/>
                  </a:cubicBezTo>
                  <a:cubicBezTo>
                    <a:pt x="1409" y="1858"/>
                    <a:pt x="1629" y="1821"/>
                    <a:pt x="1847" y="1744"/>
                  </a:cubicBezTo>
                  <a:cubicBezTo>
                    <a:pt x="2595" y="1495"/>
                    <a:pt x="3067" y="866"/>
                    <a:pt x="2885" y="357"/>
                  </a:cubicBezTo>
                  <a:cubicBezTo>
                    <a:pt x="2798" y="98"/>
                    <a:pt x="2602" y="0"/>
                    <a:pt x="233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7"/>
            <p:cNvSpPr/>
            <p:nvPr/>
          </p:nvSpPr>
          <p:spPr>
            <a:xfrm>
              <a:off x="2101253" y="3969270"/>
              <a:ext cx="150436" cy="55213"/>
            </a:xfrm>
            <a:custGeom>
              <a:rect b="b" l="l" r="r" t="t"/>
              <a:pathLst>
                <a:path extrusionOk="0" h="828" w="2256">
                  <a:moveTo>
                    <a:pt x="0" y="749"/>
                  </a:moveTo>
                  <a:cubicBezTo>
                    <a:pt x="0" y="736"/>
                    <a:pt x="54" y="736"/>
                    <a:pt x="145" y="736"/>
                  </a:cubicBezTo>
                  <a:cubicBezTo>
                    <a:pt x="236" y="736"/>
                    <a:pt x="352" y="708"/>
                    <a:pt x="485" y="683"/>
                  </a:cubicBezTo>
                  <a:cubicBezTo>
                    <a:pt x="746" y="604"/>
                    <a:pt x="1076" y="484"/>
                    <a:pt x="1324" y="393"/>
                  </a:cubicBezTo>
                  <a:cubicBezTo>
                    <a:pt x="1809" y="186"/>
                    <a:pt x="2202" y="0"/>
                    <a:pt x="2240" y="54"/>
                  </a:cubicBezTo>
                  <a:cubicBezTo>
                    <a:pt x="2255" y="79"/>
                    <a:pt x="2177" y="170"/>
                    <a:pt x="2032" y="264"/>
                  </a:cubicBezTo>
                  <a:cubicBezTo>
                    <a:pt x="1887" y="368"/>
                    <a:pt x="1664" y="484"/>
                    <a:pt x="1403" y="591"/>
                  </a:cubicBezTo>
                  <a:cubicBezTo>
                    <a:pt x="1154" y="695"/>
                    <a:pt x="799" y="786"/>
                    <a:pt x="510" y="815"/>
                  </a:cubicBezTo>
                  <a:cubicBezTo>
                    <a:pt x="368" y="827"/>
                    <a:pt x="236" y="827"/>
                    <a:pt x="145" y="815"/>
                  </a:cubicBezTo>
                  <a:cubicBezTo>
                    <a:pt x="38" y="786"/>
                    <a:pt x="0" y="749"/>
                    <a:pt x="0" y="74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8" name="Google Shape;668;p17"/>
            <p:cNvSpPr/>
            <p:nvPr/>
          </p:nvSpPr>
          <p:spPr>
            <a:xfrm>
              <a:off x="2017365" y="4139580"/>
              <a:ext cx="143301" cy="148035"/>
            </a:xfrm>
            <a:custGeom>
              <a:rect b="b" l="l" r="r" t="t"/>
              <a:pathLst>
                <a:path extrusionOk="0" h="2220" w="2149">
                  <a:moveTo>
                    <a:pt x="773" y="0"/>
                  </a:moveTo>
                  <a:cubicBezTo>
                    <a:pt x="641" y="0"/>
                    <a:pt x="515" y="35"/>
                    <a:pt x="406" y="107"/>
                  </a:cubicBezTo>
                  <a:cubicBezTo>
                    <a:pt x="13" y="368"/>
                    <a:pt x="0" y="1025"/>
                    <a:pt x="368" y="1588"/>
                  </a:cubicBezTo>
                  <a:cubicBezTo>
                    <a:pt x="632" y="1986"/>
                    <a:pt x="1027" y="2220"/>
                    <a:pt x="1375" y="2220"/>
                  </a:cubicBezTo>
                  <a:cubicBezTo>
                    <a:pt x="1508" y="2220"/>
                    <a:pt x="1634" y="2186"/>
                    <a:pt x="1743" y="2114"/>
                  </a:cubicBezTo>
                  <a:cubicBezTo>
                    <a:pt x="2136" y="1849"/>
                    <a:pt x="2148" y="1183"/>
                    <a:pt x="1783" y="632"/>
                  </a:cubicBezTo>
                  <a:cubicBezTo>
                    <a:pt x="1517" y="234"/>
                    <a:pt x="1121" y="0"/>
                    <a:pt x="77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9" name="Google Shape;669;p17"/>
            <p:cNvSpPr/>
            <p:nvPr/>
          </p:nvSpPr>
          <p:spPr>
            <a:xfrm>
              <a:off x="1568118" y="3638320"/>
              <a:ext cx="205382" cy="123629"/>
            </a:xfrm>
            <a:custGeom>
              <a:rect b="b" l="l" r="r" t="t"/>
              <a:pathLst>
                <a:path extrusionOk="0" h="1854" w="3080">
                  <a:moveTo>
                    <a:pt x="2353" y="1"/>
                  </a:moveTo>
                  <a:cubicBezTo>
                    <a:pt x="2088" y="1"/>
                    <a:pt x="1750" y="96"/>
                    <a:pt x="1378" y="220"/>
                  </a:cubicBezTo>
                  <a:cubicBezTo>
                    <a:pt x="616" y="469"/>
                    <a:pt x="0" y="758"/>
                    <a:pt x="186" y="1267"/>
                  </a:cubicBezTo>
                  <a:cubicBezTo>
                    <a:pt x="306" y="1639"/>
                    <a:pt x="720" y="1853"/>
                    <a:pt x="1217" y="1853"/>
                  </a:cubicBezTo>
                  <a:cubicBezTo>
                    <a:pt x="1423" y="1853"/>
                    <a:pt x="1643" y="1817"/>
                    <a:pt x="1862" y="1739"/>
                  </a:cubicBezTo>
                  <a:cubicBezTo>
                    <a:pt x="2607" y="1491"/>
                    <a:pt x="3079" y="862"/>
                    <a:pt x="2897" y="352"/>
                  </a:cubicBezTo>
                  <a:cubicBezTo>
                    <a:pt x="2812" y="96"/>
                    <a:pt x="2618" y="1"/>
                    <a:pt x="235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0" name="Google Shape;670;p17"/>
            <p:cNvSpPr/>
            <p:nvPr/>
          </p:nvSpPr>
          <p:spPr>
            <a:xfrm>
              <a:off x="1589923" y="3653790"/>
              <a:ext cx="150436" cy="55213"/>
            </a:xfrm>
            <a:custGeom>
              <a:rect b="b" l="l" r="r" t="t"/>
              <a:pathLst>
                <a:path extrusionOk="0" h="828" w="2256">
                  <a:moveTo>
                    <a:pt x="0" y="749"/>
                  </a:moveTo>
                  <a:cubicBezTo>
                    <a:pt x="0" y="734"/>
                    <a:pt x="54" y="749"/>
                    <a:pt x="145" y="734"/>
                  </a:cubicBezTo>
                  <a:cubicBezTo>
                    <a:pt x="236" y="734"/>
                    <a:pt x="343" y="708"/>
                    <a:pt x="488" y="683"/>
                  </a:cubicBezTo>
                  <a:cubicBezTo>
                    <a:pt x="749" y="605"/>
                    <a:pt x="1076" y="498"/>
                    <a:pt x="1324" y="394"/>
                  </a:cubicBezTo>
                  <a:cubicBezTo>
                    <a:pt x="1809" y="183"/>
                    <a:pt x="2202" y="1"/>
                    <a:pt x="2230" y="54"/>
                  </a:cubicBezTo>
                  <a:cubicBezTo>
                    <a:pt x="2255" y="92"/>
                    <a:pt x="2177" y="171"/>
                    <a:pt x="2032" y="262"/>
                  </a:cubicBezTo>
                  <a:cubicBezTo>
                    <a:pt x="1887" y="369"/>
                    <a:pt x="1667" y="485"/>
                    <a:pt x="1403" y="592"/>
                  </a:cubicBezTo>
                  <a:cubicBezTo>
                    <a:pt x="1154" y="696"/>
                    <a:pt x="802" y="787"/>
                    <a:pt x="513" y="812"/>
                  </a:cubicBezTo>
                  <a:cubicBezTo>
                    <a:pt x="368" y="828"/>
                    <a:pt x="236" y="828"/>
                    <a:pt x="132" y="812"/>
                  </a:cubicBezTo>
                  <a:cubicBezTo>
                    <a:pt x="41" y="787"/>
                    <a:pt x="0" y="749"/>
                    <a:pt x="0" y="74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1" name="Google Shape;671;p17"/>
            <p:cNvSpPr/>
            <p:nvPr/>
          </p:nvSpPr>
          <p:spPr>
            <a:xfrm>
              <a:off x="1753498" y="3981740"/>
              <a:ext cx="144968" cy="170040"/>
            </a:xfrm>
            <a:custGeom>
              <a:rect b="b" l="l" r="r" t="t"/>
              <a:pathLst>
                <a:path extrusionOk="0" h="2550" w="2174">
                  <a:moveTo>
                    <a:pt x="1218" y="1"/>
                  </a:moveTo>
                  <a:cubicBezTo>
                    <a:pt x="766" y="1"/>
                    <a:pt x="320" y="420"/>
                    <a:pt x="170" y="1033"/>
                  </a:cubicBezTo>
                  <a:cubicBezTo>
                    <a:pt x="0" y="1728"/>
                    <a:pt x="261" y="2395"/>
                    <a:pt x="771" y="2527"/>
                  </a:cubicBezTo>
                  <a:cubicBezTo>
                    <a:pt x="831" y="2542"/>
                    <a:pt x="891" y="2550"/>
                    <a:pt x="951" y="2550"/>
                  </a:cubicBezTo>
                  <a:cubicBezTo>
                    <a:pt x="1407" y="2550"/>
                    <a:pt x="1854" y="2132"/>
                    <a:pt x="2004" y="1518"/>
                  </a:cubicBezTo>
                  <a:cubicBezTo>
                    <a:pt x="2174" y="823"/>
                    <a:pt x="1913" y="156"/>
                    <a:pt x="1400" y="24"/>
                  </a:cubicBezTo>
                  <a:cubicBezTo>
                    <a:pt x="1340" y="8"/>
                    <a:pt x="1279" y="1"/>
                    <a:pt x="12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2" name="Google Shape;672;p17"/>
            <p:cNvSpPr/>
            <p:nvPr/>
          </p:nvSpPr>
          <p:spPr>
            <a:xfrm>
              <a:off x="1808445" y="4006813"/>
              <a:ext cx="42010" cy="130298"/>
            </a:xfrm>
            <a:custGeom>
              <a:rect b="b" l="l" r="r" t="t"/>
              <a:pathLst>
                <a:path extrusionOk="0" h="1954" w="630">
                  <a:moveTo>
                    <a:pt x="0" y="1953"/>
                  </a:moveTo>
                  <a:cubicBezTo>
                    <a:pt x="0" y="1941"/>
                    <a:pt x="41" y="1903"/>
                    <a:pt x="79" y="1837"/>
                  </a:cubicBezTo>
                  <a:cubicBezTo>
                    <a:pt x="133" y="1771"/>
                    <a:pt x="199" y="1680"/>
                    <a:pt x="236" y="1560"/>
                  </a:cubicBezTo>
                  <a:cubicBezTo>
                    <a:pt x="290" y="1444"/>
                    <a:pt x="302" y="1299"/>
                    <a:pt x="290" y="1167"/>
                  </a:cubicBezTo>
                  <a:cubicBezTo>
                    <a:pt x="261" y="1038"/>
                    <a:pt x="211" y="906"/>
                    <a:pt x="170" y="774"/>
                  </a:cubicBezTo>
                  <a:cubicBezTo>
                    <a:pt x="133" y="645"/>
                    <a:pt x="104" y="500"/>
                    <a:pt x="133" y="368"/>
                  </a:cubicBezTo>
                  <a:cubicBezTo>
                    <a:pt x="145" y="302"/>
                    <a:pt x="158" y="236"/>
                    <a:pt x="199" y="186"/>
                  </a:cubicBezTo>
                  <a:cubicBezTo>
                    <a:pt x="236" y="132"/>
                    <a:pt x="277" y="94"/>
                    <a:pt x="315" y="66"/>
                  </a:cubicBezTo>
                  <a:cubicBezTo>
                    <a:pt x="406" y="0"/>
                    <a:pt x="497" y="0"/>
                    <a:pt x="551" y="16"/>
                  </a:cubicBezTo>
                  <a:cubicBezTo>
                    <a:pt x="604" y="28"/>
                    <a:pt x="629" y="54"/>
                    <a:pt x="629" y="79"/>
                  </a:cubicBezTo>
                  <a:cubicBezTo>
                    <a:pt x="617" y="107"/>
                    <a:pt x="513" y="94"/>
                    <a:pt x="419" y="186"/>
                  </a:cubicBezTo>
                  <a:cubicBezTo>
                    <a:pt x="381" y="236"/>
                    <a:pt x="340" y="302"/>
                    <a:pt x="328" y="393"/>
                  </a:cubicBezTo>
                  <a:cubicBezTo>
                    <a:pt x="328" y="488"/>
                    <a:pt x="340" y="591"/>
                    <a:pt x="381" y="708"/>
                  </a:cubicBezTo>
                  <a:cubicBezTo>
                    <a:pt x="406" y="827"/>
                    <a:pt x="460" y="985"/>
                    <a:pt x="472" y="1154"/>
                  </a:cubicBezTo>
                  <a:cubicBezTo>
                    <a:pt x="485" y="1324"/>
                    <a:pt x="434" y="1481"/>
                    <a:pt x="368" y="1614"/>
                  </a:cubicBezTo>
                  <a:cubicBezTo>
                    <a:pt x="302" y="1746"/>
                    <a:pt x="211" y="1837"/>
                    <a:pt x="133" y="1887"/>
                  </a:cubicBezTo>
                  <a:cubicBezTo>
                    <a:pt x="66" y="1941"/>
                    <a:pt x="13" y="1953"/>
                    <a:pt x="0" y="195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3" name="Google Shape;673;p17"/>
            <p:cNvSpPr/>
            <p:nvPr/>
          </p:nvSpPr>
          <p:spPr>
            <a:xfrm>
              <a:off x="1864459" y="3698868"/>
              <a:ext cx="179176" cy="145435"/>
            </a:xfrm>
            <a:custGeom>
              <a:rect b="b" l="l" r="r" t="t"/>
              <a:pathLst>
                <a:path extrusionOk="0" h="2181" w="2687">
                  <a:moveTo>
                    <a:pt x="992" y="1"/>
                  </a:moveTo>
                  <a:cubicBezTo>
                    <a:pt x="710" y="1"/>
                    <a:pt x="462" y="103"/>
                    <a:pt x="315" y="309"/>
                  </a:cubicBezTo>
                  <a:cubicBezTo>
                    <a:pt x="0" y="727"/>
                    <a:pt x="208" y="1423"/>
                    <a:pt x="774" y="1853"/>
                  </a:cubicBezTo>
                  <a:cubicBezTo>
                    <a:pt x="1064" y="2072"/>
                    <a:pt x="1387" y="2181"/>
                    <a:pt x="1677" y="2181"/>
                  </a:cubicBezTo>
                  <a:cubicBezTo>
                    <a:pt x="1963" y="2181"/>
                    <a:pt x="2216" y="2075"/>
                    <a:pt x="2372" y="1866"/>
                  </a:cubicBezTo>
                  <a:cubicBezTo>
                    <a:pt x="2686" y="1448"/>
                    <a:pt x="2476" y="753"/>
                    <a:pt x="1913" y="334"/>
                  </a:cubicBezTo>
                  <a:cubicBezTo>
                    <a:pt x="1618" y="112"/>
                    <a:pt x="1286" y="1"/>
                    <a:pt x="99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7"/>
            <p:cNvSpPr/>
            <p:nvPr/>
          </p:nvSpPr>
          <p:spPr>
            <a:xfrm>
              <a:off x="1902802" y="3727209"/>
              <a:ext cx="110226" cy="88354"/>
            </a:xfrm>
            <a:custGeom>
              <a:rect b="b" l="l" r="r" t="t"/>
              <a:pathLst>
                <a:path extrusionOk="0" h="1325" w="1653">
                  <a:moveTo>
                    <a:pt x="1639" y="1312"/>
                  </a:moveTo>
                  <a:cubicBezTo>
                    <a:pt x="1627" y="1325"/>
                    <a:pt x="1599" y="1271"/>
                    <a:pt x="1561" y="1193"/>
                  </a:cubicBezTo>
                  <a:cubicBezTo>
                    <a:pt x="1520" y="1126"/>
                    <a:pt x="1457" y="1023"/>
                    <a:pt x="1363" y="944"/>
                  </a:cubicBezTo>
                  <a:cubicBezTo>
                    <a:pt x="1271" y="853"/>
                    <a:pt x="1155" y="787"/>
                    <a:pt x="1023" y="749"/>
                  </a:cubicBezTo>
                  <a:cubicBezTo>
                    <a:pt x="891" y="721"/>
                    <a:pt x="749" y="721"/>
                    <a:pt x="617" y="708"/>
                  </a:cubicBezTo>
                  <a:cubicBezTo>
                    <a:pt x="485" y="696"/>
                    <a:pt x="340" y="655"/>
                    <a:pt x="237" y="576"/>
                  </a:cubicBezTo>
                  <a:cubicBezTo>
                    <a:pt x="171" y="551"/>
                    <a:pt x="120" y="497"/>
                    <a:pt x="92" y="447"/>
                  </a:cubicBezTo>
                  <a:cubicBezTo>
                    <a:pt x="54" y="394"/>
                    <a:pt x="26" y="340"/>
                    <a:pt x="26" y="290"/>
                  </a:cubicBezTo>
                  <a:cubicBezTo>
                    <a:pt x="1" y="183"/>
                    <a:pt x="26" y="92"/>
                    <a:pt x="67" y="54"/>
                  </a:cubicBezTo>
                  <a:cubicBezTo>
                    <a:pt x="105" y="0"/>
                    <a:pt x="133" y="0"/>
                    <a:pt x="145" y="13"/>
                  </a:cubicBezTo>
                  <a:cubicBezTo>
                    <a:pt x="171" y="26"/>
                    <a:pt x="120" y="120"/>
                    <a:pt x="171" y="236"/>
                  </a:cubicBezTo>
                  <a:cubicBezTo>
                    <a:pt x="199" y="302"/>
                    <a:pt x="249" y="356"/>
                    <a:pt x="328" y="406"/>
                  </a:cubicBezTo>
                  <a:cubicBezTo>
                    <a:pt x="407" y="447"/>
                    <a:pt x="513" y="472"/>
                    <a:pt x="642" y="485"/>
                  </a:cubicBezTo>
                  <a:cubicBezTo>
                    <a:pt x="762" y="497"/>
                    <a:pt x="919" y="513"/>
                    <a:pt x="1076" y="563"/>
                  </a:cubicBezTo>
                  <a:cubicBezTo>
                    <a:pt x="1234" y="617"/>
                    <a:pt x="1378" y="733"/>
                    <a:pt x="1470" y="840"/>
                  </a:cubicBezTo>
                  <a:cubicBezTo>
                    <a:pt x="1561" y="957"/>
                    <a:pt x="1614" y="1076"/>
                    <a:pt x="1627" y="1167"/>
                  </a:cubicBezTo>
                  <a:cubicBezTo>
                    <a:pt x="1652" y="1259"/>
                    <a:pt x="1639" y="1312"/>
                    <a:pt x="1639" y="131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5" name="Google Shape;675;p17"/>
            <p:cNvSpPr/>
            <p:nvPr/>
          </p:nvSpPr>
          <p:spPr>
            <a:xfrm>
              <a:off x="1870528" y="4075897"/>
              <a:ext cx="187111" cy="160972"/>
            </a:xfrm>
            <a:custGeom>
              <a:rect b="b" l="l" r="r" t="t"/>
              <a:pathLst>
                <a:path extrusionOk="0" h="2414" w="2806">
                  <a:moveTo>
                    <a:pt x="1843" y="0"/>
                  </a:moveTo>
                  <a:cubicBezTo>
                    <a:pt x="1480" y="0"/>
                    <a:pt x="1056" y="189"/>
                    <a:pt x="708" y="537"/>
                  </a:cubicBezTo>
                  <a:cubicBezTo>
                    <a:pt x="145" y="1103"/>
                    <a:pt x="0" y="1861"/>
                    <a:pt x="381" y="2254"/>
                  </a:cubicBezTo>
                  <a:cubicBezTo>
                    <a:pt x="488" y="2365"/>
                    <a:pt x="604" y="2413"/>
                    <a:pt x="727" y="2413"/>
                  </a:cubicBezTo>
                  <a:cubicBezTo>
                    <a:pt x="1041" y="2413"/>
                    <a:pt x="1405" y="2099"/>
                    <a:pt x="1809" y="1704"/>
                  </a:cubicBezTo>
                  <a:cubicBezTo>
                    <a:pt x="2372" y="1141"/>
                    <a:pt x="2806" y="615"/>
                    <a:pt x="2413" y="222"/>
                  </a:cubicBezTo>
                  <a:cubicBezTo>
                    <a:pt x="2268" y="72"/>
                    <a:pt x="2067" y="0"/>
                    <a:pt x="184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6" name="Google Shape;676;p17"/>
            <p:cNvSpPr/>
            <p:nvPr/>
          </p:nvSpPr>
          <p:spPr>
            <a:xfrm>
              <a:off x="1916006" y="4111639"/>
              <a:ext cx="116294" cy="110159"/>
            </a:xfrm>
            <a:custGeom>
              <a:rect b="b" l="l" r="r" t="t"/>
              <a:pathLst>
                <a:path extrusionOk="0" h="1652" w="1744">
                  <a:moveTo>
                    <a:pt x="1743" y="29"/>
                  </a:moveTo>
                  <a:cubicBezTo>
                    <a:pt x="1743" y="42"/>
                    <a:pt x="1690" y="54"/>
                    <a:pt x="1611" y="95"/>
                  </a:cubicBezTo>
                  <a:cubicBezTo>
                    <a:pt x="1533" y="133"/>
                    <a:pt x="1441" y="199"/>
                    <a:pt x="1338" y="290"/>
                  </a:cubicBezTo>
                  <a:cubicBezTo>
                    <a:pt x="1127" y="472"/>
                    <a:pt x="878" y="724"/>
                    <a:pt x="709" y="919"/>
                  </a:cubicBezTo>
                  <a:cubicBezTo>
                    <a:pt x="353" y="1312"/>
                    <a:pt x="92" y="1652"/>
                    <a:pt x="26" y="1627"/>
                  </a:cubicBezTo>
                  <a:cubicBezTo>
                    <a:pt x="1" y="1602"/>
                    <a:pt x="39" y="1495"/>
                    <a:pt x="117" y="1337"/>
                  </a:cubicBezTo>
                  <a:cubicBezTo>
                    <a:pt x="209" y="1180"/>
                    <a:pt x="353" y="985"/>
                    <a:pt x="551" y="774"/>
                  </a:cubicBezTo>
                  <a:cubicBezTo>
                    <a:pt x="734" y="567"/>
                    <a:pt x="1007" y="343"/>
                    <a:pt x="1243" y="186"/>
                  </a:cubicBezTo>
                  <a:cubicBezTo>
                    <a:pt x="1363" y="108"/>
                    <a:pt x="1495" y="42"/>
                    <a:pt x="1586" y="29"/>
                  </a:cubicBezTo>
                  <a:cubicBezTo>
                    <a:pt x="1677" y="1"/>
                    <a:pt x="1743" y="16"/>
                    <a:pt x="1743" y="2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7"/>
            <p:cNvSpPr/>
            <p:nvPr/>
          </p:nvSpPr>
          <p:spPr>
            <a:xfrm>
              <a:off x="1874062" y="3867844"/>
              <a:ext cx="168707" cy="128430"/>
            </a:xfrm>
            <a:custGeom>
              <a:rect b="b" l="l" r="r" t="t"/>
              <a:pathLst>
                <a:path extrusionOk="0" h="1926" w="2530">
                  <a:moveTo>
                    <a:pt x="937" y="0"/>
                  </a:moveTo>
                  <a:cubicBezTo>
                    <a:pt x="632" y="0"/>
                    <a:pt x="369" y="120"/>
                    <a:pt x="237" y="354"/>
                  </a:cubicBezTo>
                  <a:cubicBezTo>
                    <a:pt x="1" y="763"/>
                    <a:pt x="262" y="1364"/>
                    <a:pt x="838" y="1707"/>
                  </a:cubicBezTo>
                  <a:cubicBezTo>
                    <a:pt x="1082" y="1854"/>
                    <a:pt x="1344" y="1925"/>
                    <a:pt x="1582" y="1925"/>
                  </a:cubicBezTo>
                  <a:cubicBezTo>
                    <a:pt x="1892" y="1925"/>
                    <a:pt x="2160" y="1804"/>
                    <a:pt x="2294" y="1575"/>
                  </a:cubicBezTo>
                  <a:cubicBezTo>
                    <a:pt x="2530" y="1169"/>
                    <a:pt x="2265" y="565"/>
                    <a:pt x="1690" y="225"/>
                  </a:cubicBezTo>
                  <a:cubicBezTo>
                    <a:pt x="1442" y="74"/>
                    <a:pt x="1177" y="0"/>
                    <a:pt x="937"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7"/>
            <p:cNvSpPr/>
            <p:nvPr/>
          </p:nvSpPr>
          <p:spPr>
            <a:xfrm>
              <a:off x="1669610" y="3775354"/>
              <a:ext cx="186111" cy="160571"/>
            </a:xfrm>
            <a:custGeom>
              <a:rect b="b" l="l" r="r" t="t"/>
              <a:pathLst>
                <a:path extrusionOk="0" h="2408" w="2791">
                  <a:moveTo>
                    <a:pt x="1841" y="0"/>
                  </a:moveTo>
                  <a:cubicBezTo>
                    <a:pt x="1479" y="0"/>
                    <a:pt x="1056" y="188"/>
                    <a:pt x="708" y="537"/>
                  </a:cubicBezTo>
                  <a:cubicBezTo>
                    <a:pt x="142" y="1100"/>
                    <a:pt x="0" y="1861"/>
                    <a:pt x="378" y="2254"/>
                  </a:cubicBezTo>
                  <a:cubicBezTo>
                    <a:pt x="485" y="2361"/>
                    <a:pt x="599" y="2408"/>
                    <a:pt x="722" y="2408"/>
                  </a:cubicBezTo>
                  <a:cubicBezTo>
                    <a:pt x="1037" y="2408"/>
                    <a:pt x="1402" y="2099"/>
                    <a:pt x="1809" y="1703"/>
                  </a:cubicBezTo>
                  <a:cubicBezTo>
                    <a:pt x="2372" y="1140"/>
                    <a:pt x="2790" y="615"/>
                    <a:pt x="2410" y="222"/>
                  </a:cubicBezTo>
                  <a:cubicBezTo>
                    <a:pt x="2264" y="72"/>
                    <a:pt x="2064" y="0"/>
                    <a:pt x="184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7"/>
            <p:cNvSpPr/>
            <p:nvPr/>
          </p:nvSpPr>
          <p:spPr>
            <a:xfrm>
              <a:off x="1714888" y="3811097"/>
              <a:ext cx="116294" cy="110159"/>
            </a:xfrm>
            <a:custGeom>
              <a:rect b="b" l="l" r="r" t="t"/>
              <a:pathLst>
                <a:path extrusionOk="0" h="1652" w="1744">
                  <a:moveTo>
                    <a:pt x="1743" y="26"/>
                  </a:moveTo>
                  <a:cubicBezTo>
                    <a:pt x="1743" y="41"/>
                    <a:pt x="1693" y="54"/>
                    <a:pt x="1614" y="92"/>
                  </a:cubicBezTo>
                  <a:cubicBezTo>
                    <a:pt x="1536" y="133"/>
                    <a:pt x="1444" y="199"/>
                    <a:pt x="1337" y="290"/>
                  </a:cubicBezTo>
                  <a:cubicBezTo>
                    <a:pt x="1130" y="472"/>
                    <a:pt x="878" y="721"/>
                    <a:pt x="708" y="919"/>
                  </a:cubicBezTo>
                  <a:cubicBezTo>
                    <a:pt x="356" y="1312"/>
                    <a:pt x="92" y="1652"/>
                    <a:pt x="29" y="1627"/>
                  </a:cubicBezTo>
                  <a:cubicBezTo>
                    <a:pt x="1" y="1598"/>
                    <a:pt x="42" y="1495"/>
                    <a:pt x="120" y="1337"/>
                  </a:cubicBezTo>
                  <a:cubicBezTo>
                    <a:pt x="211" y="1180"/>
                    <a:pt x="356" y="985"/>
                    <a:pt x="539" y="774"/>
                  </a:cubicBezTo>
                  <a:cubicBezTo>
                    <a:pt x="721" y="564"/>
                    <a:pt x="1010" y="340"/>
                    <a:pt x="1246" y="183"/>
                  </a:cubicBezTo>
                  <a:cubicBezTo>
                    <a:pt x="1366" y="104"/>
                    <a:pt x="1495" y="41"/>
                    <a:pt x="1586" y="26"/>
                  </a:cubicBezTo>
                  <a:cubicBezTo>
                    <a:pt x="1680" y="1"/>
                    <a:pt x="1731" y="13"/>
                    <a:pt x="1743" y="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5_3">
    <p:spTree>
      <p:nvGrpSpPr>
        <p:cNvPr id="680" name="Shape 680"/>
        <p:cNvGrpSpPr/>
        <p:nvPr/>
      </p:nvGrpSpPr>
      <p:grpSpPr>
        <a:xfrm>
          <a:off x="0" y="0"/>
          <a:ext cx="0" cy="0"/>
          <a:chOff x="0" y="0"/>
          <a:chExt cx="0" cy="0"/>
        </a:xfrm>
      </p:grpSpPr>
      <p:sp>
        <p:nvSpPr>
          <p:cNvPr id="681" name="Google Shape;681;p18"/>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682" name="Google Shape;682;p18"/>
          <p:cNvGrpSpPr/>
          <p:nvPr/>
        </p:nvGrpSpPr>
        <p:grpSpPr>
          <a:xfrm>
            <a:off x="92669" y="60077"/>
            <a:ext cx="1658662" cy="1257378"/>
            <a:chOff x="475775" y="3784023"/>
            <a:chExt cx="1050384" cy="796263"/>
          </a:xfrm>
        </p:grpSpPr>
        <p:sp>
          <p:nvSpPr>
            <p:cNvPr id="683" name="Google Shape;683;p18"/>
            <p:cNvSpPr/>
            <p:nvPr/>
          </p:nvSpPr>
          <p:spPr>
            <a:xfrm>
              <a:off x="575400" y="3784023"/>
              <a:ext cx="950759" cy="762048"/>
            </a:xfrm>
            <a:custGeom>
              <a:rect b="b" l="l" r="r" t="t"/>
              <a:pathLst>
                <a:path extrusionOk="0" h="11428" w="14258">
                  <a:moveTo>
                    <a:pt x="4549" y="3357"/>
                  </a:moveTo>
                  <a:lnTo>
                    <a:pt x="2413" y="2397"/>
                  </a:lnTo>
                  <a:lnTo>
                    <a:pt x="1" y="7798"/>
                  </a:lnTo>
                  <a:lnTo>
                    <a:pt x="6750" y="10827"/>
                  </a:lnTo>
                  <a:lnTo>
                    <a:pt x="7313" y="9553"/>
                  </a:lnTo>
                  <a:lnTo>
                    <a:pt x="9279" y="11427"/>
                  </a:lnTo>
                  <a:lnTo>
                    <a:pt x="14258" y="6225"/>
                  </a:lnTo>
                  <a:lnTo>
                    <a:pt x="7760" y="1"/>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4" name="Google Shape;684;p18"/>
            <p:cNvSpPr/>
            <p:nvPr/>
          </p:nvSpPr>
          <p:spPr>
            <a:xfrm>
              <a:off x="660955" y="3817165"/>
              <a:ext cx="766449" cy="763115"/>
            </a:xfrm>
            <a:custGeom>
              <a:rect b="b" l="l" r="r" t="t"/>
              <a:pathLst>
                <a:path extrusionOk="0" h="11444" w="11494">
                  <a:moveTo>
                    <a:pt x="4996" y="1"/>
                  </a:moveTo>
                  <a:lnTo>
                    <a:pt x="1" y="5219"/>
                  </a:lnTo>
                  <a:lnTo>
                    <a:pt x="6502" y="11443"/>
                  </a:lnTo>
                  <a:lnTo>
                    <a:pt x="11494" y="6225"/>
                  </a:lnTo>
                  <a:lnTo>
                    <a:pt x="4996"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5" name="Google Shape;685;p18"/>
            <p:cNvSpPr/>
            <p:nvPr/>
          </p:nvSpPr>
          <p:spPr>
            <a:xfrm>
              <a:off x="715302" y="3870445"/>
              <a:ext cx="664891" cy="661757"/>
            </a:xfrm>
            <a:custGeom>
              <a:rect b="b" l="l" r="r" t="t"/>
              <a:pathLst>
                <a:path extrusionOk="0" h="9924" w="9971">
                  <a:moveTo>
                    <a:pt x="4297" y="1"/>
                  </a:moveTo>
                  <a:lnTo>
                    <a:pt x="1" y="4483"/>
                  </a:lnTo>
                  <a:lnTo>
                    <a:pt x="5675" y="9924"/>
                  </a:lnTo>
                  <a:lnTo>
                    <a:pt x="9971" y="5442"/>
                  </a:lnTo>
                  <a:lnTo>
                    <a:pt x="4297" y="1"/>
                  </a:lnTo>
                  <a:close/>
                </a:path>
              </a:pathLst>
            </a:custGeom>
            <a:solidFill>
              <a:srgbClr val="4719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8"/>
            <p:cNvSpPr/>
            <p:nvPr/>
          </p:nvSpPr>
          <p:spPr>
            <a:xfrm>
              <a:off x="660955" y="3817165"/>
              <a:ext cx="340881" cy="352217"/>
            </a:xfrm>
            <a:custGeom>
              <a:rect b="b" l="l" r="r" t="t"/>
              <a:pathLst>
                <a:path extrusionOk="0" h="5282" w="5112">
                  <a:moveTo>
                    <a:pt x="4996" y="1"/>
                  </a:moveTo>
                  <a:lnTo>
                    <a:pt x="1" y="5219"/>
                  </a:lnTo>
                  <a:lnTo>
                    <a:pt x="816" y="5282"/>
                  </a:lnTo>
                  <a:lnTo>
                    <a:pt x="5112" y="800"/>
                  </a:lnTo>
                  <a:lnTo>
                    <a:pt x="499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8"/>
            <p:cNvSpPr/>
            <p:nvPr/>
          </p:nvSpPr>
          <p:spPr>
            <a:xfrm>
              <a:off x="1087596" y="4228069"/>
              <a:ext cx="339814" cy="352217"/>
            </a:xfrm>
            <a:custGeom>
              <a:rect b="b" l="l" r="r" t="t"/>
              <a:pathLst>
                <a:path extrusionOk="0" h="5282" w="5096">
                  <a:moveTo>
                    <a:pt x="4297" y="0"/>
                  </a:moveTo>
                  <a:lnTo>
                    <a:pt x="0" y="4482"/>
                  </a:lnTo>
                  <a:lnTo>
                    <a:pt x="104" y="5281"/>
                  </a:lnTo>
                  <a:lnTo>
                    <a:pt x="5096" y="63"/>
                  </a:lnTo>
                  <a:lnTo>
                    <a:pt x="4297"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8"/>
            <p:cNvSpPr/>
            <p:nvPr/>
          </p:nvSpPr>
          <p:spPr>
            <a:xfrm>
              <a:off x="715302" y="3871512"/>
              <a:ext cx="658023" cy="654422"/>
            </a:xfrm>
            <a:custGeom>
              <a:rect b="b" l="l" r="r" t="t"/>
              <a:pathLst>
                <a:path extrusionOk="0" h="9814" w="9868">
                  <a:moveTo>
                    <a:pt x="4284" y="117"/>
                  </a:moveTo>
                  <a:lnTo>
                    <a:pt x="9751" y="5347"/>
                  </a:lnTo>
                  <a:lnTo>
                    <a:pt x="5568" y="9697"/>
                  </a:lnTo>
                  <a:lnTo>
                    <a:pt x="117" y="4467"/>
                  </a:lnTo>
                  <a:lnTo>
                    <a:pt x="4284" y="117"/>
                  </a:lnTo>
                  <a:close/>
                  <a:moveTo>
                    <a:pt x="4284" y="0"/>
                  </a:moveTo>
                  <a:lnTo>
                    <a:pt x="1" y="4467"/>
                  </a:lnTo>
                  <a:lnTo>
                    <a:pt x="5568" y="9813"/>
                  </a:lnTo>
                  <a:lnTo>
                    <a:pt x="9867" y="5332"/>
                  </a:lnTo>
                  <a:lnTo>
                    <a:pt x="42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8"/>
            <p:cNvSpPr/>
            <p:nvPr/>
          </p:nvSpPr>
          <p:spPr>
            <a:xfrm>
              <a:off x="993172" y="4137046"/>
              <a:ext cx="285735" cy="298938"/>
            </a:xfrm>
            <a:custGeom>
              <a:rect b="b" l="l" r="r" t="t"/>
              <a:pathLst>
                <a:path extrusionOk="0" h="4483" w="4285">
                  <a:moveTo>
                    <a:pt x="4231" y="0"/>
                  </a:moveTo>
                  <a:lnTo>
                    <a:pt x="1" y="4432"/>
                  </a:lnTo>
                  <a:lnTo>
                    <a:pt x="51" y="4482"/>
                  </a:lnTo>
                  <a:lnTo>
                    <a:pt x="4285" y="66"/>
                  </a:lnTo>
                  <a:lnTo>
                    <a:pt x="4231"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8"/>
            <p:cNvSpPr/>
            <p:nvPr/>
          </p:nvSpPr>
          <p:spPr>
            <a:xfrm>
              <a:off x="900482" y="4049757"/>
              <a:ext cx="286801" cy="297937"/>
            </a:xfrm>
            <a:custGeom>
              <a:rect b="b" l="l" r="r" t="t"/>
              <a:pathLst>
                <a:path extrusionOk="0" h="4468" w="4301">
                  <a:moveTo>
                    <a:pt x="4234" y="1"/>
                  </a:moveTo>
                  <a:lnTo>
                    <a:pt x="1" y="4417"/>
                  </a:lnTo>
                  <a:lnTo>
                    <a:pt x="67" y="4467"/>
                  </a:lnTo>
                  <a:lnTo>
                    <a:pt x="4300" y="51"/>
                  </a:lnTo>
                  <a:lnTo>
                    <a:pt x="423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8"/>
            <p:cNvSpPr/>
            <p:nvPr/>
          </p:nvSpPr>
          <p:spPr>
            <a:xfrm>
              <a:off x="808659" y="3961468"/>
              <a:ext cx="286735" cy="298137"/>
            </a:xfrm>
            <a:custGeom>
              <a:rect b="b" l="l" r="r" t="t"/>
              <a:pathLst>
                <a:path extrusionOk="0" h="4471" w="4300">
                  <a:moveTo>
                    <a:pt x="4234" y="1"/>
                  </a:moveTo>
                  <a:lnTo>
                    <a:pt x="0" y="4417"/>
                  </a:lnTo>
                  <a:lnTo>
                    <a:pt x="66" y="4470"/>
                  </a:lnTo>
                  <a:lnTo>
                    <a:pt x="4300" y="51"/>
                  </a:lnTo>
                  <a:lnTo>
                    <a:pt x="423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18"/>
            <p:cNvSpPr/>
            <p:nvPr/>
          </p:nvSpPr>
          <p:spPr>
            <a:xfrm>
              <a:off x="928423" y="3946597"/>
              <a:ext cx="372288" cy="356618"/>
            </a:xfrm>
            <a:custGeom>
              <a:rect b="b" l="l" r="r" t="t"/>
              <a:pathLst>
                <a:path extrusionOk="0" h="5348" w="5583">
                  <a:moveTo>
                    <a:pt x="66" y="0"/>
                  </a:moveTo>
                  <a:lnTo>
                    <a:pt x="0" y="66"/>
                  </a:lnTo>
                  <a:lnTo>
                    <a:pt x="5517" y="5347"/>
                  </a:lnTo>
                  <a:lnTo>
                    <a:pt x="5583" y="5281"/>
                  </a:lnTo>
                  <a:lnTo>
                    <a:pt x="6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3" name="Google Shape;693;p18"/>
            <p:cNvSpPr/>
            <p:nvPr/>
          </p:nvSpPr>
          <p:spPr>
            <a:xfrm>
              <a:off x="858538" y="4020016"/>
              <a:ext cx="371488" cy="356618"/>
            </a:xfrm>
            <a:custGeom>
              <a:rect b="b" l="l" r="r" t="t"/>
              <a:pathLst>
                <a:path extrusionOk="0" h="5348" w="5571">
                  <a:moveTo>
                    <a:pt x="54" y="0"/>
                  </a:moveTo>
                  <a:lnTo>
                    <a:pt x="1" y="66"/>
                  </a:lnTo>
                  <a:lnTo>
                    <a:pt x="5505" y="5347"/>
                  </a:lnTo>
                  <a:lnTo>
                    <a:pt x="5571" y="5294"/>
                  </a:lnTo>
                  <a:lnTo>
                    <a:pt x="5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4" name="Google Shape;694;p18"/>
            <p:cNvSpPr/>
            <p:nvPr/>
          </p:nvSpPr>
          <p:spPr>
            <a:xfrm>
              <a:off x="787654" y="4094235"/>
              <a:ext cx="371488" cy="356618"/>
            </a:xfrm>
            <a:custGeom>
              <a:rect b="b" l="l" r="r" t="t"/>
              <a:pathLst>
                <a:path extrusionOk="0" h="5348" w="5571">
                  <a:moveTo>
                    <a:pt x="54" y="1"/>
                  </a:moveTo>
                  <a:lnTo>
                    <a:pt x="1" y="54"/>
                  </a:lnTo>
                  <a:lnTo>
                    <a:pt x="5521" y="5347"/>
                  </a:lnTo>
                  <a:lnTo>
                    <a:pt x="5571" y="5281"/>
                  </a:lnTo>
                  <a:lnTo>
                    <a:pt x="5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8"/>
            <p:cNvSpPr/>
            <p:nvPr/>
          </p:nvSpPr>
          <p:spPr>
            <a:xfrm>
              <a:off x="475775" y="3977205"/>
              <a:ext cx="611879" cy="561933"/>
            </a:xfrm>
            <a:custGeom>
              <a:rect b="b" l="l" r="r" t="t"/>
              <a:pathLst>
                <a:path extrusionOk="0" h="8427" w="9176">
                  <a:moveTo>
                    <a:pt x="2426" y="1"/>
                  </a:moveTo>
                  <a:lnTo>
                    <a:pt x="1" y="5413"/>
                  </a:lnTo>
                  <a:lnTo>
                    <a:pt x="6763" y="8427"/>
                  </a:lnTo>
                  <a:lnTo>
                    <a:pt x="9175" y="3014"/>
                  </a:lnTo>
                  <a:lnTo>
                    <a:pt x="2426"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6" name="Google Shape;696;p18"/>
            <p:cNvSpPr/>
            <p:nvPr/>
          </p:nvSpPr>
          <p:spPr>
            <a:xfrm>
              <a:off x="518586" y="4016415"/>
              <a:ext cx="532326" cy="486049"/>
            </a:xfrm>
            <a:custGeom>
              <a:rect b="b" l="l" r="r" t="t"/>
              <a:pathLst>
                <a:path extrusionOk="0" h="7289" w="7983">
                  <a:moveTo>
                    <a:pt x="2086" y="1"/>
                  </a:moveTo>
                  <a:lnTo>
                    <a:pt x="0" y="4653"/>
                  </a:lnTo>
                  <a:lnTo>
                    <a:pt x="5898" y="7288"/>
                  </a:lnTo>
                  <a:lnTo>
                    <a:pt x="7983" y="2636"/>
                  </a:lnTo>
                  <a:lnTo>
                    <a:pt x="2086"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7" name="Google Shape;697;p18"/>
            <p:cNvSpPr/>
            <p:nvPr/>
          </p:nvSpPr>
          <p:spPr>
            <a:xfrm>
              <a:off x="475775" y="3977205"/>
              <a:ext cx="181910" cy="361019"/>
            </a:xfrm>
            <a:custGeom>
              <a:rect b="b" l="l" r="r" t="t"/>
              <a:pathLst>
                <a:path extrusionOk="0" h="5414" w="2728">
                  <a:moveTo>
                    <a:pt x="2426" y="1"/>
                  </a:moveTo>
                  <a:lnTo>
                    <a:pt x="1" y="5413"/>
                  </a:lnTo>
                  <a:lnTo>
                    <a:pt x="1" y="5413"/>
                  </a:lnTo>
                  <a:lnTo>
                    <a:pt x="642" y="5241"/>
                  </a:lnTo>
                  <a:lnTo>
                    <a:pt x="2728" y="589"/>
                  </a:lnTo>
                  <a:lnTo>
                    <a:pt x="2426"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8"/>
            <p:cNvSpPr/>
            <p:nvPr/>
          </p:nvSpPr>
          <p:spPr>
            <a:xfrm>
              <a:off x="906551" y="4178123"/>
              <a:ext cx="181110" cy="361019"/>
            </a:xfrm>
            <a:custGeom>
              <a:rect b="b" l="l" r="r" t="t"/>
              <a:pathLst>
                <a:path extrusionOk="0" h="5414" w="2716">
                  <a:moveTo>
                    <a:pt x="2715" y="1"/>
                  </a:moveTo>
                  <a:lnTo>
                    <a:pt x="2086" y="171"/>
                  </a:lnTo>
                  <a:lnTo>
                    <a:pt x="1" y="4838"/>
                  </a:lnTo>
                  <a:lnTo>
                    <a:pt x="303" y="5414"/>
                  </a:lnTo>
                  <a:lnTo>
                    <a:pt x="2715"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18"/>
            <p:cNvSpPr/>
            <p:nvPr/>
          </p:nvSpPr>
          <p:spPr>
            <a:xfrm>
              <a:off x="518586" y="4016415"/>
              <a:ext cx="525191" cy="483315"/>
            </a:xfrm>
            <a:custGeom>
              <a:rect b="b" l="l" r="r" t="t"/>
              <a:pathLst>
                <a:path extrusionOk="0" h="7248" w="7876">
                  <a:moveTo>
                    <a:pt x="2123" y="92"/>
                  </a:moveTo>
                  <a:lnTo>
                    <a:pt x="7785" y="2636"/>
                  </a:lnTo>
                  <a:lnTo>
                    <a:pt x="5766" y="7156"/>
                  </a:lnTo>
                  <a:lnTo>
                    <a:pt x="92" y="4627"/>
                  </a:lnTo>
                  <a:lnTo>
                    <a:pt x="2123" y="92"/>
                  </a:lnTo>
                  <a:close/>
                  <a:moveTo>
                    <a:pt x="2086" y="1"/>
                  </a:moveTo>
                  <a:lnTo>
                    <a:pt x="13" y="4627"/>
                  </a:lnTo>
                  <a:lnTo>
                    <a:pt x="0" y="4653"/>
                  </a:lnTo>
                  <a:lnTo>
                    <a:pt x="5766" y="7235"/>
                  </a:lnTo>
                  <a:lnTo>
                    <a:pt x="5794" y="7247"/>
                  </a:lnTo>
                  <a:lnTo>
                    <a:pt x="7863" y="2624"/>
                  </a:lnTo>
                  <a:lnTo>
                    <a:pt x="7876" y="2596"/>
                  </a:lnTo>
                  <a:lnTo>
                    <a:pt x="2123" y="13"/>
                  </a:lnTo>
                  <a:lnTo>
                    <a:pt x="208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0" name="Google Shape;700;p18"/>
            <p:cNvSpPr/>
            <p:nvPr/>
          </p:nvSpPr>
          <p:spPr>
            <a:xfrm>
              <a:off x="806125" y="4146648"/>
              <a:ext cx="141634" cy="308607"/>
            </a:xfrm>
            <a:custGeom>
              <a:rect b="b" l="l" r="r" t="t"/>
              <a:pathLst>
                <a:path extrusionOk="0" h="4628" w="2124">
                  <a:moveTo>
                    <a:pt x="2057" y="1"/>
                  </a:moveTo>
                  <a:lnTo>
                    <a:pt x="0" y="4587"/>
                  </a:lnTo>
                  <a:lnTo>
                    <a:pt x="66" y="4628"/>
                  </a:lnTo>
                  <a:lnTo>
                    <a:pt x="2123" y="26"/>
                  </a:lnTo>
                  <a:lnTo>
                    <a:pt x="205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1" name="Google Shape;701;p18"/>
            <p:cNvSpPr/>
            <p:nvPr/>
          </p:nvSpPr>
          <p:spPr>
            <a:xfrm>
              <a:off x="710901" y="4103904"/>
              <a:ext cx="141634" cy="308540"/>
            </a:xfrm>
            <a:custGeom>
              <a:rect b="b" l="l" r="r" t="t"/>
              <a:pathLst>
                <a:path extrusionOk="0" h="4627" w="2124">
                  <a:moveTo>
                    <a:pt x="2057" y="0"/>
                  </a:moveTo>
                  <a:lnTo>
                    <a:pt x="0" y="4599"/>
                  </a:lnTo>
                  <a:lnTo>
                    <a:pt x="67" y="4627"/>
                  </a:lnTo>
                  <a:lnTo>
                    <a:pt x="2124" y="38"/>
                  </a:lnTo>
                  <a:lnTo>
                    <a:pt x="2057"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18"/>
            <p:cNvSpPr/>
            <p:nvPr/>
          </p:nvSpPr>
          <p:spPr>
            <a:xfrm>
              <a:off x="615677" y="4061960"/>
              <a:ext cx="140567" cy="307740"/>
            </a:xfrm>
            <a:custGeom>
              <a:rect b="b" l="l" r="r" t="t"/>
              <a:pathLst>
                <a:path extrusionOk="0" h="4615" w="2108">
                  <a:moveTo>
                    <a:pt x="2045" y="0"/>
                  </a:moveTo>
                  <a:lnTo>
                    <a:pt x="1" y="4586"/>
                  </a:lnTo>
                  <a:lnTo>
                    <a:pt x="63" y="4614"/>
                  </a:lnTo>
                  <a:lnTo>
                    <a:pt x="2108" y="25"/>
                  </a:lnTo>
                  <a:lnTo>
                    <a:pt x="2045"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3" name="Google Shape;703;p18"/>
            <p:cNvSpPr/>
            <p:nvPr/>
          </p:nvSpPr>
          <p:spPr>
            <a:xfrm>
              <a:off x="623412" y="4094235"/>
              <a:ext cx="384558" cy="174775"/>
            </a:xfrm>
            <a:custGeom>
              <a:rect b="b" l="l" r="r" t="t"/>
              <a:pathLst>
                <a:path extrusionOk="0" h="2621" w="5767">
                  <a:moveTo>
                    <a:pt x="26" y="1"/>
                  </a:moveTo>
                  <a:lnTo>
                    <a:pt x="1" y="67"/>
                  </a:lnTo>
                  <a:lnTo>
                    <a:pt x="5728" y="2621"/>
                  </a:lnTo>
                  <a:lnTo>
                    <a:pt x="5766" y="2558"/>
                  </a:lnTo>
                  <a:lnTo>
                    <a:pt x="2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8"/>
            <p:cNvSpPr/>
            <p:nvPr/>
          </p:nvSpPr>
          <p:spPr>
            <a:xfrm>
              <a:off x="589470" y="4170387"/>
              <a:ext cx="383691" cy="175575"/>
            </a:xfrm>
            <a:custGeom>
              <a:rect b="b" l="l" r="r" t="t"/>
              <a:pathLst>
                <a:path extrusionOk="0" h="2633" w="5754">
                  <a:moveTo>
                    <a:pt x="26" y="0"/>
                  </a:moveTo>
                  <a:lnTo>
                    <a:pt x="0" y="63"/>
                  </a:lnTo>
                  <a:lnTo>
                    <a:pt x="5725" y="2633"/>
                  </a:lnTo>
                  <a:lnTo>
                    <a:pt x="5753" y="2567"/>
                  </a:lnTo>
                  <a:lnTo>
                    <a:pt x="2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5" name="Google Shape;705;p18"/>
            <p:cNvSpPr/>
            <p:nvPr/>
          </p:nvSpPr>
          <p:spPr>
            <a:xfrm>
              <a:off x="555262" y="4247140"/>
              <a:ext cx="383691" cy="174975"/>
            </a:xfrm>
            <a:custGeom>
              <a:rect b="b" l="l" r="r" t="t"/>
              <a:pathLst>
                <a:path extrusionOk="0" h="2624" w="5754">
                  <a:moveTo>
                    <a:pt x="26" y="0"/>
                  </a:moveTo>
                  <a:lnTo>
                    <a:pt x="1" y="67"/>
                  </a:lnTo>
                  <a:lnTo>
                    <a:pt x="5728" y="2624"/>
                  </a:lnTo>
                  <a:lnTo>
                    <a:pt x="5753" y="2558"/>
                  </a:lnTo>
                  <a:lnTo>
                    <a:pt x="2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6" name="Google Shape;706;p18"/>
          <p:cNvGrpSpPr/>
          <p:nvPr/>
        </p:nvGrpSpPr>
        <p:grpSpPr>
          <a:xfrm>
            <a:off x="7280290" y="3989172"/>
            <a:ext cx="2164340" cy="1992905"/>
            <a:chOff x="4354222" y="153972"/>
            <a:chExt cx="1400867" cy="1289906"/>
          </a:xfrm>
        </p:grpSpPr>
        <p:sp>
          <p:nvSpPr>
            <p:cNvPr id="707" name="Google Shape;707;p18"/>
            <p:cNvSpPr/>
            <p:nvPr/>
          </p:nvSpPr>
          <p:spPr>
            <a:xfrm>
              <a:off x="4452780" y="153972"/>
              <a:ext cx="1302309" cy="1289906"/>
            </a:xfrm>
            <a:custGeom>
              <a:rect b="b" l="l" r="r" t="t"/>
              <a:pathLst>
                <a:path extrusionOk="0" h="19344" w="19530">
                  <a:moveTo>
                    <a:pt x="8140" y="18450"/>
                  </a:moveTo>
                  <a:cubicBezTo>
                    <a:pt x="13028" y="19344"/>
                    <a:pt x="17733" y="16132"/>
                    <a:pt x="18623" y="11282"/>
                  </a:cubicBezTo>
                  <a:cubicBezTo>
                    <a:pt x="19529" y="6432"/>
                    <a:pt x="16293" y="1781"/>
                    <a:pt x="11389" y="891"/>
                  </a:cubicBezTo>
                  <a:cubicBezTo>
                    <a:pt x="6502" y="1"/>
                    <a:pt x="1796" y="3209"/>
                    <a:pt x="906" y="8059"/>
                  </a:cubicBezTo>
                  <a:cubicBezTo>
                    <a:pt x="0" y="12908"/>
                    <a:pt x="3240" y="17560"/>
                    <a:pt x="8140" y="1845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8" name="Google Shape;708;p18"/>
            <p:cNvSpPr/>
            <p:nvPr/>
          </p:nvSpPr>
          <p:spPr>
            <a:xfrm>
              <a:off x="4354222" y="237393"/>
              <a:ext cx="1302042" cy="1190149"/>
            </a:xfrm>
            <a:custGeom>
              <a:rect b="b" l="l" r="r" t="t"/>
              <a:pathLst>
                <a:path extrusionOk="0" h="17848" w="19526">
                  <a:moveTo>
                    <a:pt x="9746" y="1"/>
                  </a:moveTo>
                  <a:cubicBezTo>
                    <a:pt x="5487" y="1"/>
                    <a:pt x="1691" y="3004"/>
                    <a:pt x="890" y="7304"/>
                  </a:cubicBezTo>
                  <a:cubicBezTo>
                    <a:pt x="0" y="12154"/>
                    <a:pt x="3237" y="16806"/>
                    <a:pt x="8124" y="17699"/>
                  </a:cubicBezTo>
                  <a:cubicBezTo>
                    <a:pt x="8675" y="17799"/>
                    <a:pt x="9222" y="17848"/>
                    <a:pt x="9763" y="17848"/>
                  </a:cubicBezTo>
                  <a:cubicBezTo>
                    <a:pt x="14033" y="17848"/>
                    <a:pt x="17830" y="14834"/>
                    <a:pt x="18620" y="10528"/>
                  </a:cubicBezTo>
                  <a:cubicBezTo>
                    <a:pt x="19526" y="5694"/>
                    <a:pt x="16289" y="1042"/>
                    <a:pt x="11386" y="149"/>
                  </a:cubicBezTo>
                  <a:cubicBezTo>
                    <a:pt x="10835" y="49"/>
                    <a:pt x="10287" y="1"/>
                    <a:pt x="9746"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8"/>
            <p:cNvSpPr/>
            <p:nvPr/>
          </p:nvSpPr>
          <p:spPr>
            <a:xfrm>
              <a:off x="5126684" y="923500"/>
              <a:ext cx="348616" cy="289069"/>
            </a:xfrm>
            <a:custGeom>
              <a:rect b="b" l="l" r="r" t="t"/>
              <a:pathLst>
                <a:path extrusionOk="0" h="4335" w="5228">
                  <a:moveTo>
                    <a:pt x="1212" y="0"/>
                  </a:moveTo>
                  <a:cubicBezTo>
                    <a:pt x="937" y="0"/>
                    <a:pt x="667" y="118"/>
                    <a:pt x="484" y="346"/>
                  </a:cubicBezTo>
                  <a:lnTo>
                    <a:pt x="315" y="570"/>
                  </a:lnTo>
                  <a:cubicBezTo>
                    <a:pt x="0" y="963"/>
                    <a:pt x="79" y="1538"/>
                    <a:pt x="472" y="1853"/>
                  </a:cubicBezTo>
                  <a:lnTo>
                    <a:pt x="3460" y="4146"/>
                  </a:lnTo>
                  <a:cubicBezTo>
                    <a:pt x="3625" y="4273"/>
                    <a:pt x="3825" y="4334"/>
                    <a:pt x="4023" y="4334"/>
                  </a:cubicBezTo>
                  <a:cubicBezTo>
                    <a:pt x="4297" y="4334"/>
                    <a:pt x="4568" y="4216"/>
                    <a:pt x="4743" y="3988"/>
                  </a:cubicBezTo>
                  <a:lnTo>
                    <a:pt x="4913" y="3765"/>
                  </a:lnTo>
                  <a:cubicBezTo>
                    <a:pt x="5227" y="3372"/>
                    <a:pt x="5165" y="2796"/>
                    <a:pt x="4756" y="2494"/>
                  </a:cubicBezTo>
                  <a:lnTo>
                    <a:pt x="1783" y="189"/>
                  </a:lnTo>
                  <a:cubicBezTo>
                    <a:pt x="1612" y="62"/>
                    <a:pt x="1410" y="0"/>
                    <a:pt x="1212"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8"/>
            <p:cNvSpPr/>
            <p:nvPr/>
          </p:nvSpPr>
          <p:spPr>
            <a:xfrm>
              <a:off x="4576078" y="440045"/>
              <a:ext cx="858337" cy="784720"/>
            </a:xfrm>
            <a:custGeom>
              <a:rect b="b" l="l" r="r" t="t"/>
              <a:pathLst>
                <a:path extrusionOk="0" h="11768" w="12872">
                  <a:moveTo>
                    <a:pt x="6430" y="0"/>
                  </a:moveTo>
                  <a:cubicBezTo>
                    <a:pt x="3619" y="0"/>
                    <a:pt x="1114" y="1990"/>
                    <a:pt x="589" y="4816"/>
                  </a:cubicBezTo>
                  <a:cubicBezTo>
                    <a:pt x="1" y="8015"/>
                    <a:pt x="2136" y="11081"/>
                    <a:pt x="5360" y="11672"/>
                  </a:cubicBezTo>
                  <a:cubicBezTo>
                    <a:pt x="5717" y="11736"/>
                    <a:pt x="6073" y="11767"/>
                    <a:pt x="6424" y="11767"/>
                  </a:cubicBezTo>
                  <a:cubicBezTo>
                    <a:pt x="9239" y="11767"/>
                    <a:pt x="11743" y="9783"/>
                    <a:pt x="12280" y="6939"/>
                  </a:cubicBezTo>
                  <a:cubicBezTo>
                    <a:pt x="12871" y="3756"/>
                    <a:pt x="10732" y="689"/>
                    <a:pt x="7508" y="98"/>
                  </a:cubicBezTo>
                  <a:cubicBezTo>
                    <a:pt x="7146" y="32"/>
                    <a:pt x="6786" y="0"/>
                    <a:pt x="6430"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8"/>
            <p:cNvSpPr/>
            <p:nvPr/>
          </p:nvSpPr>
          <p:spPr>
            <a:xfrm>
              <a:off x="4619756" y="480988"/>
              <a:ext cx="769983" cy="703034"/>
            </a:xfrm>
            <a:custGeom>
              <a:rect b="b" l="l" r="r" t="t"/>
              <a:pathLst>
                <a:path extrusionOk="0" h="10543" w="11547">
                  <a:moveTo>
                    <a:pt x="5770" y="0"/>
                  </a:moveTo>
                  <a:cubicBezTo>
                    <a:pt x="3256" y="0"/>
                    <a:pt x="1015" y="1773"/>
                    <a:pt x="538" y="4321"/>
                  </a:cubicBezTo>
                  <a:cubicBezTo>
                    <a:pt x="0" y="7177"/>
                    <a:pt x="1928" y="9929"/>
                    <a:pt x="4809" y="10455"/>
                  </a:cubicBezTo>
                  <a:cubicBezTo>
                    <a:pt x="5135" y="10514"/>
                    <a:pt x="5460" y="10542"/>
                    <a:pt x="5780" y="10542"/>
                  </a:cubicBezTo>
                  <a:cubicBezTo>
                    <a:pt x="8303" y="10542"/>
                    <a:pt x="10545" y="8769"/>
                    <a:pt x="11008" y="6221"/>
                  </a:cubicBezTo>
                  <a:cubicBezTo>
                    <a:pt x="11546" y="3365"/>
                    <a:pt x="9634" y="613"/>
                    <a:pt x="6737" y="88"/>
                  </a:cubicBezTo>
                  <a:cubicBezTo>
                    <a:pt x="6412" y="29"/>
                    <a:pt x="6089" y="0"/>
                    <a:pt x="5770"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8"/>
            <p:cNvSpPr/>
            <p:nvPr/>
          </p:nvSpPr>
          <p:spPr>
            <a:xfrm>
              <a:off x="4764859" y="541737"/>
              <a:ext cx="561933" cy="513989"/>
            </a:xfrm>
            <a:custGeom>
              <a:rect b="b" l="l" r="r" t="t"/>
              <a:pathLst>
                <a:path extrusionOk="0" h="7708" w="8427">
                  <a:moveTo>
                    <a:pt x="4197" y="1"/>
                  </a:moveTo>
                  <a:cubicBezTo>
                    <a:pt x="2364" y="1"/>
                    <a:pt x="731" y="1304"/>
                    <a:pt x="394" y="3162"/>
                  </a:cubicBezTo>
                  <a:cubicBezTo>
                    <a:pt x="1" y="5244"/>
                    <a:pt x="1403" y="7251"/>
                    <a:pt x="3514" y="7644"/>
                  </a:cubicBezTo>
                  <a:cubicBezTo>
                    <a:pt x="3750" y="7686"/>
                    <a:pt x="3985" y="7707"/>
                    <a:pt x="4216" y="7707"/>
                  </a:cubicBezTo>
                  <a:cubicBezTo>
                    <a:pt x="6055" y="7707"/>
                    <a:pt x="7697" y="6412"/>
                    <a:pt x="8046" y="4549"/>
                  </a:cubicBezTo>
                  <a:cubicBezTo>
                    <a:pt x="8427" y="2454"/>
                    <a:pt x="7036" y="448"/>
                    <a:pt x="4913" y="67"/>
                  </a:cubicBezTo>
                  <a:cubicBezTo>
                    <a:pt x="4673" y="22"/>
                    <a:pt x="4433" y="1"/>
                    <a:pt x="419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8"/>
            <p:cNvSpPr/>
            <p:nvPr/>
          </p:nvSpPr>
          <p:spPr>
            <a:xfrm>
              <a:off x="4874153" y="1032528"/>
              <a:ext cx="50612" cy="46478"/>
            </a:xfrm>
            <a:custGeom>
              <a:rect b="b" l="l" r="r" t="t"/>
              <a:pathLst>
                <a:path extrusionOk="0" h="697" w="759">
                  <a:moveTo>
                    <a:pt x="376" y="1"/>
                  </a:moveTo>
                  <a:cubicBezTo>
                    <a:pt x="208" y="1"/>
                    <a:pt x="61" y="120"/>
                    <a:pt x="25" y="284"/>
                  </a:cubicBezTo>
                  <a:cubicBezTo>
                    <a:pt x="0" y="479"/>
                    <a:pt x="117" y="664"/>
                    <a:pt x="315" y="690"/>
                  </a:cubicBezTo>
                  <a:cubicBezTo>
                    <a:pt x="338" y="694"/>
                    <a:pt x="361" y="696"/>
                    <a:pt x="383" y="696"/>
                  </a:cubicBezTo>
                  <a:cubicBezTo>
                    <a:pt x="551" y="696"/>
                    <a:pt x="698" y="577"/>
                    <a:pt x="720" y="413"/>
                  </a:cubicBezTo>
                  <a:cubicBezTo>
                    <a:pt x="758" y="218"/>
                    <a:pt x="629" y="35"/>
                    <a:pt x="444" y="7"/>
                  </a:cubicBezTo>
                  <a:cubicBezTo>
                    <a:pt x="421" y="3"/>
                    <a:pt x="398" y="1"/>
                    <a:pt x="376"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8"/>
            <p:cNvSpPr/>
            <p:nvPr/>
          </p:nvSpPr>
          <p:spPr>
            <a:xfrm>
              <a:off x="4994717" y="1078939"/>
              <a:ext cx="27140" cy="24272"/>
            </a:xfrm>
            <a:custGeom>
              <a:rect b="b" l="l" r="r" t="t"/>
              <a:pathLst>
                <a:path extrusionOk="0" h="364" w="407">
                  <a:moveTo>
                    <a:pt x="192" y="1"/>
                  </a:moveTo>
                  <a:cubicBezTo>
                    <a:pt x="105" y="1"/>
                    <a:pt x="37" y="62"/>
                    <a:pt x="26" y="151"/>
                  </a:cubicBezTo>
                  <a:cubicBezTo>
                    <a:pt x="1" y="242"/>
                    <a:pt x="67" y="346"/>
                    <a:pt x="171" y="362"/>
                  </a:cubicBezTo>
                  <a:cubicBezTo>
                    <a:pt x="179" y="363"/>
                    <a:pt x="188" y="363"/>
                    <a:pt x="196" y="363"/>
                  </a:cubicBezTo>
                  <a:cubicBezTo>
                    <a:pt x="289" y="363"/>
                    <a:pt x="367" y="301"/>
                    <a:pt x="381" y="217"/>
                  </a:cubicBezTo>
                  <a:cubicBezTo>
                    <a:pt x="406" y="110"/>
                    <a:pt x="340" y="19"/>
                    <a:pt x="237" y="6"/>
                  </a:cubicBezTo>
                  <a:cubicBezTo>
                    <a:pt x="221" y="3"/>
                    <a:pt x="206" y="1"/>
                    <a:pt x="19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5" name="Google Shape;715;p18"/>
            <p:cNvSpPr/>
            <p:nvPr/>
          </p:nvSpPr>
          <p:spPr>
            <a:xfrm>
              <a:off x="4846013" y="568944"/>
              <a:ext cx="26273" cy="24673"/>
            </a:xfrm>
            <a:custGeom>
              <a:rect b="b" l="l" r="r" t="t"/>
              <a:pathLst>
                <a:path extrusionOk="0" h="370" w="394">
                  <a:moveTo>
                    <a:pt x="211" y="0"/>
                  </a:moveTo>
                  <a:cubicBezTo>
                    <a:pt x="118" y="0"/>
                    <a:pt x="39" y="61"/>
                    <a:pt x="16" y="159"/>
                  </a:cubicBezTo>
                  <a:cubicBezTo>
                    <a:pt x="1" y="250"/>
                    <a:pt x="67" y="342"/>
                    <a:pt x="158" y="367"/>
                  </a:cubicBezTo>
                  <a:cubicBezTo>
                    <a:pt x="169" y="368"/>
                    <a:pt x="179" y="369"/>
                    <a:pt x="189" y="369"/>
                  </a:cubicBezTo>
                  <a:cubicBezTo>
                    <a:pt x="282" y="369"/>
                    <a:pt x="359" y="307"/>
                    <a:pt x="381" y="225"/>
                  </a:cubicBezTo>
                  <a:cubicBezTo>
                    <a:pt x="394" y="118"/>
                    <a:pt x="331" y="27"/>
                    <a:pt x="237" y="2"/>
                  </a:cubicBezTo>
                  <a:cubicBezTo>
                    <a:pt x="228" y="1"/>
                    <a:pt x="219" y="0"/>
                    <a:pt x="21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6" name="Google Shape;716;p18"/>
            <p:cNvSpPr/>
            <p:nvPr/>
          </p:nvSpPr>
          <p:spPr>
            <a:xfrm>
              <a:off x="4806003" y="975847"/>
              <a:ext cx="40076" cy="36542"/>
            </a:xfrm>
            <a:custGeom>
              <a:rect b="b" l="l" r="r" t="t"/>
              <a:pathLst>
                <a:path extrusionOk="0" h="548" w="601">
                  <a:moveTo>
                    <a:pt x="304" y="1"/>
                  </a:moveTo>
                  <a:cubicBezTo>
                    <a:pt x="178" y="1"/>
                    <a:pt x="63" y="88"/>
                    <a:pt x="38" y="228"/>
                  </a:cubicBezTo>
                  <a:cubicBezTo>
                    <a:pt x="0" y="373"/>
                    <a:pt x="104" y="517"/>
                    <a:pt x="261" y="543"/>
                  </a:cubicBezTo>
                  <a:cubicBezTo>
                    <a:pt x="277" y="546"/>
                    <a:pt x="293" y="547"/>
                    <a:pt x="308" y="547"/>
                  </a:cubicBezTo>
                  <a:cubicBezTo>
                    <a:pt x="436" y="547"/>
                    <a:pt x="553" y="448"/>
                    <a:pt x="576" y="319"/>
                  </a:cubicBezTo>
                  <a:cubicBezTo>
                    <a:pt x="601" y="178"/>
                    <a:pt x="510" y="33"/>
                    <a:pt x="352" y="5"/>
                  </a:cubicBezTo>
                  <a:cubicBezTo>
                    <a:pt x="336" y="2"/>
                    <a:pt x="320" y="1"/>
                    <a:pt x="304"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7" name="Google Shape;717;p18"/>
            <p:cNvSpPr/>
            <p:nvPr/>
          </p:nvSpPr>
          <p:spPr>
            <a:xfrm>
              <a:off x="5225442" y="973379"/>
              <a:ext cx="40143" cy="37276"/>
            </a:xfrm>
            <a:custGeom>
              <a:rect b="b" l="l" r="r" t="t"/>
              <a:pathLst>
                <a:path extrusionOk="0" h="559" w="602">
                  <a:moveTo>
                    <a:pt x="306" y="0"/>
                  </a:moveTo>
                  <a:cubicBezTo>
                    <a:pt x="167" y="0"/>
                    <a:pt x="48" y="97"/>
                    <a:pt x="26" y="227"/>
                  </a:cubicBezTo>
                  <a:cubicBezTo>
                    <a:pt x="0" y="385"/>
                    <a:pt x="104" y="514"/>
                    <a:pt x="249" y="554"/>
                  </a:cubicBezTo>
                  <a:cubicBezTo>
                    <a:pt x="265" y="557"/>
                    <a:pt x="281" y="558"/>
                    <a:pt x="296" y="558"/>
                  </a:cubicBezTo>
                  <a:cubicBezTo>
                    <a:pt x="434" y="558"/>
                    <a:pt x="553" y="461"/>
                    <a:pt x="576" y="331"/>
                  </a:cubicBezTo>
                  <a:cubicBezTo>
                    <a:pt x="601" y="174"/>
                    <a:pt x="497" y="42"/>
                    <a:pt x="353" y="4"/>
                  </a:cubicBezTo>
                  <a:cubicBezTo>
                    <a:pt x="337" y="1"/>
                    <a:pt x="321" y="0"/>
                    <a:pt x="306"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8" name="Google Shape;718;p18"/>
            <p:cNvSpPr/>
            <p:nvPr/>
          </p:nvSpPr>
          <p:spPr>
            <a:xfrm>
              <a:off x="4770127" y="653499"/>
              <a:ext cx="40343" cy="36475"/>
            </a:xfrm>
            <a:custGeom>
              <a:rect b="b" l="l" r="r" t="t"/>
              <a:pathLst>
                <a:path extrusionOk="0" h="547" w="605">
                  <a:moveTo>
                    <a:pt x="305" y="1"/>
                  </a:moveTo>
                  <a:cubicBezTo>
                    <a:pt x="168" y="1"/>
                    <a:pt x="51" y="98"/>
                    <a:pt x="25" y="228"/>
                  </a:cubicBezTo>
                  <a:cubicBezTo>
                    <a:pt x="0" y="373"/>
                    <a:pt x="104" y="514"/>
                    <a:pt x="249" y="542"/>
                  </a:cubicBezTo>
                  <a:cubicBezTo>
                    <a:pt x="266" y="545"/>
                    <a:pt x="284" y="547"/>
                    <a:pt x="301" y="547"/>
                  </a:cubicBezTo>
                  <a:cubicBezTo>
                    <a:pt x="437" y="547"/>
                    <a:pt x="553" y="460"/>
                    <a:pt x="576" y="332"/>
                  </a:cubicBezTo>
                  <a:cubicBezTo>
                    <a:pt x="604" y="174"/>
                    <a:pt x="497" y="30"/>
                    <a:pt x="352" y="5"/>
                  </a:cubicBezTo>
                  <a:cubicBezTo>
                    <a:pt x="337" y="2"/>
                    <a:pt x="321" y="1"/>
                    <a:pt x="30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18"/>
            <p:cNvSpPr/>
            <p:nvPr/>
          </p:nvSpPr>
          <p:spPr>
            <a:xfrm>
              <a:off x="4724582" y="867419"/>
              <a:ext cx="53346" cy="49012"/>
            </a:xfrm>
            <a:custGeom>
              <a:rect b="b" l="l" r="r" t="t"/>
              <a:pathLst>
                <a:path extrusionOk="0" h="735" w="800">
                  <a:moveTo>
                    <a:pt x="401" y="0"/>
                  </a:moveTo>
                  <a:cubicBezTo>
                    <a:pt x="231" y="0"/>
                    <a:pt x="75" y="123"/>
                    <a:pt x="42" y="294"/>
                  </a:cubicBezTo>
                  <a:cubicBezTo>
                    <a:pt x="1" y="492"/>
                    <a:pt x="133" y="687"/>
                    <a:pt x="343" y="728"/>
                  </a:cubicBezTo>
                  <a:cubicBezTo>
                    <a:pt x="365" y="732"/>
                    <a:pt x="386" y="734"/>
                    <a:pt x="407" y="734"/>
                  </a:cubicBezTo>
                  <a:cubicBezTo>
                    <a:pt x="580" y="734"/>
                    <a:pt x="739" y="603"/>
                    <a:pt x="762" y="426"/>
                  </a:cubicBezTo>
                  <a:cubicBezTo>
                    <a:pt x="800" y="231"/>
                    <a:pt x="671" y="46"/>
                    <a:pt x="472" y="8"/>
                  </a:cubicBezTo>
                  <a:cubicBezTo>
                    <a:pt x="448" y="3"/>
                    <a:pt x="424" y="0"/>
                    <a:pt x="40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0" name="Google Shape;720;p18"/>
            <p:cNvSpPr/>
            <p:nvPr/>
          </p:nvSpPr>
          <p:spPr>
            <a:xfrm>
              <a:off x="4742187" y="766994"/>
              <a:ext cx="27140" cy="24406"/>
            </a:xfrm>
            <a:custGeom>
              <a:rect b="b" l="l" r="r" t="t"/>
              <a:pathLst>
                <a:path extrusionOk="0" h="366" w="407">
                  <a:moveTo>
                    <a:pt x="192" y="1"/>
                  </a:moveTo>
                  <a:cubicBezTo>
                    <a:pt x="112" y="1"/>
                    <a:pt x="37" y="61"/>
                    <a:pt x="26" y="149"/>
                  </a:cubicBezTo>
                  <a:cubicBezTo>
                    <a:pt x="1" y="243"/>
                    <a:pt x="64" y="347"/>
                    <a:pt x="171" y="360"/>
                  </a:cubicBezTo>
                  <a:cubicBezTo>
                    <a:pt x="186" y="363"/>
                    <a:pt x="201" y="365"/>
                    <a:pt x="216" y="365"/>
                  </a:cubicBezTo>
                  <a:cubicBezTo>
                    <a:pt x="300" y="365"/>
                    <a:pt x="370" y="306"/>
                    <a:pt x="394" y="215"/>
                  </a:cubicBezTo>
                  <a:cubicBezTo>
                    <a:pt x="407" y="111"/>
                    <a:pt x="341" y="20"/>
                    <a:pt x="237" y="7"/>
                  </a:cubicBezTo>
                  <a:cubicBezTo>
                    <a:pt x="222" y="3"/>
                    <a:pt x="207" y="1"/>
                    <a:pt x="19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1" name="Google Shape;721;p18"/>
            <p:cNvSpPr/>
            <p:nvPr/>
          </p:nvSpPr>
          <p:spPr>
            <a:xfrm>
              <a:off x="5118682" y="1057000"/>
              <a:ext cx="46411" cy="42743"/>
            </a:xfrm>
            <a:custGeom>
              <a:rect b="b" l="l" r="r" t="t"/>
              <a:pathLst>
                <a:path extrusionOk="0" h="641" w="696">
                  <a:moveTo>
                    <a:pt x="341" y="0"/>
                  </a:moveTo>
                  <a:cubicBezTo>
                    <a:pt x="193" y="0"/>
                    <a:pt x="62" y="109"/>
                    <a:pt x="29" y="257"/>
                  </a:cubicBezTo>
                  <a:cubicBezTo>
                    <a:pt x="1" y="439"/>
                    <a:pt x="120" y="596"/>
                    <a:pt x="290" y="637"/>
                  </a:cubicBezTo>
                  <a:cubicBezTo>
                    <a:pt x="305" y="639"/>
                    <a:pt x="321" y="641"/>
                    <a:pt x="336" y="641"/>
                  </a:cubicBezTo>
                  <a:cubicBezTo>
                    <a:pt x="490" y="641"/>
                    <a:pt x="633" y="530"/>
                    <a:pt x="670" y="376"/>
                  </a:cubicBezTo>
                  <a:cubicBezTo>
                    <a:pt x="696" y="203"/>
                    <a:pt x="579" y="33"/>
                    <a:pt x="409" y="8"/>
                  </a:cubicBezTo>
                  <a:cubicBezTo>
                    <a:pt x="386" y="3"/>
                    <a:pt x="363" y="0"/>
                    <a:pt x="34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18"/>
            <p:cNvSpPr/>
            <p:nvPr/>
          </p:nvSpPr>
          <p:spPr>
            <a:xfrm>
              <a:off x="4947572" y="1028260"/>
              <a:ext cx="33141" cy="30474"/>
            </a:xfrm>
            <a:custGeom>
              <a:rect b="b" l="l" r="r" t="t"/>
              <a:pathLst>
                <a:path extrusionOk="0" h="457" w="497">
                  <a:moveTo>
                    <a:pt x="243" y="1"/>
                  </a:moveTo>
                  <a:cubicBezTo>
                    <a:pt x="132" y="1"/>
                    <a:pt x="36" y="85"/>
                    <a:pt x="25" y="191"/>
                  </a:cubicBezTo>
                  <a:cubicBezTo>
                    <a:pt x="0" y="320"/>
                    <a:pt x="79" y="439"/>
                    <a:pt x="208" y="452"/>
                  </a:cubicBezTo>
                  <a:cubicBezTo>
                    <a:pt x="223" y="455"/>
                    <a:pt x="238" y="456"/>
                    <a:pt x="252" y="456"/>
                  </a:cubicBezTo>
                  <a:cubicBezTo>
                    <a:pt x="355" y="456"/>
                    <a:pt x="447" y="382"/>
                    <a:pt x="472" y="269"/>
                  </a:cubicBezTo>
                  <a:cubicBezTo>
                    <a:pt x="497" y="150"/>
                    <a:pt x="418" y="33"/>
                    <a:pt x="286" y="5"/>
                  </a:cubicBezTo>
                  <a:cubicBezTo>
                    <a:pt x="272" y="2"/>
                    <a:pt x="257" y="1"/>
                    <a:pt x="243"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3" name="Google Shape;723;p18"/>
            <p:cNvSpPr/>
            <p:nvPr/>
          </p:nvSpPr>
          <p:spPr>
            <a:xfrm>
              <a:off x="4807670" y="901628"/>
              <a:ext cx="40343" cy="36475"/>
            </a:xfrm>
            <a:custGeom>
              <a:rect b="b" l="l" r="r" t="t"/>
              <a:pathLst>
                <a:path extrusionOk="0" h="547" w="605">
                  <a:moveTo>
                    <a:pt x="308" y="1"/>
                  </a:moveTo>
                  <a:cubicBezTo>
                    <a:pt x="170" y="1"/>
                    <a:pt x="51" y="98"/>
                    <a:pt x="25" y="228"/>
                  </a:cubicBezTo>
                  <a:cubicBezTo>
                    <a:pt x="0" y="372"/>
                    <a:pt x="104" y="517"/>
                    <a:pt x="249" y="542"/>
                  </a:cubicBezTo>
                  <a:cubicBezTo>
                    <a:pt x="265" y="545"/>
                    <a:pt x="281" y="546"/>
                    <a:pt x="297" y="546"/>
                  </a:cubicBezTo>
                  <a:cubicBezTo>
                    <a:pt x="424" y="546"/>
                    <a:pt x="542" y="459"/>
                    <a:pt x="576" y="319"/>
                  </a:cubicBezTo>
                  <a:cubicBezTo>
                    <a:pt x="604" y="174"/>
                    <a:pt x="497" y="33"/>
                    <a:pt x="356" y="4"/>
                  </a:cubicBezTo>
                  <a:cubicBezTo>
                    <a:pt x="340" y="2"/>
                    <a:pt x="324" y="1"/>
                    <a:pt x="308"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4" name="Google Shape;724;p18"/>
            <p:cNvSpPr/>
            <p:nvPr/>
          </p:nvSpPr>
          <p:spPr>
            <a:xfrm>
              <a:off x="5283924" y="802803"/>
              <a:ext cx="40343" cy="36542"/>
            </a:xfrm>
            <a:custGeom>
              <a:rect b="b" l="l" r="r" t="t"/>
              <a:pathLst>
                <a:path extrusionOk="0" h="548" w="605">
                  <a:moveTo>
                    <a:pt x="306" y="1"/>
                  </a:moveTo>
                  <a:cubicBezTo>
                    <a:pt x="181" y="1"/>
                    <a:pt x="64" y="88"/>
                    <a:pt x="39" y="228"/>
                  </a:cubicBezTo>
                  <a:cubicBezTo>
                    <a:pt x="1" y="373"/>
                    <a:pt x="105" y="518"/>
                    <a:pt x="249" y="543"/>
                  </a:cubicBezTo>
                  <a:cubicBezTo>
                    <a:pt x="268" y="546"/>
                    <a:pt x="287" y="548"/>
                    <a:pt x="305" y="548"/>
                  </a:cubicBezTo>
                  <a:cubicBezTo>
                    <a:pt x="439" y="548"/>
                    <a:pt x="554" y="458"/>
                    <a:pt x="577" y="319"/>
                  </a:cubicBezTo>
                  <a:cubicBezTo>
                    <a:pt x="605" y="178"/>
                    <a:pt x="510" y="33"/>
                    <a:pt x="353" y="5"/>
                  </a:cubicBezTo>
                  <a:cubicBezTo>
                    <a:pt x="338" y="2"/>
                    <a:pt x="322" y="1"/>
                    <a:pt x="30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8"/>
            <p:cNvSpPr/>
            <p:nvPr/>
          </p:nvSpPr>
          <p:spPr>
            <a:xfrm>
              <a:off x="4824207" y="704111"/>
              <a:ext cx="31541" cy="28473"/>
            </a:xfrm>
            <a:custGeom>
              <a:rect b="b" l="l" r="r" t="t"/>
              <a:pathLst>
                <a:path extrusionOk="0" h="427" w="473">
                  <a:moveTo>
                    <a:pt x="229" y="1"/>
                  </a:moveTo>
                  <a:cubicBezTo>
                    <a:pt x="131" y="1"/>
                    <a:pt x="51" y="74"/>
                    <a:pt x="29" y="177"/>
                  </a:cubicBezTo>
                  <a:cubicBezTo>
                    <a:pt x="1" y="293"/>
                    <a:pt x="79" y="400"/>
                    <a:pt x="199" y="425"/>
                  </a:cubicBezTo>
                  <a:cubicBezTo>
                    <a:pt x="207" y="426"/>
                    <a:pt x="215" y="426"/>
                    <a:pt x="224" y="426"/>
                  </a:cubicBezTo>
                  <a:cubicBezTo>
                    <a:pt x="332" y="426"/>
                    <a:pt x="436" y="352"/>
                    <a:pt x="447" y="255"/>
                  </a:cubicBezTo>
                  <a:cubicBezTo>
                    <a:pt x="472" y="136"/>
                    <a:pt x="394" y="19"/>
                    <a:pt x="277" y="7"/>
                  </a:cubicBezTo>
                  <a:cubicBezTo>
                    <a:pt x="261" y="3"/>
                    <a:pt x="245" y="1"/>
                    <a:pt x="229"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6" name="Google Shape;726;p18"/>
            <p:cNvSpPr/>
            <p:nvPr/>
          </p:nvSpPr>
          <p:spPr>
            <a:xfrm>
              <a:off x="5215773" y="907029"/>
              <a:ext cx="31541" cy="28607"/>
            </a:xfrm>
            <a:custGeom>
              <a:rect b="b" l="l" r="r" t="t"/>
              <a:pathLst>
                <a:path extrusionOk="0" h="429" w="473">
                  <a:moveTo>
                    <a:pt x="246" y="0"/>
                  </a:moveTo>
                  <a:cubicBezTo>
                    <a:pt x="139" y="0"/>
                    <a:pt x="37" y="65"/>
                    <a:pt x="26" y="172"/>
                  </a:cubicBezTo>
                  <a:cubicBezTo>
                    <a:pt x="1" y="291"/>
                    <a:pt x="79" y="408"/>
                    <a:pt x="196" y="423"/>
                  </a:cubicBezTo>
                  <a:cubicBezTo>
                    <a:pt x="211" y="427"/>
                    <a:pt x="226" y="428"/>
                    <a:pt x="240" y="428"/>
                  </a:cubicBezTo>
                  <a:cubicBezTo>
                    <a:pt x="340" y="428"/>
                    <a:pt x="423" y="355"/>
                    <a:pt x="447" y="250"/>
                  </a:cubicBezTo>
                  <a:cubicBezTo>
                    <a:pt x="473" y="134"/>
                    <a:pt x="394" y="30"/>
                    <a:pt x="274" y="2"/>
                  </a:cubicBezTo>
                  <a:cubicBezTo>
                    <a:pt x="265" y="1"/>
                    <a:pt x="255" y="0"/>
                    <a:pt x="24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7" name="Google Shape;727;p18"/>
            <p:cNvSpPr/>
            <p:nvPr/>
          </p:nvSpPr>
          <p:spPr>
            <a:xfrm>
              <a:off x="5169428" y="989250"/>
              <a:ext cx="31541" cy="28407"/>
            </a:xfrm>
            <a:custGeom>
              <a:rect b="b" l="l" r="r" t="t"/>
              <a:pathLst>
                <a:path extrusionOk="0" h="426" w="473">
                  <a:moveTo>
                    <a:pt x="252" y="1"/>
                  </a:moveTo>
                  <a:cubicBezTo>
                    <a:pt x="142" y="1"/>
                    <a:pt x="40" y="75"/>
                    <a:pt x="26" y="172"/>
                  </a:cubicBezTo>
                  <a:cubicBezTo>
                    <a:pt x="1" y="291"/>
                    <a:pt x="79" y="408"/>
                    <a:pt x="199" y="420"/>
                  </a:cubicBezTo>
                  <a:cubicBezTo>
                    <a:pt x="215" y="424"/>
                    <a:pt x="231" y="426"/>
                    <a:pt x="246" y="426"/>
                  </a:cubicBezTo>
                  <a:cubicBezTo>
                    <a:pt x="342" y="426"/>
                    <a:pt x="423" y="353"/>
                    <a:pt x="447" y="250"/>
                  </a:cubicBezTo>
                  <a:cubicBezTo>
                    <a:pt x="472" y="134"/>
                    <a:pt x="394" y="27"/>
                    <a:pt x="277" y="2"/>
                  </a:cubicBezTo>
                  <a:cubicBezTo>
                    <a:pt x="269" y="1"/>
                    <a:pt x="261" y="1"/>
                    <a:pt x="252"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8"/>
            <p:cNvSpPr/>
            <p:nvPr/>
          </p:nvSpPr>
          <p:spPr>
            <a:xfrm>
              <a:off x="4770927" y="788999"/>
              <a:ext cx="53346" cy="48812"/>
            </a:xfrm>
            <a:custGeom>
              <a:rect b="b" l="l" r="r" t="t"/>
              <a:pathLst>
                <a:path extrusionOk="0" h="732" w="800">
                  <a:moveTo>
                    <a:pt x="406" y="1"/>
                  </a:moveTo>
                  <a:cubicBezTo>
                    <a:pt x="228" y="1"/>
                    <a:pt x="65" y="126"/>
                    <a:pt x="42" y="306"/>
                  </a:cubicBezTo>
                  <a:cubicBezTo>
                    <a:pt x="1" y="501"/>
                    <a:pt x="133" y="684"/>
                    <a:pt x="328" y="725"/>
                  </a:cubicBezTo>
                  <a:cubicBezTo>
                    <a:pt x="351" y="729"/>
                    <a:pt x="374" y="731"/>
                    <a:pt x="397" y="731"/>
                  </a:cubicBezTo>
                  <a:cubicBezTo>
                    <a:pt x="570" y="731"/>
                    <a:pt x="726" y="610"/>
                    <a:pt x="762" y="435"/>
                  </a:cubicBezTo>
                  <a:cubicBezTo>
                    <a:pt x="800" y="240"/>
                    <a:pt x="671" y="42"/>
                    <a:pt x="460" y="4"/>
                  </a:cubicBezTo>
                  <a:cubicBezTo>
                    <a:pt x="442" y="2"/>
                    <a:pt x="424" y="1"/>
                    <a:pt x="40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18"/>
            <p:cNvSpPr/>
            <p:nvPr/>
          </p:nvSpPr>
          <p:spPr>
            <a:xfrm>
              <a:off x="4887157" y="946839"/>
              <a:ext cx="46411" cy="42810"/>
            </a:xfrm>
            <a:custGeom>
              <a:rect b="b" l="l" r="r" t="t"/>
              <a:pathLst>
                <a:path extrusionOk="0" h="642" w="696">
                  <a:moveTo>
                    <a:pt x="338" y="1"/>
                  </a:moveTo>
                  <a:cubicBezTo>
                    <a:pt x="193" y="1"/>
                    <a:pt x="61" y="110"/>
                    <a:pt x="29" y="257"/>
                  </a:cubicBezTo>
                  <a:cubicBezTo>
                    <a:pt x="0" y="427"/>
                    <a:pt x="120" y="597"/>
                    <a:pt x="290" y="638"/>
                  </a:cubicBezTo>
                  <a:cubicBezTo>
                    <a:pt x="305" y="640"/>
                    <a:pt x="321" y="641"/>
                    <a:pt x="336" y="641"/>
                  </a:cubicBezTo>
                  <a:cubicBezTo>
                    <a:pt x="489" y="641"/>
                    <a:pt x="633" y="531"/>
                    <a:pt x="670" y="377"/>
                  </a:cubicBezTo>
                  <a:cubicBezTo>
                    <a:pt x="695" y="204"/>
                    <a:pt x="579" y="34"/>
                    <a:pt x="406" y="9"/>
                  </a:cubicBezTo>
                  <a:cubicBezTo>
                    <a:pt x="383" y="3"/>
                    <a:pt x="361" y="1"/>
                    <a:pt x="338"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0" name="Google Shape;730;p18"/>
            <p:cNvSpPr/>
            <p:nvPr/>
          </p:nvSpPr>
          <p:spPr>
            <a:xfrm>
              <a:off x="5041929" y="1032728"/>
              <a:ext cx="39276" cy="36475"/>
            </a:xfrm>
            <a:custGeom>
              <a:rect b="b" l="l" r="r" t="t"/>
              <a:pathLst>
                <a:path extrusionOk="0" h="547" w="589">
                  <a:moveTo>
                    <a:pt x="296" y="0"/>
                  </a:moveTo>
                  <a:cubicBezTo>
                    <a:pt x="167" y="0"/>
                    <a:pt x="48" y="97"/>
                    <a:pt x="26" y="227"/>
                  </a:cubicBezTo>
                  <a:cubicBezTo>
                    <a:pt x="0" y="372"/>
                    <a:pt x="92" y="517"/>
                    <a:pt x="249" y="542"/>
                  </a:cubicBezTo>
                  <a:cubicBezTo>
                    <a:pt x="265" y="545"/>
                    <a:pt x="281" y="546"/>
                    <a:pt x="297" y="546"/>
                  </a:cubicBezTo>
                  <a:cubicBezTo>
                    <a:pt x="424" y="546"/>
                    <a:pt x="541" y="460"/>
                    <a:pt x="563" y="331"/>
                  </a:cubicBezTo>
                  <a:cubicBezTo>
                    <a:pt x="589" y="174"/>
                    <a:pt x="497" y="32"/>
                    <a:pt x="340" y="4"/>
                  </a:cubicBezTo>
                  <a:cubicBezTo>
                    <a:pt x="325" y="2"/>
                    <a:pt x="311" y="0"/>
                    <a:pt x="29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5">
  <p:cSld name="CUSTOM_5_3_1">
    <p:spTree>
      <p:nvGrpSpPr>
        <p:cNvPr id="731" name="Shape 731"/>
        <p:cNvGrpSpPr/>
        <p:nvPr/>
      </p:nvGrpSpPr>
      <p:grpSpPr>
        <a:xfrm>
          <a:off x="0" y="0"/>
          <a:ext cx="0" cy="0"/>
          <a:chOff x="0" y="0"/>
          <a:chExt cx="0" cy="0"/>
        </a:xfrm>
      </p:grpSpPr>
      <p:sp>
        <p:nvSpPr>
          <p:cNvPr id="732" name="Google Shape;732;p19"/>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733" name="Google Shape;733;p19"/>
          <p:cNvGrpSpPr/>
          <p:nvPr/>
        </p:nvGrpSpPr>
        <p:grpSpPr>
          <a:xfrm>
            <a:off x="8251763" y="4326591"/>
            <a:ext cx="1149987" cy="1065549"/>
            <a:chOff x="7893253" y="3121156"/>
            <a:chExt cx="856410" cy="793528"/>
          </a:xfrm>
        </p:grpSpPr>
        <p:sp>
          <p:nvSpPr>
            <p:cNvPr id="734" name="Google Shape;734;p19"/>
            <p:cNvSpPr/>
            <p:nvPr/>
          </p:nvSpPr>
          <p:spPr>
            <a:xfrm>
              <a:off x="8310225" y="3121156"/>
              <a:ext cx="439438" cy="588340"/>
            </a:xfrm>
            <a:custGeom>
              <a:rect b="b" l="l" r="r" t="t"/>
              <a:pathLst>
                <a:path extrusionOk="0" h="8823" w="6590">
                  <a:moveTo>
                    <a:pt x="654" y="16"/>
                  </a:moveTo>
                  <a:cubicBezTo>
                    <a:pt x="642" y="0"/>
                    <a:pt x="629" y="0"/>
                    <a:pt x="629" y="0"/>
                  </a:cubicBezTo>
                  <a:cubicBezTo>
                    <a:pt x="629" y="0"/>
                    <a:pt x="0" y="3737"/>
                    <a:pt x="1258" y="6108"/>
                  </a:cubicBezTo>
                  <a:cubicBezTo>
                    <a:pt x="2397" y="8256"/>
                    <a:pt x="5017" y="8744"/>
                    <a:pt x="5504" y="8807"/>
                  </a:cubicBezTo>
                  <a:cubicBezTo>
                    <a:pt x="5555" y="8823"/>
                    <a:pt x="5583" y="8823"/>
                    <a:pt x="5583" y="8823"/>
                  </a:cubicBezTo>
                  <a:cubicBezTo>
                    <a:pt x="5583" y="8823"/>
                    <a:pt x="6589" y="6319"/>
                    <a:pt x="5331" y="3948"/>
                  </a:cubicBezTo>
                  <a:cubicBezTo>
                    <a:pt x="4139" y="1692"/>
                    <a:pt x="956" y="158"/>
                    <a:pt x="654" y="16"/>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5" name="Google Shape;735;p19"/>
            <p:cNvSpPr/>
            <p:nvPr/>
          </p:nvSpPr>
          <p:spPr>
            <a:xfrm>
              <a:off x="7992879" y="3473512"/>
              <a:ext cx="435237" cy="425568"/>
            </a:xfrm>
            <a:custGeom>
              <a:rect b="b" l="l" r="r" t="t"/>
              <a:pathLst>
                <a:path extrusionOk="0" h="6382" w="6527">
                  <a:moveTo>
                    <a:pt x="13" y="0"/>
                  </a:moveTo>
                  <a:lnTo>
                    <a:pt x="0" y="0"/>
                  </a:lnTo>
                  <a:cubicBezTo>
                    <a:pt x="0" y="0"/>
                    <a:pt x="419" y="3249"/>
                    <a:pt x="2057" y="4888"/>
                  </a:cubicBezTo>
                  <a:cubicBezTo>
                    <a:pt x="3539" y="6382"/>
                    <a:pt x="5832" y="6118"/>
                    <a:pt x="6253" y="6055"/>
                  </a:cubicBezTo>
                  <a:cubicBezTo>
                    <a:pt x="6291" y="6055"/>
                    <a:pt x="6316" y="6039"/>
                    <a:pt x="6316" y="6039"/>
                  </a:cubicBezTo>
                  <a:cubicBezTo>
                    <a:pt x="6316" y="6039"/>
                    <a:pt x="6527" y="3708"/>
                    <a:pt x="4888" y="2070"/>
                  </a:cubicBezTo>
                  <a:cubicBezTo>
                    <a:pt x="3328" y="497"/>
                    <a:pt x="302" y="38"/>
                    <a:pt x="13" y="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9"/>
            <p:cNvSpPr/>
            <p:nvPr/>
          </p:nvSpPr>
          <p:spPr>
            <a:xfrm>
              <a:off x="8211400" y="3155298"/>
              <a:ext cx="439704" cy="587339"/>
            </a:xfrm>
            <a:custGeom>
              <a:rect b="b" l="l" r="r" t="t"/>
              <a:pathLst>
                <a:path extrusionOk="0" h="8808" w="6594">
                  <a:moveTo>
                    <a:pt x="630" y="1"/>
                  </a:moveTo>
                  <a:cubicBezTo>
                    <a:pt x="630" y="1"/>
                    <a:pt x="1" y="3734"/>
                    <a:pt x="1259" y="6093"/>
                  </a:cubicBezTo>
                  <a:cubicBezTo>
                    <a:pt x="2397" y="8245"/>
                    <a:pt x="5021" y="8729"/>
                    <a:pt x="5505" y="8795"/>
                  </a:cubicBezTo>
                  <a:cubicBezTo>
                    <a:pt x="5543" y="8808"/>
                    <a:pt x="5571" y="8808"/>
                    <a:pt x="5571" y="8808"/>
                  </a:cubicBezTo>
                  <a:cubicBezTo>
                    <a:pt x="5571" y="8808"/>
                    <a:pt x="6593" y="6304"/>
                    <a:pt x="5335" y="3932"/>
                  </a:cubicBezTo>
                  <a:cubicBezTo>
                    <a:pt x="4140" y="1677"/>
                    <a:pt x="944" y="146"/>
                    <a:pt x="655"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7" name="Google Shape;737;p19"/>
            <p:cNvSpPr/>
            <p:nvPr/>
          </p:nvSpPr>
          <p:spPr>
            <a:xfrm>
              <a:off x="8255012" y="3155298"/>
              <a:ext cx="396094" cy="587339"/>
            </a:xfrm>
            <a:custGeom>
              <a:rect b="b" l="l" r="r" t="t"/>
              <a:pathLst>
                <a:path extrusionOk="0" h="8808" w="5940">
                  <a:moveTo>
                    <a:pt x="1" y="1"/>
                  </a:moveTo>
                  <a:lnTo>
                    <a:pt x="4851" y="8795"/>
                  </a:lnTo>
                  <a:cubicBezTo>
                    <a:pt x="4889" y="8808"/>
                    <a:pt x="4917" y="8808"/>
                    <a:pt x="4917" y="8808"/>
                  </a:cubicBezTo>
                  <a:cubicBezTo>
                    <a:pt x="4917" y="8808"/>
                    <a:pt x="5939" y="6304"/>
                    <a:pt x="4681" y="3932"/>
                  </a:cubicBezTo>
                  <a:cubicBezTo>
                    <a:pt x="3486" y="1677"/>
                    <a:pt x="290" y="146"/>
                    <a:pt x="1" y="1"/>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8" name="Google Shape;738;p19"/>
            <p:cNvSpPr/>
            <p:nvPr/>
          </p:nvSpPr>
          <p:spPr>
            <a:xfrm>
              <a:off x="7893253" y="3506654"/>
              <a:ext cx="436104" cy="408030"/>
            </a:xfrm>
            <a:custGeom>
              <a:rect b="b" l="l" r="r" t="t"/>
              <a:pathLst>
                <a:path extrusionOk="0" h="6119" w="6540">
                  <a:moveTo>
                    <a:pt x="0" y="0"/>
                  </a:moveTo>
                  <a:cubicBezTo>
                    <a:pt x="0" y="0"/>
                    <a:pt x="434" y="3249"/>
                    <a:pt x="2070" y="4900"/>
                  </a:cubicBezTo>
                  <a:cubicBezTo>
                    <a:pt x="3102" y="5933"/>
                    <a:pt x="4528" y="6119"/>
                    <a:pt x="5441" y="6119"/>
                  </a:cubicBezTo>
                  <a:cubicBezTo>
                    <a:pt x="5838" y="6119"/>
                    <a:pt x="6138" y="6084"/>
                    <a:pt x="6266" y="6067"/>
                  </a:cubicBezTo>
                  <a:cubicBezTo>
                    <a:pt x="6303" y="6055"/>
                    <a:pt x="6332" y="6055"/>
                    <a:pt x="6332" y="6055"/>
                  </a:cubicBezTo>
                  <a:cubicBezTo>
                    <a:pt x="6332" y="6055"/>
                    <a:pt x="6539" y="3721"/>
                    <a:pt x="4901" y="2070"/>
                  </a:cubicBezTo>
                  <a:cubicBezTo>
                    <a:pt x="3328" y="510"/>
                    <a:pt x="302" y="38"/>
                    <a:pt x="26"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9"/>
            <p:cNvSpPr/>
            <p:nvPr/>
          </p:nvSpPr>
          <p:spPr>
            <a:xfrm>
              <a:off x="7894920" y="3506654"/>
              <a:ext cx="434436" cy="404629"/>
            </a:xfrm>
            <a:custGeom>
              <a:rect b="b" l="l" r="r" t="t"/>
              <a:pathLst>
                <a:path extrusionOk="0" h="6068" w="6515">
                  <a:moveTo>
                    <a:pt x="1" y="0"/>
                  </a:moveTo>
                  <a:lnTo>
                    <a:pt x="6241" y="6067"/>
                  </a:lnTo>
                  <a:cubicBezTo>
                    <a:pt x="6278" y="6055"/>
                    <a:pt x="6307" y="6055"/>
                    <a:pt x="6307" y="6055"/>
                  </a:cubicBezTo>
                  <a:cubicBezTo>
                    <a:pt x="6307" y="6055"/>
                    <a:pt x="6514" y="3721"/>
                    <a:pt x="4876" y="2070"/>
                  </a:cubicBezTo>
                  <a:cubicBezTo>
                    <a:pt x="3303" y="510"/>
                    <a:pt x="277" y="38"/>
                    <a:pt x="1"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0" name="Google Shape;740;p19"/>
          <p:cNvGrpSpPr/>
          <p:nvPr/>
        </p:nvGrpSpPr>
        <p:grpSpPr>
          <a:xfrm>
            <a:off x="-974187" y="-905469"/>
            <a:ext cx="2404758" cy="2080732"/>
            <a:chOff x="6222494" y="3474678"/>
            <a:chExt cx="1406949" cy="1217372"/>
          </a:xfrm>
        </p:grpSpPr>
        <p:sp>
          <p:nvSpPr>
            <p:cNvPr id="741" name="Google Shape;741;p19"/>
            <p:cNvSpPr/>
            <p:nvPr/>
          </p:nvSpPr>
          <p:spPr>
            <a:xfrm>
              <a:off x="7220413" y="3895851"/>
              <a:ext cx="409030" cy="631150"/>
            </a:xfrm>
            <a:custGeom>
              <a:rect b="b" l="l" r="r" t="t"/>
              <a:pathLst>
                <a:path extrusionOk="0" h="9465" w="6134">
                  <a:moveTo>
                    <a:pt x="1209" y="16"/>
                  </a:moveTo>
                  <a:cubicBezTo>
                    <a:pt x="1193" y="16"/>
                    <a:pt x="1180" y="0"/>
                    <a:pt x="1180" y="0"/>
                  </a:cubicBezTo>
                  <a:cubicBezTo>
                    <a:pt x="1180" y="0"/>
                    <a:pt x="1" y="3605"/>
                    <a:pt x="894" y="6133"/>
                  </a:cubicBezTo>
                  <a:cubicBezTo>
                    <a:pt x="1693" y="8429"/>
                    <a:pt x="4209" y="9294"/>
                    <a:pt x="4668" y="9436"/>
                  </a:cubicBezTo>
                  <a:cubicBezTo>
                    <a:pt x="4719" y="9451"/>
                    <a:pt x="4747" y="9464"/>
                    <a:pt x="4747" y="9464"/>
                  </a:cubicBezTo>
                  <a:cubicBezTo>
                    <a:pt x="4747" y="9464"/>
                    <a:pt x="6134" y="7143"/>
                    <a:pt x="5244" y="4602"/>
                  </a:cubicBezTo>
                  <a:cubicBezTo>
                    <a:pt x="4404" y="2189"/>
                    <a:pt x="1482" y="198"/>
                    <a:pt x="1209" y="16"/>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9"/>
            <p:cNvSpPr/>
            <p:nvPr/>
          </p:nvSpPr>
          <p:spPr>
            <a:xfrm>
              <a:off x="6475892" y="3474678"/>
              <a:ext cx="148769" cy="195780"/>
            </a:xfrm>
            <a:custGeom>
              <a:rect b="b" l="l" r="r" t="t"/>
              <a:pathLst>
                <a:path extrusionOk="0" h="2936" w="2231">
                  <a:moveTo>
                    <a:pt x="720" y="2793"/>
                  </a:moveTo>
                  <a:cubicBezTo>
                    <a:pt x="1221" y="2935"/>
                    <a:pt x="1796" y="2463"/>
                    <a:pt x="2007" y="1730"/>
                  </a:cubicBezTo>
                  <a:cubicBezTo>
                    <a:pt x="2230" y="1010"/>
                    <a:pt x="2007" y="290"/>
                    <a:pt x="1507" y="145"/>
                  </a:cubicBezTo>
                  <a:cubicBezTo>
                    <a:pt x="1010" y="1"/>
                    <a:pt x="434" y="472"/>
                    <a:pt x="224" y="1205"/>
                  </a:cubicBezTo>
                  <a:cubicBezTo>
                    <a:pt x="0" y="1941"/>
                    <a:pt x="224" y="2649"/>
                    <a:pt x="720" y="279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3" name="Google Shape;743;p19"/>
            <p:cNvSpPr/>
            <p:nvPr/>
          </p:nvSpPr>
          <p:spPr>
            <a:xfrm>
              <a:off x="6694480" y="4499718"/>
              <a:ext cx="205382" cy="179176"/>
            </a:xfrm>
            <a:custGeom>
              <a:rect b="b" l="l" r="r" t="t"/>
              <a:pathLst>
                <a:path extrusionOk="0" h="2687" w="3080">
                  <a:moveTo>
                    <a:pt x="931" y="460"/>
                  </a:moveTo>
                  <a:cubicBezTo>
                    <a:pt x="277" y="919"/>
                    <a:pt x="0" y="1680"/>
                    <a:pt x="343" y="2177"/>
                  </a:cubicBezTo>
                  <a:cubicBezTo>
                    <a:pt x="683" y="2662"/>
                    <a:pt x="1494" y="2687"/>
                    <a:pt x="2152" y="2243"/>
                  </a:cubicBezTo>
                  <a:cubicBezTo>
                    <a:pt x="2819" y="1784"/>
                    <a:pt x="3080" y="1010"/>
                    <a:pt x="2753" y="526"/>
                  </a:cubicBezTo>
                  <a:cubicBezTo>
                    <a:pt x="2413" y="42"/>
                    <a:pt x="1601" y="1"/>
                    <a:pt x="931" y="46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4" name="Google Shape;744;p19"/>
            <p:cNvSpPr/>
            <p:nvPr/>
          </p:nvSpPr>
          <p:spPr>
            <a:xfrm>
              <a:off x="6392004" y="3799760"/>
              <a:ext cx="154837" cy="206249"/>
            </a:xfrm>
            <a:custGeom>
              <a:rect b="b" l="l" r="r" t="t"/>
              <a:pathLst>
                <a:path extrusionOk="0" h="3093" w="2322">
                  <a:moveTo>
                    <a:pt x="1680" y="183"/>
                  </a:moveTo>
                  <a:cubicBezTo>
                    <a:pt x="1192" y="1"/>
                    <a:pt x="579" y="460"/>
                    <a:pt x="289" y="1205"/>
                  </a:cubicBezTo>
                  <a:cubicBezTo>
                    <a:pt x="0" y="1966"/>
                    <a:pt x="157" y="2728"/>
                    <a:pt x="642" y="2910"/>
                  </a:cubicBezTo>
                  <a:cubicBezTo>
                    <a:pt x="1129" y="3092"/>
                    <a:pt x="1743" y="2636"/>
                    <a:pt x="2032" y="1875"/>
                  </a:cubicBezTo>
                  <a:cubicBezTo>
                    <a:pt x="2321" y="1127"/>
                    <a:pt x="2164" y="369"/>
                    <a:pt x="1680" y="18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5" name="Google Shape;745;p19"/>
            <p:cNvSpPr/>
            <p:nvPr/>
          </p:nvSpPr>
          <p:spPr>
            <a:xfrm>
              <a:off x="6321319" y="3615380"/>
              <a:ext cx="144968" cy="165173"/>
            </a:xfrm>
            <a:custGeom>
              <a:rect b="b" l="l" r="r" t="t"/>
              <a:pathLst>
                <a:path extrusionOk="0" h="2477" w="2174">
                  <a:moveTo>
                    <a:pt x="1768" y="2215"/>
                  </a:moveTo>
                  <a:cubicBezTo>
                    <a:pt x="2161" y="1942"/>
                    <a:pt x="2174" y="1284"/>
                    <a:pt x="1809" y="746"/>
                  </a:cubicBezTo>
                  <a:cubicBezTo>
                    <a:pt x="1428" y="212"/>
                    <a:pt x="812" y="1"/>
                    <a:pt x="419" y="275"/>
                  </a:cubicBezTo>
                  <a:cubicBezTo>
                    <a:pt x="25" y="551"/>
                    <a:pt x="0" y="1206"/>
                    <a:pt x="381" y="1731"/>
                  </a:cubicBezTo>
                  <a:cubicBezTo>
                    <a:pt x="746" y="2269"/>
                    <a:pt x="1375" y="2476"/>
                    <a:pt x="1768" y="221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9"/>
            <p:cNvSpPr/>
            <p:nvPr/>
          </p:nvSpPr>
          <p:spPr>
            <a:xfrm>
              <a:off x="6541508" y="3798960"/>
              <a:ext cx="672026" cy="769116"/>
            </a:xfrm>
            <a:custGeom>
              <a:rect b="b" l="l" r="r" t="t"/>
              <a:pathLst>
                <a:path extrusionOk="0" h="11534" w="10078">
                  <a:moveTo>
                    <a:pt x="8414" y="5674"/>
                  </a:moveTo>
                  <a:cubicBezTo>
                    <a:pt x="8229" y="5687"/>
                    <a:pt x="8059" y="5699"/>
                    <a:pt x="7901" y="5715"/>
                  </a:cubicBezTo>
                  <a:cubicBezTo>
                    <a:pt x="7942" y="5661"/>
                    <a:pt x="7968" y="5608"/>
                    <a:pt x="8008" y="5558"/>
                  </a:cubicBezTo>
                  <a:cubicBezTo>
                    <a:pt x="8361" y="4888"/>
                    <a:pt x="8257" y="4155"/>
                    <a:pt x="7785" y="3906"/>
                  </a:cubicBezTo>
                  <a:cubicBezTo>
                    <a:pt x="7313" y="3642"/>
                    <a:pt x="6643" y="3985"/>
                    <a:pt x="6291" y="4639"/>
                  </a:cubicBezTo>
                  <a:cubicBezTo>
                    <a:pt x="6250" y="4705"/>
                    <a:pt x="6225" y="4771"/>
                    <a:pt x="6200" y="4834"/>
                  </a:cubicBezTo>
                  <a:cubicBezTo>
                    <a:pt x="6341" y="4441"/>
                    <a:pt x="6184" y="3891"/>
                    <a:pt x="5778" y="3460"/>
                  </a:cubicBezTo>
                  <a:cubicBezTo>
                    <a:pt x="5583" y="3262"/>
                    <a:pt x="5360" y="3120"/>
                    <a:pt x="5149" y="3041"/>
                  </a:cubicBezTo>
                  <a:cubicBezTo>
                    <a:pt x="5269" y="2922"/>
                    <a:pt x="5373" y="2790"/>
                    <a:pt x="5451" y="2661"/>
                  </a:cubicBezTo>
                  <a:cubicBezTo>
                    <a:pt x="5857" y="2884"/>
                    <a:pt x="6316" y="2909"/>
                    <a:pt x="6631" y="2661"/>
                  </a:cubicBezTo>
                  <a:cubicBezTo>
                    <a:pt x="7103" y="2293"/>
                    <a:pt x="7077" y="1481"/>
                    <a:pt x="6593" y="852"/>
                  </a:cubicBezTo>
                  <a:cubicBezTo>
                    <a:pt x="6093" y="211"/>
                    <a:pt x="5307" y="0"/>
                    <a:pt x="4847" y="352"/>
                  </a:cubicBezTo>
                  <a:cubicBezTo>
                    <a:pt x="4586" y="550"/>
                    <a:pt x="4483" y="878"/>
                    <a:pt x="4508" y="1233"/>
                  </a:cubicBezTo>
                  <a:cubicBezTo>
                    <a:pt x="4259" y="1296"/>
                    <a:pt x="4011" y="1441"/>
                    <a:pt x="3788" y="1651"/>
                  </a:cubicBezTo>
                  <a:cubicBezTo>
                    <a:pt x="3721" y="1717"/>
                    <a:pt x="3655" y="1783"/>
                    <a:pt x="3605" y="1846"/>
                  </a:cubicBezTo>
                  <a:cubicBezTo>
                    <a:pt x="3721" y="1664"/>
                    <a:pt x="3747" y="1469"/>
                    <a:pt x="3630" y="1271"/>
                  </a:cubicBezTo>
                  <a:cubicBezTo>
                    <a:pt x="3328" y="733"/>
                    <a:pt x="2451" y="654"/>
                    <a:pt x="1665" y="1101"/>
                  </a:cubicBezTo>
                  <a:cubicBezTo>
                    <a:pt x="878" y="1547"/>
                    <a:pt x="485" y="2334"/>
                    <a:pt x="787" y="2868"/>
                  </a:cubicBezTo>
                  <a:cubicBezTo>
                    <a:pt x="837" y="2963"/>
                    <a:pt x="903" y="3041"/>
                    <a:pt x="982" y="3079"/>
                  </a:cubicBezTo>
                  <a:cubicBezTo>
                    <a:pt x="734" y="3224"/>
                    <a:pt x="510" y="3460"/>
                    <a:pt x="340" y="3762"/>
                  </a:cubicBezTo>
                  <a:cubicBezTo>
                    <a:pt x="1" y="4429"/>
                    <a:pt x="92" y="5164"/>
                    <a:pt x="564" y="5413"/>
                  </a:cubicBezTo>
                  <a:cubicBezTo>
                    <a:pt x="774" y="5529"/>
                    <a:pt x="1023" y="5529"/>
                    <a:pt x="1259" y="5438"/>
                  </a:cubicBezTo>
                  <a:cubicBezTo>
                    <a:pt x="982" y="6080"/>
                    <a:pt x="1114" y="6750"/>
                    <a:pt x="1573" y="7011"/>
                  </a:cubicBezTo>
                  <a:cubicBezTo>
                    <a:pt x="2083" y="7300"/>
                    <a:pt x="2803" y="6998"/>
                    <a:pt x="3212" y="6316"/>
                  </a:cubicBezTo>
                  <a:cubicBezTo>
                    <a:pt x="3382" y="6526"/>
                    <a:pt x="3655" y="6658"/>
                    <a:pt x="3970" y="6721"/>
                  </a:cubicBezTo>
                  <a:cubicBezTo>
                    <a:pt x="3854" y="6762"/>
                    <a:pt x="3721" y="6816"/>
                    <a:pt x="3605" y="6894"/>
                  </a:cubicBezTo>
                  <a:cubicBezTo>
                    <a:pt x="2819" y="7325"/>
                    <a:pt x="2426" y="8124"/>
                    <a:pt x="2724" y="8662"/>
                  </a:cubicBezTo>
                  <a:cubicBezTo>
                    <a:pt x="2765" y="8715"/>
                    <a:pt x="2790" y="8766"/>
                    <a:pt x="2831" y="8807"/>
                  </a:cubicBezTo>
                  <a:cubicBezTo>
                    <a:pt x="2426" y="8807"/>
                    <a:pt x="1979" y="9121"/>
                    <a:pt x="1702" y="9618"/>
                  </a:cubicBezTo>
                  <a:cubicBezTo>
                    <a:pt x="1363" y="10288"/>
                    <a:pt x="1454" y="11021"/>
                    <a:pt x="1926" y="11269"/>
                  </a:cubicBezTo>
                  <a:cubicBezTo>
                    <a:pt x="2397" y="11534"/>
                    <a:pt x="3067" y="11191"/>
                    <a:pt x="3420" y="10537"/>
                  </a:cubicBezTo>
                  <a:cubicBezTo>
                    <a:pt x="3747" y="9920"/>
                    <a:pt x="3684" y="9238"/>
                    <a:pt x="3303" y="8951"/>
                  </a:cubicBezTo>
                  <a:cubicBezTo>
                    <a:pt x="3618" y="8923"/>
                    <a:pt x="4011" y="8728"/>
                    <a:pt x="4454" y="8480"/>
                  </a:cubicBezTo>
                  <a:cubicBezTo>
                    <a:pt x="5241" y="8033"/>
                    <a:pt x="5870" y="7586"/>
                    <a:pt x="5571" y="7052"/>
                  </a:cubicBezTo>
                  <a:cubicBezTo>
                    <a:pt x="5439" y="6828"/>
                    <a:pt x="5203" y="6684"/>
                    <a:pt x="4914" y="6630"/>
                  </a:cubicBezTo>
                  <a:cubicBezTo>
                    <a:pt x="5426" y="6435"/>
                    <a:pt x="5766" y="6029"/>
                    <a:pt x="5712" y="5608"/>
                  </a:cubicBezTo>
                  <a:cubicBezTo>
                    <a:pt x="5700" y="5504"/>
                    <a:pt x="5675" y="5400"/>
                    <a:pt x="5609" y="5306"/>
                  </a:cubicBezTo>
                  <a:cubicBezTo>
                    <a:pt x="5766" y="5281"/>
                    <a:pt x="5911" y="5215"/>
                    <a:pt x="6027" y="5111"/>
                  </a:cubicBezTo>
                  <a:cubicBezTo>
                    <a:pt x="6093" y="5045"/>
                    <a:pt x="6146" y="4966"/>
                    <a:pt x="6184" y="4888"/>
                  </a:cubicBezTo>
                  <a:cubicBezTo>
                    <a:pt x="5964" y="5479"/>
                    <a:pt x="6093" y="6067"/>
                    <a:pt x="6514" y="6290"/>
                  </a:cubicBezTo>
                  <a:cubicBezTo>
                    <a:pt x="6606" y="6344"/>
                    <a:pt x="6697" y="6369"/>
                    <a:pt x="6788" y="6369"/>
                  </a:cubicBezTo>
                  <a:lnTo>
                    <a:pt x="6788" y="6473"/>
                  </a:lnTo>
                  <a:cubicBezTo>
                    <a:pt x="6801" y="6671"/>
                    <a:pt x="6879" y="6841"/>
                    <a:pt x="7024" y="6998"/>
                  </a:cubicBezTo>
                  <a:cubicBezTo>
                    <a:pt x="6933" y="7102"/>
                    <a:pt x="6842" y="7234"/>
                    <a:pt x="6763" y="7366"/>
                  </a:cubicBezTo>
                  <a:cubicBezTo>
                    <a:pt x="6565" y="7731"/>
                    <a:pt x="6514" y="8124"/>
                    <a:pt x="6593" y="8451"/>
                  </a:cubicBezTo>
                  <a:cubicBezTo>
                    <a:pt x="6291" y="8086"/>
                    <a:pt x="5885" y="7901"/>
                    <a:pt x="5530" y="8020"/>
                  </a:cubicBezTo>
                  <a:cubicBezTo>
                    <a:pt x="5020" y="8190"/>
                    <a:pt x="4797" y="8898"/>
                    <a:pt x="5033" y="9606"/>
                  </a:cubicBezTo>
                  <a:cubicBezTo>
                    <a:pt x="5269" y="10313"/>
                    <a:pt x="5870" y="10760"/>
                    <a:pt x="6382" y="10590"/>
                  </a:cubicBezTo>
                  <a:cubicBezTo>
                    <a:pt x="6892" y="10417"/>
                    <a:pt x="7115" y="9709"/>
                    <a:pt x="6879" y="9002"/>
                  </a:cubicBezTo>
                  <a:cubicBezTo>
                    <a:pt x="6867" y="8976"/>
                    <a:pt x="6854" y="8951"/>
                    <a:pt x="6854" y="8923"/>
                  </a:cubicBezTo>
                  <a:cubicBezTo>
                    <a:pt x="6892" y="8964"/>
                    <a:pt x="6933" y="8989"/>
                    <a:pt x="6986" y="9017"/>
                  </a:cubicBezTo>
                  <a:cubicBezTo>
                    <a:pt x="7458" y="9278"/>
                    <a:pt x="8125" y="8939"/>
                    <a:pt x="8480" y="8281"/>
                  </a:cubicBezTo>
                  <a:cubicBezTo>
                    <a:pt x="8622" y="8008"/>
                    <a:pt x="8688" y="7718"/>
                    <a:pt x="8688" y="7457"/>
                  </a:cubicBezTo>
                  <a:cubicBezTo>
                    <a:pt x="9487" y="7338"/>
                    <a:pt x="10078" y="6841"/>
                    <a:pt x="10037" y="6278"/>
                  </a:cubicBezTo>
                  <a:cubicBezTo>
                    <a:pt x="10012" y="5661"/>
                    <a:pt x="9304" y="5621"/>
                    <a:pt x="8414" y="5674"/>
                  </a:cubicBezTo>
                  <a:close/>
                  <a:moveTo>
                    <a:pt x="2149" y="4469"/>
                  </a:moveTo>
                  <a:cubicBezTo>
                    <a:pt x="2385" y="3866"/>
                    <a:pt x="2268" y="3249"/>
                    <a:pt x="1847" y="3026"/>
                  </a:cubicBezTo>
                  <a:cubicBezTo>
                    <a:pt x="2045" y="2947"/>
                    <a:pt x="2281" y="2818"/>
                    <a:pt x="2517" y="2686"/>
                  </a:cubicBezTo>
                  <a:cubicBezTo>
                    <a:pt x="2935" y="2450"/>
                    <a:pt x="3316" y="2214"/>
                    <a:pt x="3526" y="1953"/>
                  </a:cubicBezTo>
                  <a:cubicBezTo>
                    <a:pt x="3212" y="2425"/>
                    <a:pt x="3171" y="2963"/>
                    <a:pt x="3473" y="3290"/>
                  </a:cubicBezTo>
                  <a:cubicBezTo>
                    <a:pt x="3589" y="3406"/>
                    <a:pt x="3762" y="3485"/>
                    <a:pt x="3945" y="3513"/>
                  </a:cubicBezTo>
                  <a:cubicBezTo>
                    <a:pt x="3841" y="3891"/>
                    <a:pt x="3983" y="4391"/>
                    <a:pt x="4363" y="4784"/>
                  </a:cubicBezTo>
                  <a:cubicBezTo>
                    <a:pt x="4325" y="4796"/>
                    <a:pt x="4297" y="4796"/>
                    <a:pt x="4259" y="4796"/>
                  </a:cubicBezTo>
                  <a:cubicBezTo>
                    <a:pt x="3945" y="4834"/>
                    <a:pt x="3655" y="4954"/>
                    <a:pt x="3448" y="5111"/>
                  </a:cubicBezTo>
                  <a:cubicBezTo>
                    <a:pt x="3382" y="4834"/>
                    <a:pt x="3237" y="4614"/>
                    <a:pt x="3014" y="4482"/>
                  </a:cubicBezTo>
                  <a:cubicBezTo>
                    <a:pt x="2765" y="4337"/>
                    <a:pt x="2451" y="4337"/>
                    <a:pt x="2149" y="4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7" name="Google Shape;747;p19"/>
            <p:cNvSpPr/>
            <p:nvPr/>
          </p:nvSpPr>
          <p:spPr>
            <a:xfrm>
              <a:off x="6526638" y="3679997"/>
              <a:ext cx="222786" cy="127830"/>
            </a:xfrm>
            <a:custGeom>
              <a:rect b="b" l="l" r="r" t="t"/>
              <a:pathLst>
                <a:path extrusionOk="0" h="1917" w="3341">
                  <a:moveTo>
                    <a:pt x="1743" y="1863"/>
                  </a:moveTo>
                  <a:cubicBezTo>
                    <a:pt x="2633" y="1797"/>
                    <a:pt x="3341" y="1259"/>
                    <a:pt x="3303" y="642"/>
                  </a:cubicBezTo>
                  <a:cubicBezTo>
                    <a:pt x="3262" y="42"/>
                    <a:pt x="2570" y="1"/>
                    <a:pt x="1664" y="54"/>
                  </a:cubicBezTo>
                  <a:cubicBezTo>
                    <a:pt x="762" y="108"/>
                    <a:pt x="0" y="237"/>
                    <a:pt x="38" y="853"/>
                  </a:cubicBezTo>
                  <a:cubicBezTo>
                    <a:pt x="79" y="1457"/>
                    <a:pt x="840" y="1916"/>
                    <a:pt x="1743" y="186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8" name="Google Shape;748;p19"/>
            <p:cNvSpPr/>
            <p:nvPr/>
          </p:nvSpPr>
          <p:spPr>
            <a:xfrm>
              <a:off x="7121655" y="3929993"/>
              <a:ext cx="409030" cy="630150"/>
            </a:xfrm>
            <a:custGeom>
              <a:rect b="b" l="l" r="r" t="t"/>
              <a:pathLst>
                <a:path extrusionOk="0" h="9450" w="6134">
                  <a:moveTo>
                    <a:pt x="1180" y="1"/>
                  </a:moveTo>
                  <a:cubicBezTo>
                    <a:pt x="1180" y="1"/>
                    <a:pt x="0" y="3593"/>
                    <a:pt x="881" y="6121"/>
                  </a:cubicBezTo>
                  <a:cubicBezTo>
                    <a:pt x="1693" y="8414"/>
                    <a:pt x="4209" y="9292"/>
                    <a:pt x="4668" y="9436"/>
                  </a:cubicBezTo>
                  <a:cubicBezTo>
                    <a:pt x="4718" y="9449"/>
                    <a:pt x="4747" y="9449"/>
                    <a:pt x="4747" y="9449"/>
                  </a:cubicBezTo>
                  <a:cubicBezTo>
                    <a:pt x="4747" y="9449"/>
                    <a:pt x="6134" y="7131"/>
                    <a:pt x="5243" y="4599"/>
                  </a:cubicBezTo>
                  <a:cubicBezTo>
                    <a:pt x="4391" y="2190"/>
                    <a:pt x="1469" y="196"/>
                    <a:pt x="1208" y="13"/>
                  </a:cubicBezTo>
                  <a:cubicBezTo>
                    <a:pt x="1196" y="1"/>
                    <a:pt x="1180" y="1"/>
                    <a:pt x="1180"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9"/>
            <p:cNvSpPr/>
            <p:nvPr/>
          </p:nvSpPr>
          <p:spPr>
            <a:xfrm>
              <a:off x="7202208" y="3930860"/>
              <a:ext cx="328478" cy="629283"/>
            </a:xfrm>
            <a:custGeom>
              <a:rect b="b" l="l" r="r" t="t"/>
              <a:pathLst>
                <a:path extrusionOk="0" h="9437" w="4926">
                  <a:moveTo>
                    <a:pt x="0" y="0"/>
                  </a:moveTo>
                  <a:lnTo>
                    <a:pt x="3460" y="9423"/>
                  </a:lnTo>
                  <a:cubicBezTo>
                    <a:pt x="3510" y="9436"/>
                    <a:pt x="3539" y="9436"/>
                    <a:pt x="3539" y="9436"/>
                  </a:cubicBezTo>
                  <a:cubicBezTo>
                    <a:pt x="3539" y="9436"/>
                    <a:pt x="4926" y="7118"/>
                    <a:pt x="4035" y="4586"/>
                  </a:cubicBezTo>
                  <a:cubicBezTo>
                    <a:pt x="3183" y="2177"/>
                    <a:pt x="261" y="183"/>
                    <a:pt x="0"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9"/>
            <p:cNvSpPr/>
            <p:nvPr/>
          </p:nvSpPr>
          <p:spPr>
            <a:xfrm>
              <a:off x="6640333" y="4151183"/>
              <a:ext cx="187778" cy="130898"/>
            </a:xfrm>
            <a:custGeom>
              <a:rect b="b" l="l" r="r" t="t"/>
              <a:pathLst>
                <a:path extrusionOk="0" h="1963" w="2816">
                  <a:moveTo>
                    <a:pt x="1502" y="1"/>
                  </a:moveTo>
                  <a:cubicBezTo>
                    <a:pt x="1434" y="1"/>
                    <a:pt x="1366" y="4"/>
                    <a:pt x="1296" y="11"/>
                  </a:cubicBezTo>
                  <a:cubicBezTo>
                    <a:pt x="550" y="103"/>
                    <a:pt x="0" y="603"/>
                    <a:pt x="63" y="1141"/>
                  </a:cubicBezTo>
                  <a:cubicBezTo>
                    <a:pt x="123" y="1625"/>
                    <a:pt x="656" y="1963"/>
                    <a:pt x="1313" y="1963"/>
                  </a:cubicBezTo>
                  <a:cubicBezTo>
                    <a:pt x="1381" y="1963"/>
                    <a:pt x="1450" y="1959"/>
                    <a:pt x="1519" y="1952"/>
                  </a:cubicBezTo>
                  <a:cubicBezTo>
                    <a:pt x="2265" y="1861"/>
                    <a:pt x="2815" y="1361"/>
                    <a:pt x="2752" y="826"/>
                  </a:cubicBezTo>
                  <a:cubicBezTo>
                    <a:pt x="2692" y="338"/>
                    <a:pt x="2159" y="1"/>
                    <a:pt x="150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1" name="Google Shape;751;p19"/>
            <p:cNvSpPr/>
            <p:nvPr/>
          </p:nvSpPr>
          <p:spPr>
            <a:xfrm>
              <a:off x="6649735" y="3911855"/>
              <a:ext cx="180243" cy="155570"/>
            </a:xfrm>
            <a:custGeom>
              <a:rect b="b" l="l" r="r" t="t"/>
              <a:pathLst>
                <a:path extrusionOk="0" h="2333" w="2703">
                  <a:moveTo>
                    <a:pt x="1732" y="1"/>
                  </a:moveTo>
                  <a:cubicBezTo>
                    <a:pt x="1394" y="1"/>
                    <a:pt x="1007" y="156"/>
                    <a:pt x="683" y="455"/>
                  </a:cubicBezTo>
                  <a:cubicBezTo>
                    <a:pt x="145" y="968"/>
                    <a:pt x="1" y="1701"/>
                    <a:pt x="369" y="2094"/>
                  </a:cubicBezTo>
                  <a:cubicBezTo>
                    <a:pt x="520" y="2255"/>
                    <a:pt x="732" y="2333"/>
                    <a:pt x="968" y="2333"/>
                  </a:cubicBezTo>
                  <a:cubicBezTo>
                    <a:pt x="1308" y="2333"/>
                    <a:pt x="1695" y="2173"/>
                    <a:pt x="2020" y="1871"/>
                  </a:cubicBezTo>
                  <a:cubicBezTo>
                    <a:pt x="2558" y="1361"/>
                    <a:pt x="2702" y="625"/>
                    <a:pt x="2334" y="232"/>
                  </a:cubicBezTo>
                  <a:cubicBezTo>
                    <a:pt x="2183" y="76"/>
                    <a:pt x="1969" y="1"/>
                    <a:pt x="173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19"/>
            <p:cNvSpPr/>
            <p:nvPr/>
          </p:nvSpPr>
          <p:spPr>
            <a:xfrm>
              <a:off x="6441883" y="4028485"/>
              <a:ext cx="161772" cy="170974"/>
            </a:xfrm>
            <a:custGeom>
              <a:rect b="b" l="l" r="r" t="t"/>
              <a:pathLst>
                <a:path extrusionOk="0" h="2564" w="2426">
                  <a:moveTo>
                    <a:pt x="1502" y="1"/>
                  </a:moveTo>
                  <a:cubicBezTo>
                    <a:pt x="1089" y="1"/>
                    <a:pt x="628" y="313"/>
                    <a:pt x="353" y="829"/>
                  </a:cubicBezTo>
                  <a:cubicBezTo>
                    <a:pt x="1" y="1487"/>
                    <a:pt x="104" y="2219"/>
                    <a:pt x="576" y="2480"/>
                  </a:cubicBezTo>
                  <a:cubicBezTo>
                    <a:pt x="683" y="2537"/>
                    <a:pt x="800" y="2563"/>
                    <a:pt x="921" y="2563"/>
                  </a:cubicBezTo>
                  <a:cubicBezTo>
                    <a:pt x="1335" y="2563"/>
                    <a:pt x="1798" y="2251"/>
                    <a:pt x="2070" y="1735"/>
                  </a:cubicBezTo>
                  <a:cubicBezTo>
                    <a:pt x="2426" y="1078"/>
                    <a:pt x="2319" y="345"/>
                    <a:pt x="1847" y="84"/>
                  </a:cubicBezTo>
                  <a:cubicBezTo>
                    <a:pt x="1740" y="28"/>
                    <a:pt x="1623" y="1"/>
                    <a:pt x="150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9"/>
            <p:cNvSpPr/>
            <p:nvPr/>
          </p:nvSpPr>
          <p:spPr>
            <a:xfrm>
              <a:off x="6869991" y="4268746"/>
              <a:ext cx="161772" cy="171041"/>
            </a:xfrm>
            <a:custGeom>
              <a:rect b="b" l="l" r="r" t="t"/>
              <a:pathLst>
                <a:path extrusionOk="0" h="2565" w="2426">
                  <a:moveTo>
                    <a:pt x="1503" y="1"/>
                  </a:moveTo>
                  <a:cubicBezTo>
                    <a:pt x="1090" y="1"/>
                    <a:pt x="628" y="315"/>
                    <a:pt x="356" y="831"/>
                  </a:cubicBezTo>
                  <a:cubicBezTo>
                    <a:pt x="0" y="1485"/>
                    <a:pt x="107" y="2221"/>
                    <a:pt x="579" y="2482"/>
                  </a:cubicBezTo>
                  <a:cubicBezTo>
                    <a:pt x="686" y="2538"/>
                    <a:pt x="802" y="2565"/>
                    <a:pt x="923" y="2565"/>
                  </a:cubicBezTo>
                  <a:cubicBezTo>
                    <a:pt x="1337" y="2565"/>
                    <a:pt x="1798" y="2252"/>
                    <a:pt x="2073" y="1736"/>
                  </a:cubicBezTo>
                  <a:cubicBezTo>
                    <a:pt x="2425" y="1079"/>
                    <a:pt x="2321" y="346"/>
                    <a:pt x="1849" y="85"/>
                  </a:cubicBezTo>
                  <a:cubicBezTo>
                    <a:pt x="1742" y="28"/>
                    <a:pt x="1625" y="1"/>
                    <a:pt x="150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4" name="Google Shape;754;p19"/>
            <p:cNvSpPr/>
            <p:nvPr/>
          </p:nvSpPr>
          <p:spPr>
            <a:xfrm>
              <a:off x="6838516" y="4087033"/>
              <a:ext cx="160905" cy="170507"/>
            </a:xfrm>
            <a:custGeom>
              <a:rect b="b" l="l" r="r" t="t"/>
              <a:pathLst>
                <a:path extrusionOk="0" h="2557" w="2413">
                  <a:moveTo>
                    <a:pt x="1504" y="0"/>
                  </a:moveTo>
                  <a:cubicBezTo>
                    <a:pt x="1090" y="0"/>
                    <a:pt x="628" y="310"/>
                    <a:pt x="356" y="816"/>
                  </a:cubicBezTo>
                  <a:cubicBezTo>
                    <a:pt x="0" y="1486"/>
                    <a:pt x="107" y="2219"/>
                    <a:pt x="579" y="2467"/>
                  </a:cubicBezTo>
                  <a:cubicBezTo>
                    <a:pt x="688" y="2528"/>
                    <a:pt x="807" y="2557"/>
                    <a:pt x="930" y="2557"/>
                  </a:cubicBezTo>
                  <a:cubicBezTo>
                    <a:pt x="1342" y="2557"/>
                    <a:pt x="1800" y="2238"/>
                    <a:pt x="2073" y="1735"/>
                  </a:cubicBezTo>
                  <a:cubicBezTo>
                    <a:pt x="2413" y="1080"/>
                    <a:pt x="2321" y="332"/>
                    <a:pt x="1850" y="83"/>
                  </a:cubicBezTo>
                  <a:cubicBezTo>
                    <a:pt x="1743" y="27"/>
                    <a:pt x="1625" y="0"/>
                    <a:pt x="150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5" name="Google Shape;755;p19"/>
            <p:cNvSpPr/>
            <p:nvPr/>
          </p:nvSpPr>
          <p:spPr>
            <a:xfrm>
              <a:off x="6532706" y="4419050"/>
              <a:ext cx="161772" cy="171107"/>
            </a:xfrm>
            <a:custGeom>
              <a:rect b="b" l="l" r="r" t="t"/>
              <a:pathLst>
                <a:path extrusionOk="0" h="2566" w="2426">
                  <a:moveTo>
                    <a:pt x="1505" y="0"/>
                  </a:moveTo>
                  <a:cubicBezTo>
                    <a:pt x="1091" y="0"/>
                    <a:pt x="629" y="313"/>
                    <a:pt x="356" y="832"/>
                  </a:cubicBezTo>
                  <a:cubicBezTo>
                    <a:pt x="1" y="1486"/>
                    <a:pt x="104" y="2219"/>
                    <a:pt x="576" y="2483"/>
                  </a:cubicBezTo>
                  <a:cubicBezTo>
                    <a:pt x="683" y="2539"/>
                    <a:pt x="800" y="2566"/>
                    <a:pt x="921" y="2566"/>
                  </a:cubicBezTo>
                  <a:cubicBezTo>
                    <a:pt x="1335" y="2566"/>
                    <a:pt x="1798" y="2253"/>
                    <a:pt x="2070" y="1734"/>
                  </a:cubicBezTo>
                  <a:cubicBezTo>
                    <a:pt x="2426" y="1080"/>
                    <a:pt x="2322" y="347"/>
                    <a:pt x="1850" y="83"/>
                  </a:cubicBezTo>
                  <a:cubicBezTo>
                    <a:pt x="1743" y="27"/>
                    <a:pt x="1626" y="0"/>
                    <a:pt x="1505"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6" name="Google Shape;756;p19"/>
            <p:cNvSpPr/>
            <p:nvPr/>
          </p:nvSpPr>
          <p:spPr>
            <a:xfrm>
              <a:off x="6377067" y="3515755"/>
              <a:ext cx="148769" cy="180376"/>
            </a:xfrm>
            <a:custGeom>
              <a:rect b="b" l="l" r="r" t="t"/>
              <a:pathLst>
                <a:path extrusionOk="0" h="2705" w="2231">
                  <a:moveTo>
                    <a:pt x="1326" y="0"/>
                  </a:moveTo>
                  <a:cubicBezTo>
                    <a:pt x="876" y="0"/>
                    <a:pt x="408" y="443"/>
                    <a:pt x="212" y="1089"/>
                  </a:cubicBezTo>
                  <a:cubicBezTo>
                    <a:pt x="1" y="1822"/>
                    <a:pt x="224" y="2530"/>
                    <a:pt x="724" y="2674"/>
                  </a:cubicBezTo>
                  <a:cubicBezTo>
                    <a:pt x="788" y="2695"/>
                    <a:pt x="852" y="2704"/>
                    <a:pt x="918" y="2704"/>
                  </a:cubicBezTo>
                  <a:cubicBezTo>
                    <a:pt x="1362" y="2704"/>
                    <a:pt x="1824" y="2255"/>
                    <a:pt x="2007" y="1627"/>
                  </a:cubicBezTo>
                  <a:cubicBezTo>
                    <a:pt x="2231" y="891"/>
                    <a:pt x="1995" y="183"/>
                    <a:pt x="1511" y="26"/>
                  </a:cubicBezTo>
                  <a:cubicBezTo>
                    <a:pt x="1450" y="9"/>
                    <a:pt x="1388" y="0"/>
                    <a:pt x="1326"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9"/>
            <p:cNvSpPr/>
            <p:nvPr/>
          </p:nvSpPr>
          <p:spPr>
            <a:xfrm>
              <a:off x="6423412" y="3531493"/>
              <a:ext cx="50012" cy="138099"/>
            </a:xfrm>
            <a:custGeom>
              <a:rect b="b" l="l" r="r" t="t"/>
              <a:pathLst>
                <a:path extrusionOk="0" h="2071" w="750">
                  <a:moveTo>
                    <a:pt x="749" y="13"/>
                  </a:moveTo>
                  <a:cubicBezTo>
                    <a:pt x="749" y="13"/>
                    <a:pt x="709" y="54"/>
                    <a:pt x="658" y="133"/>
                  </a:cubicBezTo>
                  <a:cubicBezTo>
                    <a:pt x="605" y="196"/>
                    <a:pt x="526" y="303"/>
                    <a:pt x="485" y="419"/>
                  </a:cubicBezTo>
                  <a:cubicBezTo>
                    <a:pt x="435" y="551"/>
                    <a:pt x="407" y="696"/>
                    <a:pt x="422" y="841"/>
                  </a:cubicBezTo>
                  <a:cubicBezTo>
                    <a:pt x="422" y="970"/>
                    <a:pt x="473" y="1114"/>
                    <a:pt x="501" y="1246"/>
                  </a:cubicBezTo>
                  <a:cubicBezTo>
                    <a:pt x="539" y="1391"/>
                    <a:pt x="551" y="1548"/>
                    <a:pt x="514" y="1690"/>
                  </a:cubicBezTo>
                  <a:cubicBezTo>
                    <a:pt x="501" y="1756"/>
                    <a:pt x="473" y="1822"/>
                    <a:pt x="435" y="1875"/>
                  </a:cubicBezTo>
                  <a:cubicBezTo>
                    <a:pt x="394" y="1941"/>
                    <a:pt x="356" y="1979"/>
                    <a:pt x="303" y="2004"/>
                  </a:cubicBezTo>
                  <a:cubicBezTo>
                    <a:pt x="212" y="2070"/>
                    <a:pt x="120" y="2070"/>
                    <a:pt x="67" y="2058"/>
                  </a:cubicBezTo>
                  <a:cubicBezTo>
                    <a:pt x="13" y="2033"/>
                    <a:pt x="1" y="2004"/>
                    <a:pt x="1" y="1992"/>
                  </a:cubicBezTo>
                  <a:cubicBezTo>
                    <a:pt x="13" y="1954"/>
                    <a:pt x="108" y="1967"/>
                    <a:pt x="212" y="1875"/>
                  </a:cubicBezTo>
                  <a:cubicBezTo>
                    <a:pt x="265" y="1822"/>
                    <a:pt x="303" y="1756"/>
                    <a:pt x="315" y="1652"/>
                  </a:cubicBezTo>
                  <a:cubicBezTo>
                    <a:pt x="328" y="1561"/>
                    <a:pt x="315" y="1441"/>
                    <a:pt x="290" y="1312"/>
                  </a:cubicBezTo>
                  <a:cubicBezTo>
                    <a:pt x="265" y="1193"/>
                    <a:pt x="224" y="1036"/>
                    <a:pt x="224" y="853"/>
                  </a:cubicBezTo>
                  <a:cubicBezTo>
                    <a:pt x="224" y="668"/>
                    <a:pt x="278" y="498"/>
                    <a:pt x="356" y="353"/>
                  </a:cubicBezTo>
                  <a:cubicBezTo>
                    <a:pt x="435" y="224"/>
                    <a:pt x="539" y="133"/>
                    <a:pt x="605" y="67"/>
                  </a:cubicBezTo>
                  <a:cubicBezTo>
                    <a:pt x="683" y="13"/>
                    <a:pt x="737" y="1"/>
                    <a:pt x="749"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8" name="Google Shape;758;p19"/>
            <p:cNvSpPr/>
            <p:nvPr/>
          </p:nvSpPr>
          <p:spPr>
            <a:xfrm>
              <a:off x="6628797" y="4530345"/>
              <a:ext cx="205582" cy="161705"/>
            </a:xfrm>
            <a:custGeom>
              <a:rect b="b" l="l" r="r" t="t"/>
              <a:pathLst>
                <a:path extrusionOk="0" h="2425" w="3083">
                  <a:moveTo>
                    <a:pt x="1924" y="0"/>
                  </a:moveTo>
                  <a:cubicBezTo>
                    <a:pt x="1607" y="0"/>
                    <a:pt x="1253" y="109"/>
                    <a:pt x="931" y="330"/>
                  </a:cubicBezTo>
                  <a:cubicBezTo>
                    <a:pt x="277" y="773"/>
                    <a:pt x="0" y="1547"/>
                    <a:pt x="343" y="2031"/>
                  </a:cubicBezTo>
                  <a:cubicBezTo>
                    <a:pt x="521" y="2293"/>
                    <a:pt x="825" y="2425"/>
                    <a:pt x="1170" y="2425"/>
                  </a:cubicBezTo>
                  <a:cubicBezTo>
                    <a:pt x="1484" y="2425"/>
                    <a:pt x="1832" y="2316"/>
                    <a:pt x="2151" y="2097"/>
                  </a:cubicBezTo>
                  <a:cubicBezTo>
                    <a:pt x="2818" y="1638"/>
                    <a:pt x="3082" y="880"/>
                    <a:pt x="2740" y="380"/>
                  </a:cubicBezTo>
                  <a:cubicBezTo>
                    <a:pt x="2569" y="128"/>
                    <a:pt x="2268" y="0"/>
                    <a:pt x="192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9" name="Google Shape;759;p19"/>
            <p:cNvSpPr/>
            <p:nvPr/>
          </p:nvSpPr>
          <p:spPr>
            <a:xfrm>
              <a:off x="6669007" y="4560886"/>
              <a:ext cx="130364" cy="95289"/>
            </a:xfrm>
            <a:custGeom>
              <a:rect b="b" l="l" r="r" t="t"/>
              <a:pathLst>
                <a:path extrusionOk="0" h="1429" w="1955">
                  <a:moveTo>
                    <a:pt x="1942" y="54"/>
                  </a:moveTo>
                  <a:cubicBezTo>
                    <a:pt x="1942" y="67"/>
                    <a:pt x="1888" y="79"/>
                    <a:pt x="1797" y="92"/>
                  </a:cubicBezTo>
                  <a:cubicBezTo>
                    <a:pt x="1706" y="108"/>
                    <a:pt x="1574" y="145"/>
                    <a:pt x="1457" y="211"/>
                  </a:cubicBezTo>
                  <a:cubicBezTo>
                    <a:pt x="1325" y="277"/>
                    <a:pt x="1206" y="381"/>
                    <a:pt x="1127" y="513"/>
                  </a:cubicBezTo>
                  <a:cubicBezTo>
                    <a:pt x="1036" y="630"/>
                    <a:pt x="985" y="787"/>
                    <a:pt x="932" y="919"/>
                  </a:cubicBezTo>
                  <a:cubicBezTo>
                    <a:pt x="866" y="1064"/>
                    <a:pt x="775" y="1208"/>
                    <a:pt x="655" y="1300"/>
                  </a:cubicBezTo>
                  <a:cubicBezTo>
                    <a:pt x="592" y="1350"/>
                    <a:pt x="539" y="1378"/>
                    <a:pt x="460" y="1403"/>
                  </a:cubicBezTo>
                  <a:cubicBezTo>
                    <a:pt x="394" y="1416"/>
                    <a:pt x="328" y="1429"/>
                    <a:pt x="262" y="1416"/>
                  </a:cubicBezTo>
                  <a:cubicBezTo>
                    <a:pt x="146" y="1403"/>
                    <a:pt x="67" y="1337"/>
                    <a:pt x="26" y="1287"/>
                  </a:cubicBezTo>
                  <a:cubicBezTo>
                    <a:pt x="1" y="1221"/>
                    <a:pt x="1" y="1193"/>
                    <a:pt x="14" y="1180"/>
                  </a:cubicBezTo>
                  <a:cubicBezTo>
                    <a:pt x="54" y="1155"/>
                    <a:pt x="120" y="1246"/>
                    <a:pt x="278" y="1234"/>
                  </a:cubicBezTo>
                  <a:cubicBezTo>
                    <a:pt x="341" y="1221"/>
                    <a:pt x="419" y="1193"/>
                    <a:pt x="498" y="1130"/>
                  </a:cubicBezTo>
                  <a:cubicBezTo>
                    <a:pt x="577" y="1051"/>
                    <a:pt x="643" y="944"/>
                    <a:pt x="709" y="828"/>
                  </a:cubicBezTo>
                  <a:cubicBezTo>
                    <a:pt x="762" y="696"/>
                    <a:pt x="828" y="538"/>
                    <a:pt x="945" y="381"/>
                  </a:cubicBezTo>
                  <a:cubicBezTo>
                    <a:pt x="1064" y="236"/>
                    <a:pt x="1221" y="120"/>
                    <a:pt x="1379" y="67"/>
                  </a:cubicBezTo>
                  <a:cubicBezTo>
                    <a:pt x="1536" y="13"/>
                    <a:pt x="1693" y="1"/>
                    <a:pt x="1784" y="13"/>
                  </a:cubicBezTo>
                  <a:cubicBezTo>
                    <a:pt x="1888" y="29"/>
                    <a:pt x="1954" y="41"/>
                    <a:pt x="1942"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0" name="Google Shape;760;p19"/>
            <p:cNvSpPr/>
            <p:nvPr/>
          </p:nvSpPr>
          <p:spPr>
            <a:xfrm>
              <a:off x="6293179" y="3842505"/>
              <a:ext cx="154837" cy="187244"/>
            </a:xfrm>
            <a:custGeom>
              <a:rect b="b" l="l" r="r" t="t"/>
              <a:pathLst>
                <a:path extrusionOk="0" h="2808" w="2322">
                  <a:moveTo>
                    <a:pt x="1454" y="1"/>
                  </a:moveTo>
                  <a:cubicBezTo>
                    <a:pt x="1015" y="1"/>
                    <a:pt x="524" y="430"/>
                    <a:pt x="278" y="1077"/>
                  </a:cubicBezTo>
                  <a:cubicBezTo>
                    <a:pt x="1" y="1822"/>
                    <a:pt x="158" y="2583"/>
                    <a:pt x="646" y="2766"/>
                  </a:cubicBezTo>
                  <a:cubicBezTo>
                    <a:pt x="718" y="2794"/>
                    <a:pt x="794" y="2807"/>
                    <a:pt x="871" y="2807"/>
                  </a:cubicBezTo>
                  <a:cubicBezTo>
                    <a:pt x="1307" y="2807"/>
                    <a:pt x="1789" y="2378"/>
                    <a:pt x="2033" y="1731"/>
                  </a:cubicBezTo>
                  <a:cubicBezTo>
                    <a:pt x="2322" y="986"/>
                    <a:pt x="2165" y="225"/>
                    <a:pt x="1680" y="42"/>
                  </a:cubicBezTo>
                  <a:cubicBezTo>
                    <a:pt x="1608" y="14"/>
                    <a:pt x="1532" y="1"/>
                    <a:pt x="145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1" name="Google Shape;761;p19"/>
            <p:cNvSpPr/>
            <p:nvPr/>
          </p:nvSpPr>
          <p:spPr>
            <a:xfrm>
              <a:off x="6329054" y="3846972"/>
              <a:ext cx="76218" cy="166973"/>
            </a:xfrm>
            <a:custGeom>
              <a:rect b="b" l="l" r="r" t="t"/>
              <a:pathLst>
                <a:path extrusionOk="0" h="2504" w="1143">
                  <a:moveTo>
                    <a:pt x="199" y="2491"/>
                  </a:moveTo>
                  <a:cubicBezTo>
                    <a:pt x="199" y="2504"/>
                    <a:pt x="145" y="2450"/>
                    <a:pt x="92" y="2347"/>
                  </a:cubicBezTo>
                  <a:cubicBezTo>
                    <a:pt x="41" y="2243"/>
                    <a:pt x="1" y="2086"/>
                    <a:pt x="13" y="1900"/>
                  </a:cubicBezTo>
                  <a:cubicBezTo>
                    <a:pt x="13" y="1809"/>
                    <a:pt x="41" y="1705"/>
                    <a:pt x="79" y="1614"/>
                  </a:cubicBezTo>
                  <a:cubicBezTo>
                    <a:pt x="92" y="1560"/>
                    <a:pt x="120" y="1507"/>
                    <a:pt x="170" y="1457"/>
                  </a:cubicBezTo>
                  <a:cubicBezTo>
                    <a:pt x="224" y="1403"/>
                    <a:pt x="277" y="1378"/>
                    <a:pt x="315" y="1362"/>
                  </a:cubicBezTo>
                  <a:cubicBezTo>
                    <a:pt x="369" y="1337"/>
                    <a:pt x="406" y="1324"/>
                    <a:pt x="447" y="1299"/>
                  </a:cubicBezTo>
                  <a:cubicBezTo>
                    <a:pt x="472" y="1271"/>
                    <a:pt x="513" y="1258"/>
                    <a:pt x="538" y="1233"/>
                  </a:cubicBezTo>
                  <a:cubicBezTo>
                    <a:pt x="604" y="1180"/>
                    <a:pt x="658" y="1126"/>
                    <a:pt x="708" y="1063"/>
                  </a:cubicBezTo>
                  <a:cubicBezTo>
                    <a:pt x="894" y="827"/>
                    <a:pt x="932" y="551"/>
                    <a:pt x="919" y="356"/>
                  </a:cubicBezTo>
                  <a:cubicBezTo>
                    <a:pt x="906" y="158"/>
                    <a:pt x="853" y="41"/>
                    <a:pt x="894" y="13"/>
                  </a:cubicBezTo>
                  <a:cubicBezTo>
                    <a:pt x="906" y="0"/>
                    <a:pt x="932" y="25"/>
                    <a:pt x="972" y="79"/>
                  </a:cubicBezTo>
                  <a:cubicBezTo>
                    <a:pt x="1010" y="120"/>
                    <a:pt x="1064" y="211"/>
                    <a:pt x="1089" y="315"/>
                  </a:cubicBezTo>
                  <a:cubicBezTo>
                    <a:pt x="1130" y="434"/>
                    <a:pt x="1142" y="576"/>
                    <a:pt x="1114" y="733"/>
                  </a:cubicBezTo>
                  <a:cubicBezTo>
                    <a:pt x="1089" y="890"/>
                    <a:pt x="1023" y="1063"/>
                    <a:pt x="906" y="1221"/>
                  </a:cubicBezTo>
                  <a:cubicBezTo>
                    <a:pt x="840" y="1284"/>
                    <a:pt x="774" y="1362"/>
                    <a:pt x="683" y="1416"/>
                  </a:cubicBezTo>
                  <a:cubicBezTo>
                    <a:pt x="642" y="1441"/>
                    <a:pt x="604" y="1482"/>
                    <a:pt x="551" y="1494"/>
                  </a:cubicBezTo>
                  <a:cubicBezTo>
                    <a:pt x="513" y="1519"/>
                    <a:pt x="447" y="1548"/>
                    <a:pt x="406" y="1560"/>
                  </a:cubicBezTo>
                  <a:cubicBezTo>
                    <a:pt x="369" y="1573"/>
                    <a:pt x="343" y="1585"/>
                    <a:pt x="315" y="1598"/>
                  </a:cubicBezTo>
                  <a:cubicBezTo>
                    <a:pt x="290" y="1626"/>
                    <a:pt x="277" y="1652"/>
                    <a:pt x="249" y="1692"/>
                  </a:cubicBezTo>
                  <a:cubicBezTo>
                    <a:pt x="211" y="1755"/>
                    <a:pt x="186" y="1834"/>
                    <a:pt x="170" y="1913"/>
                  </a:cubicBezTo>
                  <a:cubicBezTo>
                    <a:pt x="133" y="2070"/>
                    <a:pt x="145" y="2215"/>
                    <a:pt x="170" y="2321"/>
                  </a:cubicBezTo>
                  <a:cubicBezTo>
                    <a:pt x="186" y="2425"/>
                    <a:pt x="211" y="2491"/>
                    <a:pt x="199" y="249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2" name="Google Shape;762;p19"/>
            <p:cNvSpPr/>
            <p:nvPr/>
          </p:nvSpPr>
          <p:spPr>
            <a:xfrm>
              <a:off x="6222494" y="3658858"/>
              <a:ext cx="145234" cy="145501"/>
            </a:xfrm>
            <a:custGeom>
              <a:rect b="b" l="l" r="r" t="t"/>
              <a:pathLst>
                <a:path extrusionOk="0" h="2182" w="2178">
                  <a:moveTo>
                    <a:pt x="818" y="1"/>
                  </a:moveTo>
                  <a:cubicBezTo>
                    <a:pt x="674" y="1"/>
                    <a:pt x="536" y="40"/>
                    <a:pt x="419" y="123"/>
                  </a:cubicBezTo>
                  <a:cubicBezTo>
                    <a:pt x="26" y="396"/>
                    <a:pt x="1" y="1054"/>
                    <a:pt x="381" y="1588"/>
                  </a:cubicBezTo>
                  <a:cubicBezTo>
                    <a:pt x="637" y="1966"/>
                    <a:pt x="1017" y="2182"/>
                    <a:pt x="1357" y="2182"/>
                  </a:cubicBezTo>
                  <a:cubicBezTo>
                    <a:pt x="1501" y="2182"/>
                    <a:pt x="1638" y="2143"/>
                    <a:pt x="1756" y="2060"/>
                  </a:cubicBezTo>
                  <a:cubicBezTo>
                    <a:pt x="2149" y="1787"/>
                    <a:pt x="2177" y="1132"/>
                    <a:pt x="1797" y="594"/>
                  </a:cubicBezTo>
                  <a:cubicBezTo>
                    <a:pt x="1539" y="217"/>
                    <a:pt x="1158" y="1"/>
                    <a:pt x="8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3" name="Google Shape;763;p19"/>
            <p:cNvSpPr/>
            <p:nvPr/>
          </p:nvSpPr>
          <p:spPr>
            <a:xfrm>
              <a:off x="6253102" y="3673929"/>
              <a:ext cx="92622" cy="105758"/>
            </a:xfrm>
            <a:custGeom>
              <a:rect b="b" l="l" r="r" t="t"/>
              <a:pathLst>
                <a:path extrusionOk="0" h="1586" w="1389">
                  <a:moveTo>
                    <a:pt x="117" y="0"/>
                  </a:moveTo>
                  <a:cubicBezTo>
                    <a:pt x="130" y="0"/>
                    <a:pt x="130" y="54"/>
                    <a:pt x="130" y="145"/>
                  </a:cubicBezTo>
                  <a:cubicBezTo>
                    <a:pt x="130" y="224"/>
                    <a:pt x="130" y="340"/>
                    <a:pt x="171" y="460"/>
                  </a:cubicBezTo>
                  <a:cubicBezTo>
                    <a:pt x="209" y="576"/>
                    <a:pt x="303" y="683"/>
                    <a:pt x="407" y="733"/>
                  </a:cubicBezTo>
                  <a:cubicBezTo>
                    <a:pt x="444" y="762"/>
                    <a:pt x="498" y="762"/>
                    <a:pt x="577" y="774"/>
                  </a:cubicBezTo>
                  <a:cubicBezTo>
                    <a:pt x="643" y="774"/>
                    <a:pt x="721" y="774"/>
                    <a:pt x="800" y="799"/>
                  </a:cubicBezTo>
                  <a:cubicBezTo>
                    <a:pt x="945" y="828"/>
                    <a:pt x="1074" y="906"/>
                    <a:pt x="1168" y="985"/>
                  </a:cubicBezTo>
                  <a:cubicBezTo>
                    <a:pt x="1218" y="1035"/>
                    <a:pt x="1259" y="1076"/>
                    <a:pt x="1297" y="1126"/>
                  </a:cubicBezTo>
                  <a:cubicBezTo>
                    <a:pt x="1325" y="1180"/>
                    <a:pt x="1350" y="1233"/>
                    <a:pt x="1363" y="1284"/>
                  </a:cubicBezTo>
                  <a:cubicBezTo>
                    <a:pt x="1388" y="1391"/>
                    <a:pt x="1375" y="1482"/>
                    <a:pt x="1338" y="1535"/>
                  </a:cubicBezTo>
                  <a:cubicBezTo>
                    <a:pt x="1297" y="1586"/>
                    <a:pt x="1259" y="1586"/>
                    <a:pt x="1247" y="1573"/>
                  </a:cubicBezTo>
                  <a:cubicBezTo>
                    <a:pt x="1231" y="1561"/>
                    <a:pt x="1231" y="1535"/>
                    <a:pt x="1231" y="1494"/>
                  </a:cubicBezTo>
                  <a:cubicBezTo>
                    <a:pt x="1231" y="1457"/>
                    <a:pt x="1231" y="1416"/>
                    <a:pt x="1193" y="1350"/>
                  </a:cubicBezTo>
                  <a:cubicBezTo>
                    <a:pt x="1168" y="1299"/>
                    <a:pt x="1114" y="1233"/>
                    <a:pt x="1023" y="1167"/>
                  </a:cubicBezTo>
                  <a:cubicBezTo>
                    <a:pt x="945" y="1114"/>
                    <a:pt x="853" y="1064"/>
                    <a:pt x="734" y="1035"/>
                  </a:cubicBezTo>
                  <a:cubicBezTo>
                    <a:pt x="680" y="1023"/>
                    <a:pt x="630" y="1010"/>
                    <a:pt x="551" y="1010"/>
                  </a:cubicBezTo>
                  <a:cubicBezTo>
                    <a:pt x="523" y="998"/>
                    <a:pt x="473" y="998"/>
                    <a:pt x="432" y="985"/>
                  </a:cubicBezTo>
                  <a:cubicBezTo>
                    <a:pt x="394" y="969"/>
                    <a:pt x="341" y="957"/>
                    <a:pt x="303" y="931"/>
                  </a:cubicBezTo>
                  <a:cubicBezTo>
                    <a:pt x="130" y="828"/>
                    <a:pt x="39" y="655"/>
                    <a:pt x="26" y="497"/>
                  </a:cubicBezTo>
                  <a:cubicBezTo>
                    <a:pt x="1" y="340"/>
                    <a:pt x="26" y="211"/>
                    <a:pt x="51" y="133"/>
                  </a:cubicBezTo>
                  <a:cubicBezTo>
                    <a:pt x="80" y="41"/>
                    <a:pt x="105" y="0"/>
                    <a:pt x="117"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4" name="Google Shape;764;p19"/>
            <p:cNvSpPr/>
            <p:nvPr/>
          </p:nvSpPr>
          <p:spPr>
            <a:xfrm>
              <a:off x="6892797" y="4209397"/>
              <a:ext cx="221986" cy="121962"/>
            </a:xfrm>
            <a:custGeom>
              <a:rect b="b" l="l" r="r" t="t"/>
              <a:pathLst>
                <a:path extrusionOk="0" h="1829" w="3329">
                  <a:moveTo>
                    <a:pt x="2135" y="0"/>
                  </a:moveTo>
                  <a:cubicBezTo>
                    <a:pt x="1984" y="0"/>
                    <a:pt x="1822" y="7"/>
                    <a:pt x="1652" y="16"/>
                  </a:cubicBezTo>
                  <a:cubicBezTo>
                    <a:pt x="759" y="82"/>
                    <a:pt x="1" y="202"/>
                    <a:pt x="39" y="818"/>
                  </a:cubicBezTo>
                  <a:cubicBezTo>
                    <a:pt x="77" y="1398"/>
                    <a:pt x="757" y="1829"/>
                    <a:pt x="1586" y="1829"/>
                  </a:cubicBezTo>
                  <a:cubicBezTo>
                    <a:pt x="1634" y="1829"/>
                    <a:pt x="1682" y="1827"/>
                    <a:pt x="1731" y="1824"/>
                  </a:cubicBezTo>
                  <a:cubicBezTo>
                    <a:pt x="2633" y="1774"/>
                    <a:pt x="3329" y="1236"/>
                    <a:pt x="3291" y="620"/>
                  </a:cubicBezTo>
                  <a:cubicBezTo>
                    <a:pt x="3258" y="119"/>
                    <a:pt x="2793" y="0"/>
                    <a:pt x="213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9"/>
            <p:cNvSpPr/>
            <p:nvPr/>
          </p:nvSpPr>
          <p:spPr>
            <a:xfrm>
              <a:off x="6911068" y="4234937"/>
              <a:ext cx="178376" cy="29874"/>
            </a:xfrm>
            <a:custGeom>
              <a:rect b="b" l="l" r="r" t="t"/>
              <a:pathLst>
                <a:path extrusionOk="0" h="448" w="2675">
                  <a:moveTo>
                    <a:pt x="13" y="146"/>
                  </a:moveTo>
                  <a:cubicBezTo>
                    <a:pt x="13" y="146"/>
                    <a:pt x="79" y="171"/>
                    <a:pt x="170" y="183"/>
                  </a:cubicBezTo>
                  <a:cubicBezTo>
                    <a:pt x="265" y="212"/>
                    <a:pt x="394" y="224"/>
                    <a:pt x="564" y="224"/>
                  </a:cubicBezTo>
                  <a:cubicBezTo>
                    <a:pt x="878" y="224"/>
                    <a:pt x="1271" y="199"/>
                    <a:pt x="1561" y="158"/>
                  </a:cubicBezTo>
                  <a:cubicBezTo>
                    <a:pt x="2164" y="92"/>
                    <a:pt x="2649" y="1"/>
                    <a:pt x="2661" y="67"/>
                  </a:cubicBezTo>
                  <a:cubicBezTo>
                    <a:pt x="2674" y="105"/>
                    <a:pt x="2570" y="171"/>
                    <a:pt x="2372" y="237"/>
                  </a:cubicBezTo>
                  <a:cubicBezTo>
                    <a:pt x="2190" y="303"/>
                    <a:pt x="1916" y="369"/>
                    <a:pt x="1586" y="407"/>
                  </a:cubicBezTo>
                  <a:cubicBezTo>
                    <a:pt x="1287" y="448"/>
                    <a:pt x="878" y="435"/>
                    <a:pt x="551" y="382"/>
                  </a:cubicBezTo>
                  <a:cubicBezTo>
                    <a:pt x="381" y="356"/>
                    <a:pt x="236" y="315"/>
                    <a:pt x="145" y="262"/>
                  </a:cubicBezTo>
                  <a:cubicBezTo>
                    <a:pt x="41" y="212"/>
                    <a:pt x="1" y="158"/>
                    <a:pt x="13" y="14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6" name="Google Shape;766;p19"/>
            <p:cNvSpPr/>
            <p:nvPr/>
          </p:nvSpPr>
          <p:spPr>
            <a:xfrm>
              <a:off x="6762564" y="4364503"/>
              <a:ext cx="153837" cy="176242"/>
            </a:xfrm>
            <a:custGeom>
              <a:rect b="b" l="l" r="r" t="t"/>
              <a:pathLst>
                <a:path extrusionOk="0" h="2643" w="2307">
                  <a:moveTo>
                    <a:pt x="959" y="0"/>
                  </a:moveTo>
                  <a:cubicBezTo>
                    <a:pt x="883" y="0"/>
                    <a:pt x="807" y="12"/>
                    <a:pt x="734" y="36"/>
                  </a:cubicBezTo>
                  <a:cubicBezTo>
                    <a:pt x="224" y="206"/>
                    <a:pt x="1" y="914"/>
                    <a:pt x="237" y="1637"/>
                  </a:cubicBezTo>
                  <a:cubicBezTo>
                    <a:pt x="438" y="2241"/>
                    <a:pt x="907" y="2643"/>
                    <a:pt x="1356" y="2643"/>
                  </a:cubicBezTo>
                  <a:cubicBezTo>
                    <a:pt x="1434" y="2643"/>
                    <a:pt x="1511" y="2631"/>
                    <a:pt x="1586" y="2606"/>
                  </a:cubicBezTo>
                  <a:cubicBezTo>
                    <a:pt x="2083" y="2436"/>
                    <a:pt x="2306" y="1728"/>
                    <a:pt x="2083" y="1021"/>
                  </a:cubicBezTo>
                  <a:cubicBezTo>
                    <a:pt x="1881" y="415"/>
                    <a:pt x="1411" y="0"/>
                    <a:pt x="959"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7" name="Google Shape;767;p19"/>
            <p:cNvSpPr/>
            <p:nvPr/>
          </p:nvSpPr>
          <p:spPr>
            <a:xfrm>
              <a:off x="6427813" y="3715672"/>
              <a:ext cx="221986" cy="121962"/>
            </a:xfrm>
            <a:custGeom>
              <a:rect b="b" l="l" r="r" t="t"/>
              <a:pathLst>
                <a:path extrusionOk="0" h="1829" w="3329">
                  <a:moveTo>
                    <a:pt x="2145" y="0"/>
                  </a:moveTo>
                  <a:cubicBezTo>
                    <a:pt x="1993" y="0"/>
                    <a:pt x="1832" y="7"/>
                    <a:pt x="1665" y="16"/>
                  </a:cubicBezTo>
                  <a:cubicBezTo>
                    <a:pt x="762" y="82"/>
                    <a:pt x="1" y="202"/>
                    <a:pt x="42" y="815"/>
                  </a:cubicBezTo>
                  <a:cubicBezTo>
                    <a:pt x="78" y="1398"/>
                    <a:pt x="760" y="1829"/>
                    <a:pt x="1587" y="1829"/>
                  </a:cubicBezTo>
                  <a:cubicBezTo>
                    <a:pt x="1634" y="1829"/>
                    <a:pt x="1682" y="1828"/>
                    <a:pt x="1731" y="1825"/>
                  </a:cubicBezTo>
                  <a:cubicBezTo>
                    <a:pt x="2637" y="1774"/>
                    <a:pt x="3329" y="1236"/>
                    <a:pt x="3303" y="620"/>
                  </a:cubicBezTo>
                  <a:cubicBezTo>
                    <a:pt x="3273" y="119"/>
                    <a:pt x="2800" y="0"/>
                    <a:pt x="214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9"/>
            <p:cNvSpPr/>
            <p:nvPr/>
          </p:nvSpPr>
          <p:spPr>
            <a:xfrm>
              <a:off x="6446284" y="3741279"/>
              <a:ext cx="179176" cy="29807"/>
            </a:xfrm>
            <a:custGeom>
              <a:rect b="b" l="l" r="r" t="t"/>
              <a:pathLst>
                <a:path extrusionOk="0" h="447" w="2687">
                  <a:moveTo>
                    <a:pt x="13" y="145"/>
                  </a:moveTo>
                  <a:cubicBezTo>
                    <a:pt x="26" y="145"/>
                    <a:pt x="79" y="170"/>
                    <a:pt x="171" y="183"/>
                  </a:cubicBezTo>
                  <a:cubicBezTo>
                    <a:pt x="262" y="211"/>
                    <a:pt x="406" y="223"/>
                    <a:pt x="564" y="223"/>
                  </a:cubicBezTo>
                  <a:cubicBezTo>
                    <a:pt x="878" y="223"/>
                    <a:pt x="1271" y="195"/>
                    <a:pt x="1558" y="157"/>
                  </a:cubicBezTo>
                  <a:cubicBezTo>
                    <a:pt x="2162" y="91"/>
                    <a:pt x="2646" y="0"/>
                    <a:pt x="2674" y="66"/>
                  </a:cubicBezTo>
                  <a:cubicBezTo>
                    <a:pt x="2687" y="104"/>
                    <a:pt x="2567" y="170"/>
                    <a:pt x="2385" y="236"/>
                  </a:cubicBezTo>
                  <a:cubicBezTo>
                    <a:pt x="2187" y="302"/>
                    <a:pt x="1913" y="368"/>
                    <a:pt x="1599" y="406"/>
                  </a:cubicBezTo>
                  <a:cubicBezTo>
                    <a:pt x="1284" y="447"/>
                    <a:pt x="878" y="431"/>
                    <a:pt x="551" y="381"/>
                  </a:cubicBezTo>
                  <a:cubicBezTo>
                    <a:pt x="394" y="352"/>
                    <a:pt x="237" y="315"/>
                    <a:pt x="142" y="261"/>
                  </a:cubicBezTo>
                  <a:cubicBezTo>
                    <a:pt x="51" y="211"/>
                    <a:pt x="1" y="157"/>
                    <a:pt x="13" y="14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9"/>
            <p:cNvSpPr/>
            <p:nvPr/>
          </p:nvSpPr>
          <p:spPr>
            <a:xfrm>
              <a:off x="6506499" y="4124042"/>
              <a:ext cx="178309" cy="183510"/>
            </a:xfrm>
            <a:custGeom>
              <a:rect b="b" l="l" r="r" t="t"/>
              <a:pathLst>
                <a:path extrusionOk="0" h="2752" w="2674">
                  <a:moveTo>
                    <a:pt x="1648" y="0"/>
                  </a:moveTo>
                  <a:cubicBezTo>
                    <a:pt x="1202" y="0"/>
                    <a:pt x="703" y="315"/>
                    <a:pt x="406" y="840"/>
                  </a:cubicBezTo>
                  <a:cubicBezTo>
                    <a:pt x="0" y="1548"/>
                    <a:pt x="104" y="2346"/>
                    <a:pt x="617" y="2648"/>
                  </a:cubicBezTo>
                  <a:cubicBezTo>
                    <a:pt x="742" y="2719"/>
                    <a:pt x="881" y="2752"/>
                    <a:pt x="1026" y="2752"/>
                  </a:cubicBezTo>
                  <a:cubicBezTo>
                    <a:pt x="1472" y="2752"/>
                    <a:pt x="1971" y="2437"/>
                    <a:pt x="2268" y="1912"/>
                  </a:cubicBezTo>
                  <a:cubicBezTo>
                    <a:pt x="2674" y="1205"/>
                    <a:pt x="2570" y="406"/>
                    <a:pt x="2057" y="104"/>
                  </a:cubicBezTo>
                  <a:cubicBezTo>
                    <a:pt x="1932" y="34"/>
                    <a:pt x="1793" y="0"/>
                    <a:pt x="164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9"/>
            <p:cNvSpPr/>
            <p:nvPr/>
          </p:nvSpPr>
          <p:spPr>
            <a:xfrm>
              <a:off x="6555378" y="4153783"/>
              <a:ext cx="83953" cy="133698"/>
            </a:xfrm>
            <a:custGeom>
              <a:rect b="b" l="l" r="r" t="t"/>
              <a:pathLst>
                <a:path extrusionOk="0" h="2005" w="1259">
                  <a:moveTo>
                    <a:pt x="0" y="1992"/>
                  </a:moveTo>
                  <a:cubicBezTo>
                    <a:pt x="0" y="1979"/>
                    <a:pt x="54" y="1951"/>
                    <a:pt x="132" y="1900"/>
                  </a:cubicBezTo>
                  <a:cubicBezTo>
                    <a:pt x="198" y="1847"/>
                    <a:pt x="302" y="1756"/>
                    <a:pt x="381" y="1636"/>
                  </a:cubicBezTo>
                  <a:cubicBezTo>
                    <a:pt x="459" y="1520"/>
                    <a:pt x="526" y="1375"/>
                    <a:pt x="551" y="1231"/>
                  </a:cubicBezTo>
                  <a:cubicBezTo>
                    <a:pt x="566" y="1086"/>
                    <a:pt x="538" y="916"/>
                    <a:pt x="538" y="771"/>
                  </a:cubicBezTo>
                  <a:cubicBezTo>
                    <a:pt x="538" y="614"/>
                    <a:pt x="551" y="457"/>
                    <a:pt x="617" y="315"/>
                  </a:cubicBezTo>
                  <a:cubicBezTo>
                    <a:pt x="658" y="249"/>
                    <a:pt x="695" y="183"/>
                    <a:pt x="749" y="130"/>
                  </a:cubicBezTo>
                  <a:cubicBezTo>
                    <a:pt x="802" y="92"/>
                    <a:pt x="865" y="51"/>
                    <a:pt x="919" y="38"/>
                  </a:cubicBezTo>
                  <a:cubicBezTo>
                    <a:pt x="1038" y="1"/>
                    <a:pt x="1129" y="26"/>
                    <a:pt x="1195" y="51"/>
                  </a:cubicBezTo>
                  <a:cubicBezTo>
                    <a:pt x="1246" y="92"/>
                    <a:pt x="1258" y="130"/>
                    <a:pt x="1246" y="142"/>
                  </a:cubicBezTo>
                  <a:cubicBezTo>
                    <a:pt x="1233" y="171"/>
                    <a:pt x="1129" y="130"/>
                    <a:pt x="997" y="208"/>
                  </a:cubicBezTo>
                  <a:cubicBezTo>
                    <a:pt x="931" y="249"/>
                    <a:pt x="865" y="300"/>
                    <a:pt x="840" y="406"/>
                  </a:cubicBezTo>
                  <a:cubicBezTo>
                    <a:pt x="802" y="498"/>
                    <a:pt x="787" y="630"/>
                    <a:pt x="787" y="759"/>
                  </a:cubicBezTo>
                  <a:cubicBezTo>
                    <a:pt x="787" y="903"/>
                    <a:pt x="802" y="1073"/>
                    <a:pt x="761" y="1271"/>
                  </a:cubicBezTo>
                  <a:cubicBezTo>
                    <a:pt x="724" y="1454"/>
                    <a:pt x="617" y="1624"/>
                    <a:pt x="500" y="1743"/>
                  </a:cubicBezTo>
                  <a:cubicBezTo>
                    <a:pt x="393" y="1860"/>
                    <a:pt x="264" y="1938"/>
                    <a:pt x="158" y="1966"/>
                  </a:cubicBezTo>
                  <a:cubicBezTo>
                    <a:pt x="66" y="2004"/>
                    <a:pt x="0" y="2004"/>
                    <a:pt x="0" y="199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1" name="Google Shape;771;p19"/>
            <p:cNvSpPr/>
            <p:nvPr/>
          </p:nvSpPr>
          <p:spPr>
            <a:xfrm>
              <a:off x="6734690" y="3844772"/>
              <a:ext cx="181710" cy="176642"/>
            </a:xfrm>
            <a:custGeom>
              <a:rect b="b" l="l" r="r" t="t"/>
              <a:pathLst>
                <a:path extrusionOk="0" h="2649" w="2725">
                  <a:moveTo>
                    <a:pt x="1001" y="0"/>
                  </a:moveTo>
                  <a:cubicBezTo>
                    <a:pt x="800" y="0"/>
                    <a:pt x="611" y="57"/>
                    <a:pt x="456" y="178"/>
                  </a:cubicBezTo>
                  <a:cubicBezTo>
                    <a:pt x="0" y="546"/>
                    <a:pt x="13" y="1345"/>
                    <a:pt x="510" y="1986"/>
                  </a:cubicBezTo>
                  <a:cubicBezTo>
                    <a:pt x="844" y="2409"/>
                    <a:pt x="1303" y="2649"/>
                    <a:pt x="1711" y="2649"/>
                  </a:cubicBezTo>
                  <a:cubicBezTo>
                    <a:pt x="1910" y="2649"/>
                    <a:pt x="2098" y="2592"/>
                    <a:pt x="2252" y="2471"/>
                  </a:cubicBezTo>
                  <a:cubicBezTo>
                    <a:pt x="2724" y="2103"/>
                    <a:pt x="2699" y="1304"/>
                    <a:pt x="2202" y="662"/>
                  </a:cubicBezTo>
                  <a:cubicBezTo>
                    <a:pt x="1875" y="240"/>
                    <a:pt x="1412" y="0"/>
                    <a:pt x="100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2" name="Google Shape;772;p19"/>
            <p:cNvSpPr/>
            <p:nvPr/>
          </p:nvSpPr>
          <p:spPr>
            <a:xfrm>
              <a:off x="6778301" y="3872312"/>
              <a:ext cx="99690" cy="125096"/>
            </a:xfrm>
            <a:custGeom>
              <a:rect b="b" l="l" r="r" t="t"/>
              <a:pathLst>
                <a:path extrusionOk="0" h="1876" w="1495">
                  <a:moveTo>
                    <a:pt x="1454" y="1875"/>
                  </a:moveTo>
                  <a:cubicBezTo>
                    <a:pt x="1441" y="1875"/>
                    <a:pt x="1441" y="1809"/>
                    <a:pt x="1416" y="1718"/>
                  </a:cubicBezTo>
                  <a:cubicBezTo>
                    <a:pt x="1391" y="1627"/>
                    <a:pt x="1350" y="1507"/>
                    <a:pt x="1271" y="1391"/>
                  </a:cubicBezTo>
                  <a:cubicBezTo>
                    <a:pt x="1205" y="1272"/>
                    <a:pt x="1089" y="1155"/>
                    <a:pt x="957" y="1077"/>
                  </a:cubicBezTo>
                  <a:cubicBezTo>
                    <a:pt x="825" y="1010"/>
                    <a:pt x="667" y="970"/>
                    <a:pt x="538" y="904"/>
                  </a:cubicBezTo>
                  <a:cubicBezTo>
                    <a:pt x="394" y="853"/>
                    <a:pt x="249" y="775"/>
                    <a:pt x="145" y="668"/>
                  </a:cubicBezTo>
                  <a:cubicBezTo>
                    <a:pt x="92" y="605"/>
                    <a:pt x="54" y="539"/>
                    <a:pt x="26" y="473"/>
                  </a:cubicBezTo>
                  <a:cubicBezTo>
                    <a:pt x="1" y="407"/>
                    <a:pt x="1" y="341"/>
                    <a:pt x="1" y="275"/>
                  </a:cubicBezTo>
                  <a:cubicBezTo>
                    <a:pt x="13" y="158"/>
                    <a:pt x="67" y="79"/>
                    <a:pt x="117" y="39"/>
                  </a:cubicBezTo>
                  <a:cubicBezTo>
                    <a:pt x="170" y="1"/>
                    <a:pt x="211" y="1"/>
                    <a:pt x="224" y="13"/>
                  </a:cubicBezTo>
                  <a:cubicBezTo>
                    <a:pt x="249" y="54"/>
                    <a:pt x="170" y="117"/>
                    <a:pt x="183" y="275"/>
                  </a:cubicBezTo>
                  <a:cubicBezTo>
                    <a:pt x="196" y="353"/>
                    <a:pt x="224" y="419"/>
                    <a:pt x="303" y="498"/>
                  </a:cubicBezTo>
                  <a:cubicBezTo>
                    <a:pt x="381" y="564"/>
                    <a:pt x="485" y="630"/>
                    <a:pt x="617" y="683"/>
                  </a:cubicBezTo>
                  <a:cubicBezTo>
                    <a:pt x="746" y="734"/>
                    <a:pt x="919" y="787"/>
                    <a:pt x="1076" y="891"/>
                  </a:cubicBezTo>
                  <a:cubicBezTo>
                    <a:pt x="1234" y="1010"/>
                    <a:pt x="1350" y="1155"/>
                    <a:pt x="1416" y="1312"/>
                  </a:cubicBezTo>
                  <a:cubicBezTo>
                    <a:pt x="1482" y="1470"/>
                    <a:pt x="1495" y="1611"/>
                    <a:pt x="1495" y="1718"/>
                  </a:cubicBezTo>
                  <a:cubicBezTo>
                    <a:pt x="1495" y="1822"/>
                    <a:pt x="1469" y="1875"/>
                    <a:pt x="1454" y="187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3" name="Google Shape;773;p19"/>
            <p:cNvSpPr/>
            <p:nvPr/>
          </p:nvSpPr>
          <p:spPr>
            <a:xfrm>
              <a:off x="6604457" y="4272480"/>
              <a:ext cx="229921" cy="157037"/>
            </a:xfrm>
            <a:custGeom>
              <a:rect b="b" l="l" r="r" t="t"/>
              <a:pathLst>
                <a:path extrusionOk="0" h="2355" w="3448">
                  <a:moveTo>
                    <a:pt x="2208" y="0"/>
                  </a:moveTo>
                  <a:cubicBezTo>
                    <a:pt x="1885" y="0"/>
                    <a:pt x="1523" y="95"/>
                    <a:pt x="1180" y="290"/>
                  </a:cubicBezTo>
                  <a:cubicBezTo>
                    <a:pt x="393" y="737"/>
                    <a:pt x="0" y="1523"/>
                    <a:pt x="302" y="2058"/>
                  </a:cubicBezTo>
                  <a:cubicBezTo>
                    <a:pt x="419" y="2269"/>
                    <a:pt x="589" y="2355"/>
                    <a:pt x="800" y="2355"/>
                  </a:cubicBezTo>
                  <a:cubicBezTo>
                    <a:pt x="1128" y="2355"/>
                    <a:pt x="1554" y="2147"/>
                    <a:pt x="2032" y="1875"/>
                  </a:cubicBezTo>
                  <a:cubicBezTo>
                    <a:pt x="2818" y="1429"/>
                    <a:pt x="3447" y="985"/>
                    <a:pt x="3145" y="460"/>
                  </a:cubicBezTo>
                  <a:cubicBezTo>
                    <a:pt x="2976" y="157"/>
                    <a:pt x="2623" y="0"/>
                    <a:pt x="220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9"/>
            <p:cNvSpPr/>
            <p:nvPr/>
          </p:nvSpPr>
          <p:spPr>
            <a:xfrm>
              <a:off x="6648935" y="4324093"/>
              <a:ext cx="158171" cy="89221"/>
            </a:xfrm>
            <a:custGeom>
              <a:rect b="b" l="l" r="r" t="t"/>
              <a:pathLst>
                <a:path extrusionOk="0" h="1338" w="2372">
                  <a:moveTo>
                    <a:pt x="2372" y="42"/>
                  </a:moveTo>
                  <a:cubicBezTo>
                    <a:pt x="2372" y="54"/>
                    <a:pt x="2309" y="54"/>
                    <a:pt x="2214" y="79"/>
                  </a:cubicBezTo>
                  <a:cubicBezTo>
                    <a:pt x="2123" y="104"/>
                    <a:pt x="1994" y="145"/>
                    <a:pt x="1849" y="224"/>
                  </a:cubicBezTo>
                  <a:cubicBezTo>
                    <a:pt x="1560" y="356"/>
                    <a:pt x="1220" y="551"/>
                    <a:pt x="972" y="708"/>
                  </a:cubicBezTo>
                  <a:cubicBezTo>
                    <a:pt x="459" y="1048"/>
                    <a:pt x="79" y="1337"/>
                    <a:pt x="28" y="1284"/>
                  </a:cubicBezTo>
                  <a:cubicBezTo>
                    <a:pt x="0" y="1246"/>
                    <a:pt x="66" y="1142"/>
                    <a:pt x="211" y="998"/>
                  </a:cubicBezTo>
                  <a:cubicBezTo>
                    <a:pt x="355" y="853"/>
                    <a:pt x="563" y="683"/>
                    <a:pt x="840" y="513"/>
                  </a:cubicBezTo>
                  <a:cubicBezTo>
                    <a:pt x="1101" y="340"/>
                    <a:pt x="1481" y="170"/>
                    <a:pt x="1796" y="79"/>
                  </a:cubicBezTo>
                  <a:cubicBezTo>
                    <a:pt x="1941" y="26"/>
                    <a:pt x="2098" y="1"/>
                    <a:pt x="2202" y="1"/>
                  </a:cubicBezTo>
                  <a:cubicBezTo>
                    <a:pt x="2321" y="1"/>
                    <a:pt x="2372" y="42"/>
                    <a:pt x="2372" y="4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9"/>
            <p:cNvSpPr/>
            <p:nvPr/>
          </p:nvSpPr>
          <p:spPr>
            <a:xfrm>
              <a:off x="6692746" y="4029819"/>
              <a:ext cx="177309" cy="157637"/>
            </a:xfrm>
            <a:custGeom>
              <a:rect b="b" l="l" r="r" t="t"/>
              <a:pathLst>
                <a:path extrusionOk="0" h="2364" w="2659">
                  <a:moveTo>
                    <a:pt x="948" y="0"/>
                  </a:moveTo>
                  <a:cubicBezTo>
                    <a:pt x="728" y="0"/>
                    <a:pt x="528" y="68"/>
                    <a:pt x="378" y="209"/>
                  </a:cubicBezTo>
                  <a:cubicBezTo>
                    <a:pt x="0" y="586"/>
                    <a:pt x="117" y="1322"/>
                    <a:pt x="629" y="1860"/>
                  </a:cubicBezTo>
                  <a:cubicBezTo>
                    <a:pt x="949" y="2187"/>
                    <a:pt x="1350" y="2364"/>
                    <a:pt x="1702" y="2364"/>
                  </a:cubicBezTo>
                  <a:cubicBezTo>
                    <a:pt x="1925" y="2364"/>
                    <a:pt x="2128" y="2293"/>
                    <a:pt x="2281" y="2146"/>
                  </a:cubicBezTo>
                  <a:cubicBezTo>
                    <a:pt x="2658" y="1781"/>
                    <a:pt x="2542" y="1045"/>
                    <a:pt x="2029" y="507"/>
                  </a:cubicBezTo>
                  <a:cubicBezTo>
                    <a:pt x="1706" y="177"/>
                    <a:pt x="1302" y="0"/>
                    <a:pt x="948"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6" name="Google Shape;776;p19"/>
            <p:cNvSpPr/>
            <p:nvPr/>
          </p:nvSpPr>
          <p:spPr>
            <a:xfrm>
              <a:off x="6475025" y="3886316"/>
              <a:ext cx="229921" cy="157104"/>
            </a:xfrm>
            <a:custGeom>
              <a:rect b="b" l="l" r="r" t="t"/>
              <a:pathLst>
                <a:path extrusionOk="0" h="2356" w="3448">
                  <a:moveTo>
                    <a:pt x="2202" y="0"/>
                  </a:moveTo>
                  <a:cubicBezTo>
                    <a:pt x="1878" y="0"/>
                    <a:pt x="1518" y="94"/>
                    <a:pt x="1180" y="288"/>
                  </a:cubicBezTo>
                  <a:cubicBezTo>
                    <a:pt x="394" y="734"/>
                    <a:pt x="1" y="1521"/>
                    <a:pt x="303" y="2059"/>
                  </a:cubicBezTo>
                  <a:cubicBezTo>
                    <a:pt x="421" y="2270"/>
                    <a:pt x="592" y="2355"/>
                    <a:pt x="803" y="2355"/>
                  </a:cubicBezTo>
                  <a:cubicBezTo>
                    <a:pt x="1131" y="2355"/>
                    <a:pt x="1555" y="2150"/>
                    <a:pt x="2032" y="1889"/>
                  </a:cubicBezTo>
                  <a:cubicBezTo>
                    <a:pt x="2819" y="1442"/>
                    <a:pt x="3448" y="995"/>
                    <a:pt x="3146" y="458"/>
                  </a:cubicBezTo>
                  <a:cubicBezTo>
                    <a:pt x="2976" y="156"/>
                    <a:pt x="2619" y="0"/>
                    <a:pt x="2202"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7" name="Google Shape;777;p19"/>
            <p:cNvSpPr/>
            <p:nvPr/>
          </p:nvSpPr>
          <p:spPr>
            <a:xfrm>
              <a:off x="6519703" y="3937795"/>
              <a:ext cx="158238" cy="89155"/>
            </a:xfrm>
            <a:custGeom>
              <a:rect b="b" l="l" r="r" t="t"/>
              <a:pathLst>
                <a:path extrusionOk="0" h="1337" w="2373">
                  <a:moveTo>
                    <a:pt x="2372" y="54"/>
                  </a:moveTo>
                  <a:cubicBezTo>
                    <a:pt x="2372" y="66"/>
                    <a:pt x="2306" y="66"/>
                    <a:pt x="2215" y="79"/>
                  </a:cubicBezTo>
                  <a:cubicBezTo>
                    <a:pt x="2124" y="107"/>
                    <a:pt x="1992" y="157"/>
                    <a:pt x="1847" y="223"/>
                  </a:cubicBezTo>
                  <a:cubicBezTo>
                    <a:pt x="1557" y="368"/>
                    <a:pt x="1218" y="551"/>
                    <a:pt x="969" y="724"/>
                  </a:cubicBezTo>
                  <a:cubicBezTo>
                    <a:pt x="457" y="1051"/>
                    <a:pt x="79" y="1337"/>
                    <a:pt x="26" y="1287"/>
                  </a:cubicBezTo>
                  <a:cubicBezTo>
                    <a:pt x="1" y="1258"/>
                    <a:pt x="63" y="1154"/>
                    <a:pt x="208" y="1010"/>
                  </a:cubicBezTo>
                  <a:cubicBezTo>
                    <a:pt x="353" y="865"/>
                    <a:pt x="564" y="683"/>
                    <a:pt x="837" y="513"/>
                  </a:cubicBezTo>
                  <a:cubicBezTo>
                    <a:pt x="1101" y="343"/>
                    <a:pt x="1479" y="173"/>
                    <a:pt x="1793" y="79"/>
                  </a:cubicBezTo>
                  <a:cubicBezTo>
                    <a:pt x="1938" y="28"/>
                    <a:pt x="2095" y="0"/>
                    <a:pt x="2202" y="0"/>
                  </a:cubicBezTo>
                  <a:cubicBezTo>
                    <a:pt x="2319" y="16"/>
                    <a:pt x="2372" y="41"/>
                    <a:pt x="2372"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CUSTOM_9">
    <p:spTree>
      <p:nvGrpSpPr>
        <p:cNvPr id="778" name="Shape 778"/>
        <p:cNvGrpSpPr/>
        <p:nvPr/>
      </p:nvGrpSpPr>
      <p:grpSpPr>
        <a:xfrm>
          <a:off x="0" y="0"/>
          <a:ext cx="0" cy="0"/>
          <a:chOff x="0" y="0"/>
          <a:chExt cx="0" cy="0"/>
        </a:xfrm>
      </p:grpSpPr>
      <p:sp>
        <p:nvSpPr>
          <p:cNvPr id="779" name="Google Shape;779;p20"/>
          <p:cNvSpPr txBox="1"/>
          <p:nvPr>
            <p:ph type="title"/>
          </p:nvPr>
        </p:nvSpPr>
        <p:spPr>
          <a:xfrm>
            <a:off x="1285450" y="1806225"/>
            <a:ext cx="2451900" cy="6402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a:lvl1pPr>
            <a:lvl2pPr lvl="1" rtl="0">
              <a:spcBef>
                <a:spcPts val="0"/>
              </a:spcBef>
              <a:spcAft>
                <a:spcPts val="0"/>
              </a:spcAft>
              <a:buSzPts val="2800"/>
              <a:buNone/>
              <a:defRPr>
                <a:latin typeface="Roboto"/>
                <a:ea typeface="Roboto"/>
                <a:cs typeface="Roboto"/>
                <a:sym typeface="Roboto"/>
              </a:defRPr>
            </a:lvl2pPr>
            <a:lvl3pPr lvl="2" rtl="0">
              <a:spcBef>
                <a:spcPts val="0"/>
              </a:spcBef>
              <a:spcAft>
                <a:spcPts val="0"/>
              </a:spcAft>
              <a:buSzPts val="2800"/>
              <a:buNone/>
              <a:defRPr>
                <a:latin typeface="Roboto"/>
                <a:ea typeface="Roboto"/>
                <a:cs typeface="Roboto"/>
                <a:sym typeface="Roboto"/>
              </a:defRPr>
            </a:lvl3pPr>
            <a:lvl4pPr lvl="3" rtl="0">
              <a:spcBef>
                <a:spcPts val="0"/>
              </a:spcBef>
              <a:spcAft>
                <a:spcPts val="0"/>
              </a:spcAft>
              <a:buSzPts val="2800"/>
              <a:buNone/>
              <a:defRPr>
                <a:latin typeface="Roboto"/>
                <a:ea typeface="Roboto"/>
                <a:cs typeface="Roboto"/>
                <a:sym typeface="Roboto"/>
              </a:defRPr>
            </a:lvl4pPr>
            <a:lvl5pPr lvl="4" rtl="0">
              <a:spcBef>
                <a:spcPts val="0"/>
              </a:spcBef>
              <a:spcAft>
                <a:spcPts val="0"/>
              </a:spcAft>
              <a:buSzPts val="2800"/>
              <a:buNone/>
              <a:defRPr>
                <a:latin typeface="Roboto"/>
                <a:ea typeface="Roboto"/>
                <a:cs typeface="Roboto"/>
                <a:sym typeface="Roboto"/>
              </a:defRPr>
            </a:lvl5pPr>
            <a:lvl6pPr lvl="5" rtl="0">
              <a:spcBef>
                <a:spcPts val="0"/>
              </a:spcBef>
              <a:spcAft>
                <a:spcPts val="0"/>
              </a:spcAft>
              <a:buSzPts val="2800"/>
              <a:buNone/>
              <a:defRPr>
                <a:latin typeface="Roboto"/>
                <a:ea typeface="Roboto"/>
                <a:cs typeface="Roboto"/>
                <a:sym typeface="Roboto"/>
              </a:defRPr>
            </a:lvl6pPr>
            <a:lvl7pPr lvl="6" rtl="0">
              <a:spcBef>
                <a:spcPts val="0"/>
              </a:spcBef>
              <a:spcAft>
                <a:spcPts val="0"/>
              </a:spcAft>
              <a:buSzPts val="2800"/>
              <a:buNone/>
              <a:defRPr>
                <a:latin typeface="Roboto"/>
                <a:ea typeface="Roboto"/>
                <a:cs typeface="Roboto"/>
                <a:sym typeface="Roboto"/>
              </a:defRPr>
            </a:lvl7pPr>
            <a:lvl8pPr lvl="7" rtl="0">
              <a:spcBef>
                <a:spcPts val="0"/>
              </a:spcBef>
              <a:spcAft>
                <a:spcPts val="0"/>
              </a:spcAft>
              <a:buSzPts val="2800"/>
              <a:buNone/>
              <a:defRPr>
                <a:latin typeface="Roboto"/>
                <a:ea typeface="Roboto"/>
                <a:cs typeface="Roboto"/>
                <a:sym typeface="Roboto"/>
              </a:defRPr>
            </a:lvl8pPr>
            <a:lvl9pPr lvl="8" rtl="0">
              <a:spcBef>
                <a:spcPts val="0"/>
              </a:spcBef>
              <a:spcAft>
                <a:spcPts val="0"/>
              </a:spcAft>
              <a:buSzPts val="2800"/>
              <a:buNone/>
              <a:defRPr>
                <a:latin typeface="Roboto"/>
                <a:ea typeface="Roboto"/>
                <a:cs typeface="Roboto"/>
                <a:sym typeface="Roboto"/>
              </a:defRPr>
            </a:lvl9pPr>
          </a:lstStyle>
          <a:p/>
        </p:txBody>
      </p:sp>
      <p:sp>
        <p:nvSpPr>
          <p:cNvPr id="780" name="Google Shape;780;p20"/>
          <p:cNvSpPr txBox="1"/>
          <p:nvPr>
            <p:ph idx="1" type="subTitle"/>
          </p:nvPr>
        </p:nvSpPr>
        <p:spPr>
          <a:xfrm>
            <a:off x="1285450" y="2408926"/>
            <a:ext cx="2451900" cy="9669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grpSp>
        <p:nvGrpSpPr>
          <p:cNvPr id="781" name="Google Shape;781;p20"/>
          <p:cNvGrpSpPr/>
          <p:nvPr/>
        </p:nvGrpSpPr>
        <p:grpSpPr>
          <a:xfrm>
            <a:off x="-403789" y="3337245"/>
            <a:ext cx="2126118" cy="2234792"/>
            <a:chOff x="6731156" y="0"/>
            <a:chExt cx="1474218" cy="1549571"/>
          </a:xfrm>
        </p:grpSpPr>
        <p:sp>
          <p:nvSpPr>
            <p:cNvPr id="782" name="Google Shape;782;p20"/>
            <p:cNvSpPr/>
            <p:nvPr/>
          </p:nvSpPr>
          <p:spPr>
            <a:xfrm>
              <a:off x="6829914" y="0"/>
              <a:ext cx="1375460" cy="1516227"/>
            </a:xfrm>
            <a:custGeom>
              <a:rect b="b" l="l" r="r" t="t"/>
              <a:pathLst>
                <a:path extrusionOk="0" h="22738" w="20627">
                  <a:moveTo>
                    <a:pt x="20627" y="4904"/>
                  </a:moveTo>
                  <a:lnTo>
                    <a:pt x="14692" y="212"/>
                  </a:lnTo>
                  <a:lnTo>
                    <a:pt x="12789" y="2624"/>
                  </a:lnTo>
                  <a:lnTo>
                    <a:pt x="9474" y="1"/>
                  </a:lnTo>
                  <a:lnTo>
                    <a:pt x="6945" y="3212"/>
                  </a:lnTo>
                  <a:cubicBezTo>
                    <a:pt x="2922" y="4495"/>
                    <a:pt x="0" y="8270"/>
                    <a:pt x="0" y="12739"/>
                  </a:cubicBezTo>
                  <a:cubicBezTo>
                    <a:pt x="0" y="18256"/>
                    <a:pt x="4482" y="22738"/>
                    <a:pt x="9999" y="22738"/>
                  </a:cubicBezTo>
                  <a:cubicBezTo>
                    <a:pt x="15528" y="22738"/>
                    <a:pt x="19998" y="18256"/>
                    <a:pt x="19998" y="12739"/>
                  </a:cubicBezTo>
                  <a:cubicBezTo>
                    <a:pt x="19998" y="10827"/>
                    <a:pt x="19473" y="9056"/>
                    <a:pt x="18545" y="753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3" name="Google Shape;783;p20"/>
            <p:cNvSpPr/>
            <p:nvPr/>
          </p:nvSpPr>
          <p:spPr>
            <a:xfrm>
              <a:off x="6731156" y="215855"/>
              <a:ext cx="1333517" cy="1333717"/>
            </a:xfrm>
            <a:custGeom>
              <a:rect b="b" l="l" r="r" t="t"/>
              <a:pathLst>
                <a:path extrusionOk="0" h="20001" w="19998">
                  <a:moveTo>
                    <a:pt x="9999" y="0"/>
                  </a:moveTo>
                  <a:cubicBezTo>
                    <a:pt x="4469" y="0"/>
                    <a:pt x="0" y="4482"/>
                    <a:pt x="0" y="10002"/>
                  </a:cubicBezTo>
                  <a:cubicBezTo>
                    <a:pt x="0" y="15519"/>
                    <a:pt x="4469" y="20001"/>
                    <a:pt x="9999" y="20001"/>
                  </a:cubicBezTo>
                  <a:cubicBezTo>
                    <a:pt x="15515" y="20001"/>
                    <a:pt x="19997" y="15519"/>
                    <a:pt x="19997" y="10002"/>
                  </a:cubicBezTo>
                  <a:cubicBezTo>
                    <a:pt x="19997" y="4482"/>
                    <a:pt x="15515" y="0"/>
                    <a:pt x="9999"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20"/>
            <p:cNvSpPr/>
            <p:nvPr/>
          </p:nvSpPr>
          <p:spPr>
            <a:xfrm>
              <a:off x="7459940" y="47212"/>
              <a:ext cx="646687" cy="630083"/>
            </a:xfrm>
            <a:custGeom>
              <a:rect b="b" l="l" r="r" t="t"/>
              <a:pathLst>
                <a:path extrusionOk="0" h="9449" w="9698">
                  <a:moveTo>
                    <a:pt x="3762" y="1"/>
                  </a:moveTo>
                  <a:lnTo>
                    <a:pt x="1" y="4759"/>
                  </a:lnTo>
                  <a:lnTo>
                    <a:pt x="5936" y="9449"/>
                  </a:lnTo>
                  <a:lnTo>
                    <a:pt x="9697" y="4693"/>
                  </a:lnTo>
                  <a:lnTo>
                    <a:pt x="3762"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20"/>
            <p:cNvSpPr/>
            <p:nvPr/>
          </p:nvSpPr>
          <p:spPr>
            <a:xfrm>
              <a:off x="7505485" y="91890"/>
              <a:ext cx="561067" cy="546196"/>
            </a:xfrm>
            <a:custGeom>
              <a:rect b="b" l="l" r="r" t="t"/>
              <a:pathLst>
                <a:path extrusionOk="0" h="8191" w="8414">
                  <a:moveTo>
                    <a:pt x="3237" y="1"/>
                  </a:moveTo>
                  <a:lnTo>
                    <a:pt x="0" y="4089"/>
                  </a:lnTo>
                  <a:lnTo>
                    <a:pt x="5174" y="8191"/>
                  </a:lnTo>
                  <a:lnTo>
                    <a:pt x="8414" y="4089"/>
                  </a:lnTo>
                  <a:lnTo>
                    <a:pt x="3237"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20"/>
            <p:cNvSpPr/>
            <p:nvPr/>
          </p:nvSpPr>
          <p:spPr>
            <a:xfrm>
              <a:off x="7459940" y="47212"/>
              <a:ext cx="261395" cy="317409"/>
            </a:xfrm>
            <a:custGeom>
              <a:rect b="b" l="l" r="r" t="t"/>
              <a:pathLst>
                <a:path extrusionOk="0" h="4760" w="3920">
                  <a:moveTo>
                    <a:pt x="3762" y="1"/>
                  </a:moveTo>
                  <a:lnTo>
                    <a:pt x="1" y="4759"/>
                  </a:lnTo>
                  <a:lnTo>
                    <a:pt x="683" y="4759"/>
                  </a:lnTo>
                  <a:lnTo>
                    <a:pt x="3920" y="671"/>
                  </a:lnTo>
                  <a:lnTo>
                    <a:pt x="3762"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20"/>
            <p:cNvSpPr/>
            <p:nvPr/>
          </p:nvSpPr>
          <p:spPr>
            <a:xfrm>
              <a:off x="7846305" y="360158"/>
              <a:ext cx="260328" cy="317142"/>
            </a:xfrm>
            <a:custGeom>
              <a:rect b="b" l="l" r="r" t="t"/>
              <a:pathLst>
                <a:path extrusionOk="0" h="4756" w="3904">
                  <a:moveTo>
                    <a:pt x="3237" y="0"/>
                  </a:moveTo>
                  <a:lnTo>
                    <a:pt x="0" y="4102"/>
                  </a:lnTo>
                  <a:lnTo>
                    <a:pt x="142" y="4756"/>
                  </a:lnTo>
                  <a:lnTo>
                    <a:pt x="3903"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20"/>
            <p:cNvSpPr/>
            <p:nvPr/>
          </p:nvSpPr>
          <p:spPr>
            <a:xfrm>
              <a:off x="7505485" y="91890"/>
              <a:ext cx="554798" cy="540995"/>
            </a:xfrm>
            <a:custGeom>
              <a:rect b="b" l="l" r="r" t="t"/>
              <a:pathLst>
                <a:path extrusionOk="0" h="8113" w="8320">
                  <a:moveTo>
                    <a:pt x="3249" y="104"/>
                  </a:moveTo>
                  <a:lnTo>
                    <a:pt x="8228" y="4036"/>
                  </a:lnTo>
                  <a:lnTo>
                    <a:pt x="5083" y="8021"/>
                  </a:lnTo>
                  <a:lnTo>
                    <a:pt x="104" y="4077"/>
                  </a:lnTo>
                  <a:lnTo>
                    <a:pt x="3249" y="104"/>
                  </a:lnTo>
                  <a:close/>
                  <a:moveTo>
                    <a:pt x="3237" y="1"/>
                  </a:moveTo>
                  <a:lnTo>
                    <a:pt x="25" y="4061"/>
                  </a:lnTo>
                  <a:lnTo>
                    <a:pt x="0" y="4089"/>
                  </a:lnTo>
                  <a:lnTo>
                    <a:pt x="5095" y="8112"/>
                  </a:lnTo>
                  <a:lnTo>
                    <a:pt x="8307" y="4048"/>
                  </a:lnTo>
                  <a:lnTo>
                    <a:pt x="8319" y="4023"/>
                  </a:lnTo>
                  <a:lnTo>
                    <a:pt x="323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20"/>
            <p:cNvSpPr/>
            <p:nvPr/>
          </p:nvSpPr>
          <p:spPr>
            <a:xfrm>
              <a:off x="7758816" y="292807"/>
              <a:ext cx="216718" cy="271865"/>
            </a:xfrm>
            <a:custGeom>
              <a:rect b="b" l="l" r="r" t="t"/>
              <a:pathLst>
                <a:path extrusionOk="0" h="4077" w="3250">
                  <a:moveTo>
                    <a:pt x="3184" y="1"/>
                  </a:moveTo>
                  <a:lnTo>
                    <a:pt x="1" y="4036"/>
                  </a:lnTo>
                  <a:lnTo>
                    <a:pt x="54" y="4077"/>
                  </a:lnTo>
                  <a:lnTo>
                    <a:pt x="3250" y="42"/>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0" name="Google Shape;790;p20"/>
            <p:cNvSpPr/>
            <p:nvPr/>
          </p:nvSpPr>
          <p:spPr>
            <a:xfrm>
              <a:off x="7674928" y="226324"/>
              <a:ext cx="215851" cy="271865"/>
            </a:xfrm>
            <a:custGeom>
              <a:rect b="b" l="l" r="r" t="t"/>
              <a:pathLst>
                <a:path extrusionOk="0" h="4077" w="3237">
                  <a:moveTo>
                    <a:pt x="3184" y="1"/>
                  </a:moveTo>
                  <a:lnTo>
                    <a:pt x="1" y="4039"/>
                  </a:lnTo>
                  <a:lnTo>
                    <a:pt x="54" y="4077"/>
                  </a:lnTo>
                  <a:lnTo>
                    <a:pt x="3237" y="42"/>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1" name="Google Shape;791;p20"/>
            <p:cNvSpPr/>
            <p:nvPr/>
          </p:nvSpPr>
          <p:spPr>
            <a:xfrm>
              <a:off x="7591040" y="160040"/>
              <a:ext cx="215851" cy="271865"/>
            </a:xfrm>
            <a:custGeom>
              <a:rect b="b" l="l" r="r" t="t"/>
              <a:pathLst>
                <a:path extrusionOk="0" h="4077" w="3237">
                  <a:moveTo>
                    <a:pt x="3183" y="1"/>
                  </a:moveTo>
                  <a:lnTo>
                    <a:pt x="0" y="4036"/>
                  </a:lnTo>
                  <a:lnTo>
                    <a:pt x="54" y="4077"/>
                  </a:lnTo>
                  <a:lnTo>
                    <a:pt x="3237" y="38"/>
                  </a:lnTo>
                  <a:lnTo>
                    <a:pt x="3183"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20"/>
            <p:cNvSpPr/>
            <p:nvPr/>
          </p:nvSpPr>
          <p:spPr>
            <a:xfrm>
              <a:off x="7666993" y="160907"/>
              <a:ext cx="338347" cy="269131"/>
            </a:xfrm>
            <a:custGeom>
              <a:rect b="b" l="l" r="r" t="t"/>
              <a:pathLst>
                <a:path extrusionOk="0" h="4036" w="5074">
                  <a:moveTo>
                    <a:pt x="41" y="0"/>
                  </a:moveTo>
                  <a:lnTo>
                    <a:pt x="0" y="54"/>
                  </a:lnTo>
                  <a:lnTo>
                    <a:pt x="5032" y="4036"/>
                  </a:lnTo>
                  <a:lnTo>
                    <a:pt x="5073" y="3970"/>
                  </a:lnTo>
                  <a:lnTo>
                    <a:pt x="41"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20"/>
            <p:cNvSpPr/>
            <p:nvPr/>
          </p:nvSpPr>
          <p:spPr>
            <a:xfrm>
              <a:off x="7613712" y="228191"/>
              <a:ext cx="339147" cy="269197"/>
            </a:xfrm>
            <a:custGeom>
              <a:rect b="b" l="l" r="r" t="t"/>
              <a:pathLst>
                <a:path extrusionOk="0" h="4037" w="5086">
                  <a:moveTo>
                    <a:pt x="41" y="1"/>
                  </a:moveTo>
                  <a:lnTo>
                    <a:pt x="0" y="51"/>
                  </a:lnTo>
                  <a:lnTo>
                    <a:pt x="5032" y="4036"/>
                  </a:lnTo>
                  <a:lnTo>
                    <a:pt x="5086" y="3970"/>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20"/>
            <p:cNvSpPr/>
            <p:nvPr/>
          </p:nvSpPr>
          <p:spPr>
            <a:xfrm>
              <a:off x="7560432" y="295541"/>
              <a:ext cx="339214" cy="269131"/>
            </a:xfrm>
            <a:custGeom>
              <a:rect b="b" l="l" r="r" t="t"/>
              <a:pathLst>
                <a:path extrusionOk="0" h="4036" w="5087">
                  <a:moveTo>
                    <a:pt x="41" y="1"/>
                  </a:moveTo>
                  <a:lnTo>
                    <a:pt x="0" y="51"/>
                  </a:lnTo>
                  <a:lnTo>
                    <a:pt x="5033" y="4036"/>
                  </a:lnTo>
                  <a:lnTo>
                    <a:pt x="5086" y="3970"/>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20"/>
            <p:cNvSpPr/>
            <p:nvPr/>
          </p:nvSpPr>
          <p:spPr>
            <a:xfrm>
              <a:off x="7112186" y="34209"/>
              <a:ext cx="646687" cy="629283"/>
            </a:xfrm>
            <a:custGeom>
              <a:rect b="b" l="l" r="r" t="t"/>
              <a:pathLst>
                <a:path extrusionOk="0" h="9437" w="9698">
                  <a:moveTo>
                    <a:pt x="3759" y="1"/>
                  </a:moveTo>
                  <a:lnTo>
                    <a:pt x="1" y="4756"/>
                  </a:lnTo>
                  <a:lnTo>
                    <a:pt x="5936" y="9436"/>
                  </a:lnTo>
                  <a:lnTo>
                    <a:pt x="9698" y="4690"/>
                  </a:lnTo>
                  <a:lnTo>
                    <a:pt x="3759"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20"/>
            <p:cNvSpPr/>
            <p:nvPr/>
          </p:nvSpPr>
          <p:spPr>
            <a:xfrm>
              <a:off x="7157530" y="77820"/>
              <a:ext cx="561067" cy="546196"/>
            </a:xfrm>
            <a:custGeom>
              <a:rect b="b" l="l" r="r" t="t"/>
              <a:pathLst>
                <a:path extrusionOk="0" h="8191" w="8414">
                  <a:moveTo>
                    <a:pt x="3237" y="1"/>
                  </a:moveTo>
                  <a:lnTo>
                    <a:pt x="0" y="4102"/>
                  </a:lnTo>
                  <a:lnTo>
                    <a:pt x="5177" y="8191"/>
                  </a:lnTo>
                  <a:lnTo>
                    <a:pt x="8414" y="4090"/>
                  </a:lnTo>
                  <a:lnTo>
                    <a:pt x="3237"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20"/>
            <p:cNvSpPr/>
            <p:nvPr/>
          </p:nvSpPr>
          <p:spPr>
            <a:xfrm>
              <a:off x="7112186" y="34209"/>
              <a:ext cx="261195" cy="317209"/>
            </a:xfrm>
            <a:custGeom>
              <a:rect b="b" l="l" r="r" t="t"/>
              <a:pathLst>
                <a:path extrusionOk="0" h="4757" w="3917">
                  <a:moveTo>
                    <a:pt x="3759" y="1"/>
                  </a:moveTo>
                  <a:lnTo>
                    <a:pt x="1" y="4756"/>
                  </a:lnTo>
                  <a:lnTo>
                    <a:pt x="680" y="4756"/>
                  </a:lnTo>
                  <a:lnTo>
                    <a:pt x="3917" y="655"/>
                  </a:lnTo>
                  <a:lnTo>
                    <a:pt x="3759"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8" name="Google Shape;798;p20"/>
            <p:cNvSpPr/>
            <p:nvPr/>
          </p:nvSpPr>
          <p:spPr>
            <a:xfrm>
              <a:off x="7498350" y="346954"/>
              <a:ext cx="260529" cy="316542"/>
            </a:xfrm>
            <a:custGeom>
              <a:rect b="b" l="l" r="r" t="t"/>
              <a:pathLst>
                <a:path extrusionOk="0" h="4747" w="3907">
                  <a:moveTo>
                    <a:pt x="3237" y="0"/>
                  </a:moveTo>
                  <a:lnTo>
                    <a:pt x="0" y="4105"/>
                  </a:lnTo>
                  <a:lnTo>
                    <a:pt x="145" y="4746"/>
                  </a:lnTo>
                  <a:lnTo>
                    <a:pt x="3907"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9" name="Google Shape;799;p20"/>
            <p:cNvSpPr/>
            <p:nvPr/>
          </p:nvSpPr>
          <p:spPr>
            <a:xfrm>
              <a:off x="7157530" y="77820"/>
              <a:ext cx="554998" cy="541795"/>
            </a:xfrm>
            <a:custGeom>
              <a:rect b="b" l="l" r="r" t="t"/>
              <a:pathLst>
                <a:path extrusionOk="0" h="8125" w="8323">
                  <a:moveTo>
                    <a:pt x="3252" y="105"/>
                  </a:moveTo>
                  <a:lnTo>
                    <a:pt x="8231" y="4036"/>
                  </a:lnTo>
                  <a:lnTo>
                    <a:pt x="5086" y="8021"/>
                  </a:lnTo>
                  <a:lnTo>
                    <a:pt x="107" y="4090"/>
                  </a:lnTo>
                  <a:lnTo>
                    <a:pt x="3252" y="105"/>
                  </a:lnTo>
                  <a:close/>
                  <a:moveTo>
                    <a:pt x="3237" y="1"/>
                  </a:moveTo>
                  <a:lnTo>
                    <a:pt x="29" y="4064"/>
                  </a:lnTo>
                  <a:lnTo>
                    <a:pt x="0" y="4102"/>
                  </a:lnTo>
                  <a:lnTo>
                    <a:pt x="5099" y="8125"/>
                  </a:lnTo>
                  <a:lnTo>
                    <a:pt x="8310" y="4064"/>
                  </a:lnTo>
                  <a:lnTo>
                    <a:pt x="8323" y="4024"/>
                  </a:lnTo>
                  <a:lnTo>
                    <a:pt x="323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0" name="Google Shape;800;p20"/>
            <p:cNvSpPr/>
            <p:nvPr/>
          </p:nvSpPr>
          <p:spPr>
            <a:xfrm>
              <a:off x="7411061" y="278737"/>
              <a:ext cx="216718" cy="272731"/>
            </a:xfrm>
            <a:custGeom>
              <a:rect b="b" l="l" r="r" t="t"/>
              <a:pathLst>
                <a:path extrusionOk="0" h="4090" w="3250">
                  <a:moveTo>
                    <a:pt x="3184" y="1"/>
                  </a:moveTo>
                  <a:lnTo>
                    <a:pt x="1" y="4039"/>
                  </a:lnTo>
                  <a:lnTo>
                    <a:pt x="51" y="4090"/>
                  </a:lnTo>
                  <a:lnTo>
                    <a:pt x="3250" y="54"/>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1" name="Google Shape;801;p20"/>
            <p:cNvSpPr/>
            <p:nvPr/>
          </p:nvSpPr>
          <p:spPr>
            <a:xfrm>
              <a:off x="7327173" y="212520"/>
              <a:ext cx="215918" cy="272665"/>
            </a:xfrm>
            <a:custGeom>
              <a:rect b="b" l="l" r="r" t="t"/>
              <a:pathLst>
                <a:path extrusionOk="0" h="4089" w="3238">
                  <a:moveTo>
                    <a:pt x="3184" y="0"/>
                  </a:moveTo>
                  <a:lnTo>
                    <a:pt x="1" y="4035"/>
                  </a:lnTo>
                  <a:lnTo>
                    <a:pt x="51" y="4089"/>
                  </a:lnTo>
                  <a:lnTo>
                    <a:pt x="3237" y="50"/>
                  </a:lnTo>
                  <a:lnTo>
                    <a:pt x="31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2" name="Google Shape;802;p20"/>
            <p:cNvSpPr/>
            <p:nvPr/>
          </p:nvSpPr>
          <p:spPr>
            <a:xfrm>
              <a:off x="7243285" y="146037"/>
              <a:ext cx="215918" cy="272665"/>
            </a:xfrm>
            <a:custGeom>
              <a:rect b="b" l="l" r="r" t="t"/>
              <a:pathLst>
                <a:path extrusionOk="0" h="4089" w="3238">
                  <a:moveTo>
                    <a:pt x="3184" y="0"/>
                  </a:moveTo>
                  <a:lnTo>
                    <a:pt x="1" y="4035"/>
                  </a:lnTo>
                  <a:lnTo>
                    <a:pt x="51" y="4089"/>
                  </a:lnTo>
                  <a:lnTo>
                    <a:pt x="3237" y="53"/>
                  </a:lnTo>
                  <a:lnTo>
                    <a:pt x="31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3" name="Google Shape;803;p20"/>
            <p:cNvSpPr/>
            <p:nvPr/>
          </p:nvSpPr>
          <p:spPr>
            <a:xfrm>
              <a:off x="7319238" y="146837"/>
              <a:ext cx="338347" cy="269397"/>
            </a:xfrm>
            <a:custGeom>
              <a:rect b="b" l="l" r="r" t="t"/>
              <a:pathLst>
                <a:path extrusionOk="0" h="4040" w="5074">
                  <a:moveTo>
                    <a:pt x="41" y="1"/>
                  </a:moveTo>
                  <a:lnTo>
                    <a:pt x="0" y="54"/>
                  </a:lnTo>
                  <a:lnTo>
                    <a:pt x="5033" y="4039"/>
                  </a:lnTo>
                  <a:lnTo>
                    <a:pt x="5073" y="3986"/>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4" name="Google Shape;804;p20"/>
            <p:cNvSpPr/>
            <p:nvPr/>
          </p:nvSpPr>
          <p:spPr>
            <a:xfrm>
              <a:off x="7265958" y="214187"/>
              <a:ext cx="339214" cy="269131"/>
            </a:xfrm>
            <a:custGeom>
              <a:rect b="b" l="l" r="r" t="t"/>
              <a:pathLst>
                <a:path extrusionOk="0" h="4036" w="5087">
                  <a:moveTo>
                    <a:pt x="38" y="0"/>
                  </a:moveTo>
                  <a:lnTo>
                    <a:pt x="0" y="54"/>
                  </a:lnTo>
                  <a:lnTo>
                    <a:pt x="5033" y="4036"/>
                  </a:lnTo>
                  <a:lnTo>
                    <a:pt x="5086" y="3985"/>
                  </a:lnTo>
                  <a:lnTo>
                    <a:pt x="38"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0"/>
            <p:cNvSpPr/>
            <p:nvPr/>
          </p:nvSpPr>
          <p:spPr>
            <a:xfrm>
              <a:off x="7212678" y="281471"/>
              <a:ext cx="339014" cy="269197"/>
            </a:xfrm>
            <a:custGeom>
              <a:rect b="b" l="l" r="r" t="t"/>
              <a:pathLst>
                <a:path extrusionOk="0" h="4037" w="5084">
                  <a:moveTo>
                    <a:pt x="38" y="1"/>
                  </a:moveTo>
                  <a:lnTo>
                    <a:pt x="0" y="54"/>
                  </a:lnTo>
                  <a:lnTo>
                    <a:pt x="5033" y="4036"/>
                  </a:lnTo>
                  <a:lnTo>
                    <a:pt x="5083" y="3986"/>
                  </a:lnTo>
                  <a:lnTo>
                    <a:pt x="38"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0"/>
            <p:cNvSpPr/>
            <p:nvPr/>
          </p:nvSpPr>
          <p:spPr>
            <a:xfrm>
              <a:off x="7562099" y="941371"/>
              <a:ext cx="413432" cy="283867"/>
            </a:xfrm>
            <a:custGeom>
              <a:rect b="b" l="l" r="r" t="t"/>
              <a:pathLst>
                <a:path extrusionOk="0" h="4257" w="6200">
                  <a:moveTo>
                    <a:pt x="1313" y="0"/>
                  </a:moveTo>
                  <a:cubicBezTo>
                    <a:pt x="942" y="0"/>
                    <a:pt x="583" y="201"/>
                    <a:pt x="409" y="550"/>
                  </a:cubicBezTo>
                  <a:lnTo>
                    <a:pt x="265" y="824"/>
                  </a:lnTo>
                  <a:cubicBezTo>
                    <a:pt x="0" y="1324"/>
                    <a:pt x="199" y="1937"/>
                    <a:pt x="696" y="2201"/>
                  </a:cubicBezTo>
                  <a:lnTo>
                    <a:pt x="4419" y="4139"/>
                  </a:lnTo>
                  <a:cubicBezTo>
                    <a:pt x="4569" y="4218"/>
                    <a:pt x="4730" y="4256"/>
                    <a:pt x="4889" y="4256"/>
                  </a:cubicBezTo>
                  <a:cubicBezTo>
                    <a:pt x="5256" y="4256"/>
                    <a:pt x="5612" y="4055"/>
                    <a:pt x="5794" y="3708"/>
                  </a:cubicBezTo>
                  <a:lnTo>
                    <a:pt x="5939" y="3431"/>
                  </a:lnTo>
                  <a:cubicBezTo>
                    <a:pt x="6200" y="2934"/>
                    <a:pt x="6005" y="2305"/>
                    <a:pt x="5505" y="2057"/>
                  </a:cubicBezTo>
                  <a:lnTo>
                    <a:pt x="1784" y="116"/>
                  </a:lnTo>
                  <a:cubicBezTo>
                    <a:pt x="1634" y="37"/>
                    <a:pt x="1472" y="0"/>
                    <a:pt x="1313"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0"/>
            <p:cNvSpPr/>
            <p:nvPr/>
          </p:nvSpPr>
          <p:spPr>
            <a:xfrm>
              <a:off x="6958280" y="443179"/>
              <a:ext cx="879275" cy="879075"/>
            </a:xfrm>
            <a:custGeom>
              <a:rect b="b" l="l" r="r" t="t"/>
              <a:pathLst>
                <a:path extrusionOk="0" h="13183" w="13186">
                  <a:moveTo>
                    <a:pt x="6593" y="1"/>
                  </a:moveTo>
                  <a:cubicBezTo>
                    <a:pt x="2951" y="1"/>
                    <a:pt x="0" y="2948"/>
                    <a:pt x="0" y="6593"/>
                  </a:cubicBezTo>
                  <a:cubicBezTo>
                    <a:pt x="0" y="10235"/>
                    <a:pt x="2951" y="13182"/>
                    <a:pt x="6593" y="13182"/>
                  </a:cubicBezTo>
                  <a:cubicBezTo>
                    <a:pt x="10235" y="13182"/>
                    <a:pt x="13185" y="10235"/>
                    <a:pt x="13185" y="6593"/>
                  </a:cubicBezTo>
                  <a:cubicBezTo>
                    <a:pt x="13185" y="2948"/>
                    <a:pt x="10235" y="1"/>
                    <a:pt x="6593" y="1"/>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0"/>
            <p:cNvSpPr/>
            <p:nvPr/>
          </p:nvSpPr>
          <p:spPr>
            <a:xfrm>
              <a:off x="7003758" y="488523"/>
              <a:ext cx="788254" cy="788387"/>
            </a:xfrm>
            <a:custGeom>
              <a:rect b="b" l="l" r="r" t="t"/>
              <a:pathLst>
                <a:path extrusionOk="0" h="11823" w="11821">
                  <a:moveTo>
                    <a:pt x="5911" y="0"/>
                  </a:moveTo>
                  <a:cubicBezTo>
                    <a:pt x="2649" y="0"/>
                    <a:pt x="1" y="2648"/>
                    <a:pt x="1" y="5913"/>
                  </a:cubicBezTo>
                  <a:cubicBezTo>
                    <a:pt x="1" y="9175"/>
                    <a:pt x="2649" y="11823"/>
                    <a:pt x="5911" y="11823"/>
                  </a:cubicBezTo>
                  <a:cubicBezTo>
                    <a:pt x="9175" y="11823"/>
                    <a:pt x="11821" y="9175"/>
                    <a:pt x="11821" y="5913"/>
                  </a:cubicBezTo>
                  <a:cubicBezTo>
                    <a:pt x="11821" y="2648"/>
                    <a:pt x="9175" y="0"/>
                    <a:pt x="5911"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0"/>
            <p:cNvSpPr/>
            <p:nvPr/>
          </p:nvSpPr>
          <p:spPr>
            <a:xfrm>
              <a:off x="7091247" y="548872"/>
              <a:ext cx="632617" cy="382091"/>
            </a:xfrm>
            <a:custGeom>
              <a:rect b="b" l="l" r="r" t="t"/>
              <a:pathLst>
                <a:path extrusionOk="0" h="5730" w="9487">
                  <a:moveTo>
                    <a:pt x="5162" y="1"/>
                  </a:moveTo>
                  <a:cubicBezTo>
                    <a:pt x="2778" y="1"/>
                    <a:pt x="1139" y="878"/>
                    <a:pt x="601" y="2948"/>
                  </a:cubicBezTo>
                  <a:cubicBezTo>
                    <a:pt x="0" y="5257"/>
                    <a:pt x="1966" y="5335"/>
                    <a:pt x="4350" y="5335"/>
                  </a:cubicBezTo>
                  <a:cubicBezTo>
                    <a:pt x="5627" y="5335"/>
                    <a:pt x="7009" y="5729"/>
                    <a:pt x="8018" y="5729"/>
                  </a:cubicBezTo>
                  <a:cubicBezTo>
                    <a:pt x="8893" y="5729"/>
                    <a:pt x="9486" y="5433"/>
                    <a:pt x="9486" y="4326"/>
                  </a:cubicBezTo>
                  <a:cubicBezTo>
                    <a:pt x="9486" y="1942"/>
                    <a:pt x="7549" y="1"/>
                    <a:pt x="516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0"/>
            <p:cNvSpPr/>
            <p:nvPr/>
          </p:nvSpPr>
          <p:spPr>
            <a:xfrm>
              <a:off x="7364716" y="1004454"/>
              <a:ext cx="330412" cy="202848"/>
            </a:xfrm>
            <a:custGeom>
              <a:rect b="b" l="l" r="r" t="t"/>
              <a:pathLst>
                <a:path extrusionOk="0" h="3042" w="4955">
                  <a:moveTo>
                    <a:pt x="3038" y="0"/>
                  </a:moveTo>
                  <a:cubicBezTo>
                    <a:pt x="2734" y="0"/>
                    <a:pt x="2425" y="50"/>
                    <a:pt x="2149" y="154"/>
                  </a:cubicBezTo>
                  <a:cubicBezTo>
                    <a:pt x="1205" y="507"/>
                    <a:pt x="1" y="1032"/>
                    <a:pt x="274" y="1752"/>
                  </a:cubicBezTo>
                  <a:cubicBezTo>
                    <a:pt x="506" y="2364"/>
                    <a:pt x="1649" y="3042"/>
                    <a:pt x="2569" y="3042"/>
                  </a:cubicBezTo>
                  <a:cubicBezTo>
                    <a:pt x="2751" y="3042"/>
                    <a:pt x="2924" y="3015"/>
                    <a:pt x="3080" y="2957"/>
                  </a:cubicBezTo>
                  <a:cubicBezTo>
                    <a:pt x="4023" y="2605"/>
                    <a:pt x="4954" y="1529"/>
                    <a:pt x="4678" y="809"/>
                  </a:cubicBezTo>
                  <a:cubicBezTo>
                    <a:pt x="4484" y="291"/>
                    <a:pt x="3772" y="0"/>
                    <a:pt x="303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1" name="Google Shape;811;p20"/>
            <p:cNvSpPr/>
            <p:nvPr/>
          </p:nvSpPr>
          <p:spPr>
            <a:xfrm>
              <a:off x="7062306" y="953974"/>
              <a:ext cx="262196" cy="222319"/>
            </a:xfrm>
            <a:custGeom>
              <a:rect b="b" l="l" r="r" t="t"/>
              <a:pathLst>
                <a:path extrusionOk="0" h="3334" w="3932">
                  <a:moveTo>
                    <a:pt x="2008" y="1"/>
                  </a:moveTo>
                  <a:cubicBezTo>
                    <a:pt x="1334" y="1"/>
                    <a:pt x="622" y="221"/>
                    <a:pt x="381" y="635"/>
                  </a:cubicBezTo>
                  <a:cubicBezTo>
                    <a:pt x="0" y="1305"/>
                    <a:pt x="708" y="2563"/>
                    <a:pt x="1428" y="2981"/>
                  </a:cubicBezTo>
                  <a:cubicBezTo>
                    <a:pt x="1800" y="3190"/>
                    <a:pt x="2251" y="3333"/>
                    <a:pt x="2653" y="3333"/>
                  </a:cubicBezTo>
                  <a:cubicBezTo>
                    <a:pt x="3032" y="3333"/>
                    <a:pt x="3367" y="3207"/>
                    <a:pt x="3551" y="2890"/>
                  </a:cubicBezTo>
                  <a:cubicBezTo>
                    <a:pt x="3932" y="2236"/>
                    <a:pt x="3762" y="647"/>
                    <a:pt x="3042" y="229"/>
                  </a:cubicBezTo>
                  <a:cubicBezTo>
                    <a:pt x="2777" y="75"/>
                    <a:pt x="2399" y="1"/>
                    <a:pt x="200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9_1">
    <p:spTree>
      <p:nvGrpSpPr>
        <p:cNvPr id="812" name="Shape 812"/>
        <p:cNvGrpSpPr/>
        <p:nvPr/>
      </p:nvGrpSpPr>
      <p:grpSpPr>
        <a:xfrm>
          <a:off x="0" y="0"/>
          <a:ext cx="0" cy="0"/>
          <a:chOff x="0" y="0"/>
          <a:chExt cx="0" cy="0"/>
        </a:xfrm>
      </p:grpSpPr>
      <p:sp>
        <p:nvSpPr>
          <p:cNvPr id="813" name="Google Shape;813;p21"/>
          <p:cNvSpPr txBox="1"/>
          <p:nvPr>
            <p:ph type="title"/>
          </p:nvPr>
        </p:nvSpPr>
        <p:spPr>
          <a:xfrm>
            <a:off x="713275" y="1591075"/>
            <a:ext cx="4564800" cy="6234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sz="4400"/>
            </a:lvl1pPr>
            <a:lvl2pPr lvl="1" rtl="0">
              <a:spcBef>
                <a:spcPts val="0"/>
              </a:spcBef>
              <a:spcAft>
                <a:spcPts val="0"/>
              </a:spcAft>
              <a:buSzPts val="2800"/>
              <a:buNone/>
              <a:defRPr>
                <a:latin typeface="Roboto"/>
                <a:ea typeface="Roboto"/>
                <a:cs typeface="Roboto"/>
                <a:sym typeface="Roboto"/>
              </a:defRPr>
            </a:lvl2pPr>
            <a:lvl3pPr lvl="2" rtl="0">
              <a:spcBef>
                <a:spcPts val="0"/>
              </a:spcBef>
              <a:spcAft>
                <a:spcPts val="0"/>
              </a:spcAft>
              <a:buSzPts val="2800"/>
              <a:buNone/>
              <a:defRPr>
                <a:latin typeface="Roboto"/>
                <a:ea typeface="Roboto"/>
                <a:cs typeface="Roboto"/>
                <a:sym typeface="Roboto"/>
              </a:defRPr>
            </a:lvl3pPr>
            <a:lvl4pPr lvl="3" rtl="0">
              <a:spcBef>
                <a:spcPts val="0"/>
              </a:spcBef>
              <a:spcAft>
                <a:spcPts val="0"/>
              </a:spcAft>
              <a:buSzPts val="2800"/>
              <a:buNone/>
              <a:defRPr>
                <a:latin typeface="Roboto"/>
                <a:ea typeface="Roboto"/>
                <a:cs typeface="Roboto"/>
                <a:sym typeface="Roboto"/>
              </a:defRPr>
            </a:lvl4pPr>
            <a:lvl5pPr lvl="4" rtl="0">
              <a:spcBef>
                <a:spcPts val="0"/>
              </a:spcBef>
              <a:spcAft>
                <a:spcPts val="0"/>
              </a:spcAft>
              <a:buSzPts val="2800"/>
              <a:buNone/>
              <a:defRPr>
                <a:latin typeface="Roboto"/>
                <a:ea typeface="Roboto"/>
                <a:cs typeface="Roboto"/>
                <a:sym typeface="Roboto"/>
              </a:defRPr>
            </a:lvl5pPr>
            <a:lvl6pPr lvl="5" rtl="0">
              <a:spcBef>
                <a:spcPts val="0"/>
              </a:spcBef>
              <a:spcAft>
                <a:spcPts val="0"/>
              </a:spcAft>
              <a:buSzPts val="2800"/>
              <a:buNone/>
              <a:defRPr>
                <a:latin typeface="Roboto"/>
                <a:ea typeface="Roboto"/>
                <a:cs typeface="Roboto"/>
                <a:sym typeface="Roboto"/>
              </a:defRPr>
            </a:lvl6pPr>
            <a:lvl7pPr lvl="6" rtl="0">
              <a:spcBef>
                <a:spcPts val="0"/>
              </a:spcBef>
              <a:spcAft>
                <a:spcPts val="0"/>
              </a:spcAft>
              <a:buSzPts val="2800"/>
              <a:buNone/>
              <a:defRPr>
                <a:latin typeface="Roboto"/>
                <a:ea typeface="Roboto"/>
                <a:cs typeface="Roboto"/>
                <a:sym typeface="Roboto"/>
              </a:defRPr>
            </a:lvl7pPr>
            <a:lvl8pPr lvl="7" rtl="0">
              <a:spcBef>
                <a:spcPts val="0"/>
              </a:spcBef>
              <a:spcAft>
                <a:spcPts val="0"/>
              </a:spcAft>
              <a:buSzPts val="2800"/>
              <a:buNone/>
              <a:defRPr>
                <a:latin typeface="Roboto"/>
                <a:ea typeface="Roboto"/>
                <a:cs typeface="Roboto"/>
                <a:sym typeface="Roboto"/>
              </a:defRPr>
            </a:lvl8pPr>
            <a:lvl9pPr lvl="8" rtl="0">
              <a:spcBef>
                <a:spcPts val="0"/>
              </a:spcBef>
              <a:spcAft>
                <a:spcPts val="0"/>
              </a:spcAft>
              <a:buSzPts val="2800"/>
              <a:buNone/>
              <a:defRPr>
                <a:latin typeface="Roboto"/>
                <a:ea typeface="Roboto"/>
                <a:cs typeface="Roboto"/>
                <a:sym typeface="Roboto"/>
              </a:defRPr>
            </a:lvl9pPr>
          </a:lstStyle>
          <a:p/>
        </p:txBody>
      </p:sp>
      <p:sp>
        <p:nvSpPr>
          <p:cNvPr id="814" name="Google Shape;814;p21"/>
          <p:cNvSpPr txBox="1"/>
          <p:nvPr>
            <p:ph idx="1" type="subTitle"/>
          </p:nvPr>
        </p:nvSpPr>
        <p:spPr>
          <a:xfrm>
            <a:off x="713100" y="2096534"/>
            <a:ext cx="4564800" cy="17910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sz="1800"/>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grpSp>
        <p:nvGrpSpPr>
          <p:cNvPr id="815" name="Google Shape;815;p21"/>
          <p:cNvGrpSpPr/>
          <p:nvPr/>
        </p:nvGrpSpPr>
        <p:grpSpPr>
          <a:xfrm rot="358378">
            <a:off x="-324486" y="-246553"/>
            <a:ext cx="1927553" cy="2134297"/>
            <a:chOff x="1180196" y="1611644"/>
            <a:chExt cx="1265489" cy="1401221"/>
          </a:xfrm>
        </p:grpSpPr>
        <p:sp>
          <p:nvSpPr>
            <p:cNvPr id="816" name="Google Shape;816;p21"/>
            <p:cNvSpPr/>
            <p:nvPr/>
          </p:nvSpPr>
          <p:spPr>
            <a:xfrm>
              <a:off x="1368110" y="1764685"/>
              <a:ext cx="719237" cy="825996"/>
            </a:xfrm>
            <a:custGeom>
              <a:rect b="b" l="l" r="r" t="t"/>
              <a:pathLst>
                <a:path extrusionOk="0" h="12387" w="10786">
                  <a:moveTo>
                    <a:pt x="394" y="7275"/>
                  </a:moveTo>
                  <a:cubicBezTo>
                    <a:pt x="236" y="7392"/>
                    <a:pt x="133" y="7549"/>
                    <a:pt x="79" y="7719"/>
                  </a:cubicBezTo>
                  <a:cubicBezTo>
                    <a:pt x="1" y="7942"/>
                    <a:pt x="38" y="8178"/>
                    <a:pt x="183" y="8364"/>
                  </a:cubicBezTo>
                  <a:lnTo>
                    <a:pt x="497" y="8757"/>
                  </a:lnTo>
                  <a:lnTo>
                    <a:pt x="604" y="8873"/>
                  </a:lnTo>
                  <a:cubicBezTo>
                    <a:pt x="762" y="9071"/>
                    <a:pt x="1035" y="9134"/>
                    <a:pt x="1312" y="9084"/>
                  </a:cubicBezTo>
                  <a:cubicBezTo>
                    <a:pt x="1454" y="9043"/>
                    <a:pt x="1586" y="8977"/>
                    <a:pt x="1718" y="8886"/>
                  </a:cubicBezTo>
                  <a:lnTo>
                    <a:pt x="4549" y="6580"/>
                  </a:lnTo>
                  <a:lnTo>
                    <a:pt x="2347" y="10892"/>
                  </a:lnTo>
                  <a:cubicBezTo>
                    <a:pt x="2256" y="11062"/>
                    <a:pt x="2215" y="11245"/>
                    <a:pt x="2240" y="11414"/>
                  </a:cubicBezTo>
                  <a:cubicBezTo>
                    <a:pt x="2268" y="11650"/>
                    <a:pt x="2385" y="11861"/>
                    <a:pt x="2583" y="11965"/>
                  </a:cubicBezTo>
                  <a:lnTo>
                    <a:pt x="3042" y="12201"/>
                  </a:lnTo>
                  <a:lnTo>
                    <a:pt x="3183" y="12267"/>
                  </a:lnTo>
                  <a:cubicBezTo>
                    <a:pt x="3407" y="12386"/>
                    <a:pt x="3684" y="12345"/>
                    <a:pt x="3907" y="12176"/>
                  </a:cubicBezTo>
                  <a:cubicBezTo>
                    <a:pt x="4036" y="12097"/>
                    <a:pt x="4127" y="11981"/>
                    <a:pt x="4206" y="11836"/>
                  </a:cubicBezTo>
                  <a:lnTo>
                    <a:pt x="8584" y="3316"/>
                  </a:lnTo>
                  <a:lnTo>
                    <a:pt x="10326" y="1900"/>
                  </a:lnTo>
                  <a:cubicBezTo>
                    <a:pt x="10694" y="1601"/>
                    <a:pt x="10785" y="1114"/>
                    <a:pt x="10537" y="815"/>
                  </a:cubicBezTo>
                  <a:lnTo>
                    <a:pt x="10446" y="696"/>
                  </a:lnTo>
                  <a:lnTo>
                    <a:pt x="10119" y="302"/>
                  </a:lnTo>
                  <a:cubicBezTo>
                    <a:pt x="9867" y="0"/>
                    <a:pt x="9370" y="0"/>
                    <a:pt x="9002" y="290"/>
                  </a:cubicBezTo>
                  <a:lnTo>
                    <a:pt x="8518" y="683"/>
                  </a:lnTo>
                  <a:lnTo>
                    <a:pt x="8414" y="630"/>
                  </a:lnTo>
                  <a:cubicBezTo>
                    <a:pt x="8059" y="447"/>
                    <a:pt x="7603" y="642"/>
                    <a:pt x="7392" y="1064"/>
                  </a:cubicBezTo>
                  <a:lnTo>
                    <a:pt x="6920" y="1979"/>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7" name="Google Shape;817;p21"/>
            <p:cNvSpPr/>
            <p:nvPr/>
          </p:nvSpPr>
          <p:spPr>
            <a:xfrm>
              <a:off x="1924578" y="1611644"/>
              <a:ext cx="145168" cy="114627"/>
            </a:xfrm>
            <a:custGeom>
              <a:rect b="b" l="l" r="r" t="t"/>
              <a:pathLst>
                <a:path extrusionOk="0" h="1719" w="2177">
                  <a:moveTo>
                    <a:pt x="1324" y="1533"/>
                  </a:moveTo>
                  <a:cubicBezTo>
                    <a:pt x="1850" y="1350"/>
                    <a:pt x="2177" y="903"/>
                    <a:pt x="2045" y="526"/>
                  </a:cubicBezTo>
                  <a:cubicBezTo>
                    <a:pt x="1916" y="158"/>
                    <a:pt x="1378" y="1"/>
                    <a:pt x="853" y="183"/>
                  </a:cubicBezTo>
                  <a:cubicBezTo>
                    <a:pt x="327" y="353"/>
                    <a:pt x="0" y="812"/>
                    <a:pt x="145" y="1180"/>
                  </a:cubicBezTo>
                  <a:cubicBezTo>
                    <a:pt x="277" y="1561"/>
                    <a:pt x="799" y="1718"/>
                    <a:pt x="1324" y="153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1"/>
            <p:cNvSpPr/>
            <p:nvPr/>
          </p:nvSpPr>
          <p:spPr>
            <a:xfrm>
              <a:off x="1228279" y="2027410"/>
              <a:ext cx="144168" cy="117295"/>
            </a:xfrm>
            <a:custGeom>
              <a:rect b="b" l="l" r="r" t="t"/>
              <a:pathLst>
                <a:path extrusionOk="0" h="1759" w="2162">
                  <a:moveTo>
                    <a:pt x="1441" y="1469"/>
                  </a:moveTo>
                  <a:cubicBezTo>
                    <a:pt x="1926" y="1180"/>
                    <a:pt x="2162" y="683"/>
                    <a:pt x="1967" y="356"/>
                  </a:cubicBezTo>
                  <a:cubicBezTo>
                    <a:pt x="1768" y="29"/>
                    <a:pt x="1218" y="1"/>
                    <a:pt x="721" y="290"/>
                  </a:cubicBezTo>
                  <a:cubicBezTo>
                    <a:pt x="237" y="567"/>
                    <a:pt x="1" y="1064"/>
                    <a:pt x="196" y="1391"/>
                  </a:cubicBezTo>
                  <a:cubicBezTo>
                    <a:pt x="394" y="1718"/>
                    <a:pt x="957" y="1759"/>
                    <a:pt x="1441" y="1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9" name="Google Shape;819;p21"/>
            <p:cNvSpPr/>
            <p:nvPr/>
          </p:nvSpPr>
          <p:spPr>
            <a:xfrm>
              <a:off x="1603107" y="1794218"/>
              <a:ext cx="152103" cy="117895"/>
            </a:xfrm>
            <a:custGeom>
              <a:rect b="b" l="l" r="r" t="t"/>
              <a:pathLst>
                <a:path extrusionOk="0" h="1768" w="2281">
                  <a:moveTo>
                    <a:pt x="1457" y="1507"/>
                  </a:moveTo>
                  <a:cubicBezTo>
                    <a:pt x="1994" y="1246"/>
                    <a:pt x="2281" y="746"/>
                    <a:pt x="2111" y="406"/>
                  </a:cubicBezTo>
                  <a:cubicBezTo>
                    <a:pt x="1941" y="66"/>
                    <a:pt x="1365" y="0"/>
                    <a:pt x="828" y="261"/>
                  </a:cubicBezTo>
                  <a:cubicBezTo>
                    <a:pt x="290" y="525"/>
                    <a:pt x="0" y="1022"/>
                    <a:pt x="173" y="1362"/>
                  </a:cubicBezTo>
                  <a:cubicBezTo>
                    <a:pt x="343" y="1705"/>
                    <a:pt x="919" y="1768"/>
                    <a:pt x="1457" y="150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0" name="Google Shape;820;p21"/>
            <p:cNvSpPr/>
            <p:nvPr/>
          </p:nvSpPr>
          <p:spPr>
            <a:xfrm>
              <a:off x="1403857" y="1957592"/>
              <a:ext cx="94422" cy="121496"/>
            </a:xfrm>
            <a:custGeom>
              <a:rect b="b" l="l" r="r" t="t"/>
              <a:pathLst>
                <a:path extrusionOk="0" h="1822" w="1416">
                  <a:moveTo>
                    <a:pt x="592" y="1771"/>
                  </a:moveTo>
                  <a:cubicBezTo>
                    <a:pt x="931" y="1821"/>
                    <a:pt x="1274" y="1469"/>
                    <a:pt x="1337" y="997"/>
                  </a:cubicBezTo>
                  <a:cubicBezTo>
                    <a:pt x="1416" y="525"/>
                    <a:pt x="1180" y="91"/>
                    <a:pt x="828" y="41"/>
                  </a:cubicBezTo>
                  <a:cubicBezTo>
                    <a:pt x="472" y="0"/>
                    <a:pt x="132" y="340"/>
                    <a:pt x="66" y="812"/>
                  </a:cubicBezTo>
                  <a:cubicBezTo>
                    <a:pt x="0" y="1299"/>
                    <a:pt x="236" y="1718"/>
                    <a:pt x="592" y="177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1"/>
            <p:cNvSpPr/>
            <p:nvPr/>
          </p:nvSpPr>
          <p:spPr>
            <a:xfrm>
              <a:off x="2326723" y="1640792"/>
              <a:ext cx="118962" cy="143301"/>
            </a:xfrm>
            <a:custGeom>
              <a:rect b="b" l="l" r="r" t="t"/>
              <a:pathLst>
                <a:path extrusionOk="0" h="2149" w="1784">
                  <a:moveTo>
                    <a:pt x="236" y="787"/>
                  </a:moveTo>
                  <a:cubicBezTo>
                    <a:pt x="0" y="1284"/>
                    <a:pt x="104" y="1822"/>
                    <a:pt x="472" y="1991"/>
                  </a:cubicBezTo>
                  <a:cubicBezTo>
                    <a:pt x="840" y="2149"/>
                    <a:pt x="1324" y="1875"/>
                    <a:pt x="1548" y="1378"/>
                  </a:cubicBezTo>
                  <a:cubicBezTo>
                    <a:pt x="1784" y="878"/>
                    <a:pt x="1664" y="340"/>
                    <a:pt x="1312" y="170"/>
                  </a:cubicBezTo>
                  <a:cubicBezTo>
                    <a:pt x="944" y="1"/>
                    <a:pt x="459" y="277"/>
                    <a:pt x="236" y="78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2" name="Google Shape;822;p21"/>
            <p:cNvSpPr/>
            <p:nvPr/>
          </p:nvSpPr>
          <p:spPr>
            <a:xfrm>
              <a:off x="1425862" y="1826492"/>
              <a:ext cx="164306" cy="148569"/>
            </a:xfrm>
            <a:custGeom>
              <a:rect b="b" l="l" r="r" t="t"/>
              <a:pathLst>
                <a:path extrusionOk="0" h="2228" w="2464">
                  <a:moveTo>
                    <a:pt x="878" y="1494"/>
                  </a:moveTo>
                  <a:cubicBezTo>
                    <a:pt x="1400" y="1913"/>
                    <a:pt x="1888" y="2227"/>
                    <a:pt x="2174" y="1875"/>
                  </a:cubicBezTo>
                  <a:cubicBezTo>
                    <a:pt x="2463" y="1520"/>
                    <a:pt x="2265" y="906"/>
                    <a:pt x="1743" y="485"/>
                  </a:cubicBezTo>
                  <a:cubicBezTo>
                    <a:pt x="1230" y="54"/>
                    <a:pt x="576" y="0"/>
                    <a:pt x="287" y="356"/>
                  </a:cubicBezTo>
                  <a:cubicBezTo>
                    <a:pt x="1" y="696"/>
                    <a:pt x="353" y="1076"/>
                    <a:pt x="878" y="149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3" name="Google Shape;823;p21"/>
            <p:cNvSpPr/>
            <p:nvPr/>
          </p:nvSpPr>
          <p:spPr>
            <a:xfrm>
              <a:off x="1599715" y="2593958"/>
              <a:ext cx="156504" cy="124229"/>
            </a:xfrm>
            <a:custGeom>
              <a:rect b="b" l="l" r="r" t="t"/>
              <a:pathLst>
                <a:path extrusionOk="0" h="1863" w="2347">
                  <a:moveTo>
                    <a:pt x="931" y="170"/>
                  </a:moveTo>
                  <a:cubicBezTo>
                    <a:pt x="356" y="353"/>
                    <a:pt x="0" y="840"/>
                    <a:pt x="132" y="1259"/>
                  </a:cubicBezTo>
                  <a:cubicBezTo>
                    <a:pt x="277" y="1677"/>
                    <a:pt x="840" y="1863"/>
                    <a:pt x="1415" y="1690"/>
                  </a:cubicBezTo>
                  <a:cubicBezTo>
                    <a:pt x="1991" y="1507"/>
                    <a:pt x="2346" y="1023"/>
                    <a:pt x="2202" y="605"/>
                  </a:cubicBezTo>
                  <a:cubicBezTo>
                    <a:pt x="2070" y="183"/>
                    <a:pt x="1494" y="1"/>
                    <a:pt x="931" y="17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4" name="Google Shape;824;p21"/>
            <p:cNvSpPr/>
            <p:nvPr/>
          </p:nvSpPr>
          <p:spPr>
            <a:xfrm>
              <a:off x="1456412" y="2705786"/>
              <a:ext cx="113560" cy="147702"/>
            </a:xfrm>
            <a:custGeom>
              <a:rect b="b" l="l" r="r" t="t"/>
              <a:pathLst>
                <a:path extrusionOk="0" h="2215" w="1703">
                  <a:moveTo>
                    <a:pt x="1652" y="1180"/>
                  </a:moveTo>
                  <a:cubicBezTo>
                    <a:pt x="1703" y="591"/>
                    <a:pt x="1375" y="79"/>
                    <a:pt x="945" y="41"/>
                  </a:cubicBezTo>
                  <a:cubicBezTo>
                    <a:pt x="498" y="0"/>
                    <a:pt x="105" y="447"/>
                    <a:pt x="51" y="1035"/>
                  </a:cubicBezTo>
                  <a:cubicBezTo>
                    <a:pt x="1" y="1626"/>
                    <a:pt x="315" y="2136"/>
                    <a:pt x="759" y="2177"/>
                  </a:cubicBezTo>
                  <a:cubicBezTo>
                    <a:pt x="1206" y="2214"/>
                    <a:pt x="1599" y="1771"/>
                    <a:pt x="1652" y="118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1"/>
            <p:cNvSpPr/>
            <p:nvPr/>
          </p:nvSpPr>
          <p:spPr>
            <a:xfrm>
              <a:off x="2095558" y="1708737"/>
              <a:ext cx="173108" cy="115427"/>
            </a:xfrm>
            <a:custGeom>
              <a:rect b="b" l="l" r="r" t="t"/>
              <a:pathLst>
                <a:path extrusionOk="0" h="1731" w="2596">
                  <a:moveTo>
                    <a:pt x="1523" y="1548"/>
                  </a:moveTo>
                  <a:cubicBezTo>
                    <a:pt x="2177" y="1375"/>
                    <a:pt x="2595" y="878"/>
                    <a:pt x="2466" y="431"/>
                  </a:cubicBezTo>
                  <a:cubicBezTo>
                    <a:pt x="2334" y="0"/>
                    <a:pt x="1825" y="79"/>
                    <a:pt x="1180" y="261"/>
                  </a:cubicBezTo>
                  <a:cubicBezTo>
                    <a:pt x="538" y="447"/>
                    <a:pt x="0" y="655"/>
                    <a:pt x="132" y="1089"/>
                  </a:cubicBezTo>
                  <a:cubicBezTo>
                    <a:pt x="252" y="1520"/>
                    <a:pt x="881" y="1730"/>
                    <a:pt x="1523" y="154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6" name="Google Shape;826;p21"/>
            <p:cNvSpPr/>
            <p:nvPr/>
          </p:nvSpPr>
          <p:spPr>
            <a:xfrm>
              <a:off x="1680002" y="2836019"/>
              <a:ext cx="141634" cy="166973"/>
            </a:xfrm>
            <a:custGeom>
              <a:rect b="b" l="l" r="r" t="t"/>
              <a:pathLst>
                <a:path extrusionOk="0" h="2504" w="2124">
                  <a:moveTo>
                    <a:pt x="369" y="261"/>
                  </a:moveTo>
                  <a:cubicBezTo>
                    <a:pt x="1" y="513"/>
                    <a:pt x="1" y="1167"/>
                    <a:pt x="381" y="1718"/>
                  </a:cubicBezTo>
                  <a:cubicBezTo>
                    <a:pt x="762" y="2268"/>
                    <a:pt x="1378" y="2504"/>
                    <a:pt x="1759" y="2243"/>
                  </a:cubicBezTo>
                  <a:cubicBezTo>
                    <a:pt x="2124" y="1991"/>
                    <a:pt x="1888" y="1535"/>
                    <a:pt x="1510" y="985"/>
                  </a:cubicBezTo>
                  <a:cubicBezTo>
                    <a:pt x="1117" y="434"/>
                    <a:pt x="749" y="0"/>
                    <a:pt x="369" y="2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7" name="Google Shape;827;p21"/>
            <p:cNvSpPr/>
            <p:nvPr/>
          </p:nvSpPr>
          <p:spPr>
            <a:xfrm>
              <a:off x="1416989" y="1835703"/>
              <a:ext cx="444039" cy="732107"/>
            </a:xfrm>
            <a:custGeom>
              <a:rect b="b" l="l" r="r" t="t"/>
              <a:pathLst>
                <a:path extrusionOk="0" h="10979" w="6659">
                  <a:moveTo>
                    <a:pt x="5918" y="0"/>
                  </a:moveTo>
                  <a:cubicBezTo>
                    <a:pt x="5631" y="0"/>
                    <a:pt x="5335" y="183"/>
                    <a:pt x="5177" y="496"/>
                  </a:cubicBezTo>
                  <a:lnTo>
                    <a:pt x="120" y="10324"/>
                  </a:lnTo>
                  <a:cubicBezTo>
                    <a:pt x="41" y="10494"/>
                    <a:pt x="0" y="10680"/>
                    <a:pt x="29" y="10850"/>
                  </a:cubicBezTo>
                  <a:cubicBezTo>
                    <a:pt x="143" y="10792"/>
                    <a:pt x="283" y="10762"/>
                    <a:pt x="435" y="10762"/>
                  </a:cubicBezTo>
                  <a:cubicBezTo>
                    <a:pt x="632" y="10762"/>
                    <a:pt x="849" y="10811"/>
                    <a:pt x="1063" y="10916"/>
                  </a:cubicBezTo>
                  <a:cubicBezTo>
                    <a:pt x="1089" y="10941"/>
                    <a:pt x="1129" y="10953"/>
                    <a:pt x="1167" y="10979"/>
                  </a:cubicBezTo>
                  <a:lnTo>
                    <a:pt x="6659" y="301"/>
                  </a:lnTo>
                  <a:lnTo>
                    <a:pt x="6200" y="65"/>
                  </a:lnTo>
                  <a:cubicBezTo>
                    <a:pt x="6111" y="21"/>
                    <a:pt x="6015" y="0"/>
                    <a:pt x="591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1"/>
            <p:cNvSpPr/>
            <p:nvPr/>
          </p:nvSpPr>
          <p:spPr>
            <a:xfrm>
              <a:off x="1494809" y="1855708"/>
              <a:ext cx="405430" cy="755113"/>
            </a:xfrm>
            <a:custGeom>
              <a:rect b="b" l="l" r="r" t="t"/>
              <a:pathLst>
                <a:path extrusionOk="0" h="11324" w="6080">
                  <a:moveTo>
                    <a:pt x="5492" y="1"/>
                  </a:moveTo>
                  <a:lnTo>
                    <a:pt x="0" y="10679"/>
                  </a:lnTo>
                  <a:cubicBezTo>
                    <a:pt x="277" y="10851"/>
                    <a:pt x="459" y="11087"/>
                    <a:pt x="525" y="11323"/>
                  </a:cubicBezTo>
                  <a:cubicBezTo>
                    <a:pt x="642" y="11229"/>
                    <a:pt x="749" y="11113"/>
                    <a:pt x="827" y="10968"/>
                  </a:cubicBezTo>
                  <a:lnTo>
                    <a:pt x="5872" y="1139"/>
                  </a:lnTo>
                  <a:cubicBezTo>
                    <a:pt x="6080" y="733"/>
                    <a:pt x="5976" y="249"/>
                    <a:pt x="5624" y="63"/>
                  </a:cubicBezTo>
                  <a:lnTo>
                    <a:pt x="5492"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9" name="Google Shape;829;p21"/>
            <p:cNvSpPr/>
            <p:nvPr/>
          </p:nvSpPr>
          <p:spPr>
            <a:xfrm>
              <a:off x="1418856" y="2553284"/>
              <a:ext cx="111026" cy="67283"/>
            </a:xfrm>
            <a:custGeom>
              <a:rect b="b" l="l" r="r" t="t"/>
              <a:pathLst>
                <a:path extrusionOk="0" h="1009" w="1665">
                  <a:moveTo>
                    <a:pt x="407" y="1"/>
                  </a:moveTo>
                  <a:cubicBezTo>
                    <a:pt x="255" y="1"/>
                    <a:pt x="115" y="31"/>
                    <a:pt x="1" y="89"/>
                  </a:cubicBezTo>
                  <a:cubicBezTo>
                    <a:pt x="13" y="337"/>
                    <a:pt x="142" y="532"/>
                    <a:pt x="340" y="639"/>
                  </a:cubicBezTo>
                  <a:lnTo>
                    <a:pt x="800" y="875"/>
                  </a:lnTo>
                  <a:lnTo>
                    <a:pt x="944" y="941"/>
                  </a:lnTo>
                  <a:cubicBezTo>
                    <a:pt x="1031" y="987"/>
                    <a:pt x="1127" y="1009"/>
                    <a:pt x="1225" y="1009"/>
                  </a:cubicBezTo>
                  <a:cubicBezTo>
                    <a:pt x="1375" y="1009"/>
                    <a:pt x="1529" y="957"/>
                    <a:pt x="1664" y="862"/>
                  </a:cubicBezTo>
                  <a:cubicBezTo>
                    <a:pt x="1598" y="626"/>
                    <a:pt x="1416" y="390"/>
                    <a:pt x="1139" y="218"/>
                  </a:cubicBezTo>
                  <a:cubicBezTo>
                    <a:pt x="1101" y="192"/>
                    <a:pt x="1061" y="180"/>
                    <a:pt x="1035" y="155"/>
                  </a:cubicBezTo>
                  <a:cubicBezTo>
                    <a:pt x="821" y="50"/>
                    <a:pt x="604" y="1"/>
                    <a:pt x="407"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0" name="Google Shape;830;p21"/>
            <p:cNvSpPr/>
            <p:nvPr/>
          </p:nvSpPr>
          <p:spPr>
            <a:xfrm>
              <a:off x="1274553" y="1803295"/>
              <a:ext cx="690497" cy="546997"/>
            </a:xfrm>
            <a:custGeom>
              <a:rect b="b" l="l" r="r" t="t"/>
              <a:pathLst>
                <a:path extrusionOk="0" h="8203" w="10355">
                  <a:moveTo>
                    <a:pt x="9516" y="1"/>
                  </a:moveTo>
                  <a:cubicBezTo>
                    <a:pt x="9315" y="1"/>
                    <a:pt x="9101" y="73"/>
                    <a:pt x="8927" y="220"/>
                  </a:cubicBezTo>
                  <a:lnTo>
                    <a:pt x="303" y="7193"/>
                  </a:lnTo>
                  <a:cubicBezTo>
                    <a:pt x="158" y="7325"/>
                    <a:pt x="54" y="7483"/>
                    <a:pt x="1" y="7640"/>
                  </a:cubicBezTo>
                  <a:cubicBezTo>
                    <a:pt x="22" y="7638"/>
                    <a:pt x="44" y="7637"/>
                    <a:pt x="66" y="7637"/>
                  </a:cubicBezTo>
                  <a:cubicBezTo>
                    <a:pt x="352" y="7637"/>
                    <a:pt x="674" y="7808"/>
                    <a:pt x="919" y="8112"/>
                  </a:cubicBezTo>
                  <a:cubicBezTo>
                    <a:pt x="957" y="8137"/>
                    <a:pt x="969" y="8178"/>
                    <a:pt x="998" y="8203"/>
                  </a:cubicBezTo>
                  <a:lnTo>
                    <a:pt x="10355" y="629"/>
                  </a:lnTo>
                  <a:lnTo>
                    <a:pt x="10040" y="220"/>
                  </a:lnTo>
                  <a:cubicBezTo>
                    <a:pt x="9915" y="76"/>
                    <a:pt x="9722" y="1"/>
                    <a:pt x="951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1" name="Google Shape;831;p21"/>
            <p:cNvSpPr/>
            <p:nvPr/>
          </p:nvSpPr>
          <p:spPr>
            <a:xfrm>
              <a:off x="1341036" y="1845239"/>
              <a:ext cx="647554" cy="558333"/>
            </a:xfrm>
            <a:custGeom>
              <a:rect b="b" l="l" r="r" t="t"/>
              <a:pathLst>
                <a:path extrusionOk="0" h="8373" w="9711">
                  <a:moveTo>
                    <a:pt x="9358" y="0"/>
                  </a:moveTo>
                  <a:lnTo>
                    <a:pt x="1" y="7574"/>
                  </a:lnTo>
                  <a:cubicBezTo>
                    <a:pt x="183" y="7835"/>
                    <a:pt x="262" y="8137"/>
                    <a:pt x="224" y="8373"/>
                  </a:cubicBezTo>
                  <a:cubicBezTo>
                    <a:pt x="366" y="8348"/>
                    <a:pt x="510" y="8282"/>
                    <a:pt x="642" y="8178"/>
                  </a:cubicBezTo>
                  <a:lnTo>
                    <a:pt x="9251" y="1192"/>
                  </a:lnTo>
                  <a:cubicBezTo>
                    <a:pt x="9619" y="903"/>
                    <a:pt x="9710" y="419"/>
                    <a:pt x="9462" y="117"/>
                  </a:cubicBezTo>
                  <a:lnTo>
                    <a:pt x="9358"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1"/>
            <p:cNvSpPr/>
            <p:nvPr/>
          </p:nvSpPr>
          <p:spPr>
            <a:xfrm>
              <a:off x="1269352" y="2312490"/>
              <a:ext cx="89155" cy="92622"/>
            </a:xfrm>
            <a:custGeom>
              <a:rect b="b" l="l" r="r" t="t"/>
              <a:pathLst>
                <a:path extrusionOk="0" h="1389" w="1337">
                  <a:moveTo>
                    <a:pt x="144" y="1"/>
                  </a:moveTo>
                  <a:cubicBezTo>
                    <a:pt x="122" y="1"/>
                    <a:pt x="100" y="2"/>
                    <a:pt x="79" y="4"/>
                  </a:cubicBezTo>
                  <a:cubicBezTo>
                    <a:pt x="0" y="227"/>
                    <a:pt x="25" y="476"/>
                    <a:pt x="170" y="646"/>
                  </a:cubicBezTo>
                  <a:lnTo>
                    <a:pt x="497" y="1039"/>
                  </a:lnTo>
                  <a:lnTo>
                    <a:pt x="604" y="1155"/>
                  </a:lnTo>
                  <a:cubicBezTo>
                    <a:pt x="725" y="1307"/>
                    <a:pt x="914" y="1389"/>
                    <a:pt x="1114" y="1389"/>
                  </a:cubicBezTo>
                  <a:cubicBezTo>
                    <a:pt x="1175" y="1389"/>
                    <a:pt x="1238" y="1381"/>
                    <a:pt x="1299" y="1366"/>
                  </a:cubicBezTo>
                  <a:cubicBezTo>
                    <a:pt x="1337" y="1130"/>
                    <a:pt x="1258" y="828"/>
                    <a:pt x="1076" y="567"/>
                  </a:cubicBezTo>
                  <a:cubicBezTo>
                    <a:pt x="1047" y="542"/>
                    <a:pt x="1035" y="501"/>
                    <a:pt x="997" y="476"/>
                  </a:cubicBezTo>
                  <a:cubicBezTo>
                    <a:pt x="752" y="172"/>
                    <a:pt x="430" y="1"/>
                    <a:pt x="144"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1"/>
            <p:cNvSpPr/>
            <p:nvPr/>
          </p:nvSpPr>
          <p:spPr>
            <a:xfrm>
              <a:off x="1900178" y="1640787"/>
              <a:ext cx="145234" cy="100290"/>
            </a:xfrm>
            <a:custGeom>
              <a:rect b="b" l="l" r="r" t="t"/>
              <a:pathLst>
                <a:path extrusionOk="0" h="1504" w="2178">
                  <a:moveTo>
                    <a:pt x="1293" y="0"/>
                  </a:moveTo>
                  <a:cubicBezTo>
                    <a:pt x="1152" y="0"/>
                    <a:pt x="1003" y="25"/>
                    <a:pt x="853" y="78"/>
                  </a:cubicBezTo>
                  <a:cubicBezTo>
                    <a:pt x="331" y="261"/>
                    <a:pt x="1" y="707"/>
                    <a:pt x="133" y="1085"/>
                  </a:cubicBezTo>
                  <a:cubicBezTo>
                    <a:pt x="228" y="1348"/>
                    <a:pt x="530" y="1504"/>
                    <a:pt x="886" y="1504"/>
                  </a:cubicBezTo>
                  <a:cubicBezTo>
                    <a:pt x="1027" y="1504"/>
                    <a:pt x="1177" y="1479"/>
                    <a:pt x="1325" y="1428"/>
                  </a:cubicBezTo>
                  <a:cubicBezTo>
                    <a:pt x="1850" y="1258"/>
                    <a:pt x="2177" y="799"/>
                    <a:pt x="2045" y="431"/>
                  </a:cubicBezTo>
                  <a:cubicBezTo>
                    <a:pt x="1944" y="158"/>
                    <a:pt x="1647" y="0"/>
                    <a:pt x="12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4" name="Google Shape;834;p21"/>
            <p:cNvSpPr/>
            <p:nvPr/>
          </p:nvSpPr>
          <p:spPr>
            <a:xfrm>
              <a:off x="1180196" y="2067295"/>
              <a:ext cx="144368" cy="105092"/>
            </a:xfrm>
            <a:custGeom>
              <a:rect b="b" l="l" r="r" t="t"/>
              <a:pathLst>
                <a:path extrusionOk="0" h="1576" w="2165">
                  <a:moveTo>
                    <a:pt x="1387" y="0"/>
                  </a:moveTo>
                  <a:cubicBezTo>
                    <a:pt x="1176" y="0"/>
                    <a:pt x="940" y="63"/>
                    <a:pt x="721" y="193"/>
                  </a:cubicBezTo>
                  <a:cubicBezTo>
                    <a:pt x="236" y="482"/>
                    <a:pt x="0" y="979"/>
                    <a:pt x="199" y="1309"/>
                  </a:cubicBezTo>
                  <a:cubicBezTo>
                    <a:pt x="304" y="1487"/>
                    <a:pt x="519" y="1576"/>
                    <a:pt x="770" y="1576"/>
                  </a:cubicBezTo>
                  <a:cubicBezTo>
                    <a:pt x="982" y="1576"/>
                    <a:pt x="1220" y="1513"/>
                    <a:pt x="1441" y="1388"/>
                  </a:cubicBezTo>
                  <a:cubicBezTo>
                    <a:pt x="1928" y="1099"/>
                    <a:pt x="2164" y="602"/>
                    <a:pt x="1966" y="272"/>
                  </a:cubicBezTo>
                  <a:cubicBezTo>
                    <a:pt x="1859" y="92"/>
                    <a:pt x="1642" y="0"/>
                    <a:pt x="138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5" name="Google Shape;835;p21"/>
            <p:cNvSpPr/>
            <p:nvPr/>
          </p:nvSpPr>
          <p:spPr>
            <a:xfrm>
              <a:off x="1202868" y="2090634"/>
              <a:ext cx="94422" cy="61281"/>
            </a:xfrm>
            <a:custGeom>
              <a:rect b="b" l="l" r="r" t="t"/>
              <a:pathLst>
                <a:path extrusionOk="0" h="919" w="1416">
                  <a:moveTo>
                    <a:pt x="0" y="881"/>
                  </a:moveTo>
                  <a:cubicBezTo>
                    <a:pt x="0" y="865"/>
                    <a:pt x="41" y="865"/>
                    <a:pt x="107" y="852"/>
                  </a:cubicBezTo>
                  <a:cubicBezTo>
                    <a:pt x="173" y="852"/>
                    <a:pt x="264" y="827"/>
                    <a:pt x="355" y="786"/>
                  </a:cubicBezTo>
                  <a:cubicBezTo>
                    <a:pt x="447" y="736"/>
                    <a:pt x="538" y="670"/>
                    <a:pt x="604" y="591"/>
                  </a:cubicBezTo>
                  <a:cubicBezTo>
                    <a:pt x="670" y="513"/>
                    <a:pt x="708" y="409"/>
                    <a:pt x="761" y="330"/>
                  </a:cubicBezTo>
                  <a:cubicBezTo>
                    <a:pt x="815" y="236"/>
                    <a:pt x="881" y="145"/>
                    <a:pt x="972" y="79"/>
                  </a:cubicBezTo>
                  <a:cubicBezTo>
                    <a:pt x="1022" y="54"/>
                    <a:pt x="1063" y="28"/>
                    <a:pt x="1117" y="16"/>
                  </a:cubicBezTo>
                  <a:cubicBezTo>
                    <a:pt x="1167" y="0"/>
                    <a:pt x="1208" y="0"/>
                    <a:pt x="1246" y="16"/>
                  </a:cubicBezTo>
                  <a:cubicBezTo>
                    <a:pt x="1324" y="28"/>
                    <a:pt x="1378" y="66"/>
                    <a:pt x="1403" y="107"/>
                  </a:cubicBezTo>
                  <a:cubicBezTo>
                    <a:pt x="1415" y="145"/>
                    <a:pt x="1415" y="173"/>
                    <a:pt x="1403" y="173"/>
                  </a:cubicBezTo>
                  <a:cubicBezTo>
                    <a:pt x="1378" y="186"/>
                    <a:pt x="1337" y="132"/>
                    <a:pt x="1233" y="132"/>
                  </a:cubicBezTo>
                  <a:cubicBezTo>
                    <a:pt x="1180" y="132"/>
                    <a:pt x="1129" y="157"/>
                    <a:pt x="1063" y="198"/>
                  </a:cubicBezTo>
                  <a:cubicBezTo>
                    <a:pt x="1010" y="252"/>
                    <a:pt x="959" y="315"/>
                    <a:pt x="906" y="393"/>
                  </a:cubicBezTo>
                  <a:cubicBezTo>
                    <a:pt x="865" y="472"/>
                    <a:pt x="802" y="579"/>
                    <a:pt x="708" y="683"/>
                  </a:cubicBezTo>
                  <a:cubicBezTo>
                    <a:pt x="617" y="774"/>
                    <a:pt x="500" y="840"/>
                    <a:pt x="393" y="881"/>
                  </a:cubicBezTo>
                  <a:cubicBezTo>
                    <a:pt x="277" y="919"/>
                    <a:pt x="173" y="919"/>
                    <a:pt x="107" y="906"/>
                  </a:cubicBezTo>
                  <a:cubicBezTo>
                    <a:pt x="41" y="906"/>
                    <a:pt x="0" y="881"/>
                    <a:pt x="0" y="88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1"/>
            <p:cNvSpPr/>
            <p:nvPr/>
          </p:nvSpPr>
          <p:spPr>
            <a:xfrm>
              <a:off x="1554157" y="1834369"/>
              <a:ext cx="153170" cy="104558"/>
            </a:xfrm>
            <a:custGeom>
              <a:rect b="b" l="l" r="r" t="t"/>
              <a:pathLst>
                <a:path extrusionOk="0" h="1568" w="2297">
                  <a:moveTo>
                    <a:pt x="1497" y="1"/>
                  </a:moveTo>
                  <a:cubicBezTo>
                    <a:pt x="1293" y="1"/>
                    <a:pt x="1063" y="54"/>
                    <a:pt x="840" y="163"/>
                  </a:cubicBezTo>
                  <a:cubicBezTo>
                    <a:pt x="302" y="437"/>
                    <a:pt x="0" y="921"/>
                    <a:pt x="186" y="1264"/>
                  </a:cubicBezTo>
                  <a:cubicBezTo>
                    <a:pt x="285" y="1463"/>
                    <a:pt x="524" y="1568"/>
                    <a:pt x="810" y="1568"/>
                  </a:cubicBezTo>
                  <a:cubicBezTo>
                    <a:pt x="1012" y="1568"/>
                    <a:pt x="1239" y="1515"/>
                    <a:pt x="1457" y="1406"/>
                  </a:cubicBezTo>
                  <a:cubicBezTo>
                    <a:pt x="1994" y="1145"/>
                    <a:pt x="2296" y="648"/>
                    <a:pt x="2123" y="305"/>
                  </a:cubicBezTo>
                  <a:cubicBezTo>
                    <a:pt x="2024" y="106"/>
                    <a:pt x="1786" y="1"/>
                    <a:pt x="149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1"/>
            <p:cNvSpPr/>
            <p:nvPr/>
          </p:nvSpPr>
          <p:spPr>
            <a:xfrm>
              <a:off x="1575096" y="1859042"/>
              <a:ext cx="111226" cy="67416"/>
            </a:xfrm>
            <a:custGeom>
              <a:rect b="b" l="l" r="r" t="t"/>
              <a:pathLst>
                <a:path extrusionOk="0" h="1011" w="1668">
                  <a:moveTo>
                    <a:pt x="1652" y="1"/>
                  </a:moveTo>
                  <a:cubicBezTo>
                    <a:pt x="1652" y="1"/>
                    <a:pt x="1668" y="54"/>
                    <a:pt x="1640" y="133"/>
                  </a:cubicBezTo>
                  <a:cubicBezTo>
                    <a:pt x="1614" y="212"/>
                    <a:pt x="1548" y="328"/>
                    <a:pt x="1457" y="422"/>
                  </a:cubicBezTo>
                  <a:cubicBezTo>
                    <a:pt x="1404" y="473"/>
                    <a:pt x="1338" y="514"/>
                    <a:pt x="1275" y="551"/>
                  </a:cubicBezTo>
                  <a:cubicBezTo>
                    <a:pt x="1234" y="564"/>
                    <a:pt x="1196" y="580"/>
                    <a:pt x="1143" y="580"/>
                  </a:cubicBezTo>
                  <a:cubicBezTo>
                    <a:pt x="1089" y="580"/>
                    <a:pt x="1051" y="564"/>
                    <a:pt x="1010" y="551"/>
                  </a:cubicBezTo>
                  <a:cubicBezTo>
                    <a:pt x="973" y="539"/>
                    <a:pt x="944" y="539"/>
                    <a:pt x="919" y="526"/>
                  </a:cubicBezTo>
                  <a:cubicBezTo>
                    <a:pt x="882" y="526"/>
                    <a:pt x="853" y="514"/>
                    <a:pt x="828" y="514"/>
                  </a:cubicBezTo>
                  <a:cubicBezTo>
                    <a:pt x="762" y="514"/>
                    <a:pt x="709" y="514"/>
                    <a:pt x="658" y="526"/>
                  </a:cubicBezTo>
                  <a:cubicBezTo>
                    <a:pt x="435" y="551"/>
                    <a:pt x="278" y="683"/>
                    <a:pt x="186" y="800"/>
                  </a:cubicBezTo>
                  <a:cubicBezTo>
                    <a:pt x="95" y="919"/>
                    <a:pt x="54" y="1010"/>
                    <a:pt x="29" y="998"/>
                  </a:cubicBezTo>
                  <a:cubicBezTo>
                    <a:pt x="17" y="998"/>
                    <a:pt x="1" y="973"/>
                    <a:pt x="1" y="919"/>
                  </a:cubicBezTo>
                  <a:cubicBezTo>
                    <a:pt x="17" y="878"/>
                    <a:pt x="29" y="815"/>
                    <a:pt x="67" y="737"/>
                  </a:cubicBezTo>
                  <a:cubicBezTo>
                    <a:pt x="108" y="658"/>
                    <a:pt x="174" y="564"/>
                    <a:pt x="265" y="501"/>
                  </a:cubicBezTo>
                  <a:cubicBezTo>
                    <a:pt x="356" y="422"/>
                    <a:pt x="488" y="369"/>
                    <a:pt x="617" y="344"/>
                  </a:cubicBezTo>
                  <a:cubicBezTo>
                    <a:pt x="683" y="328"/>
                    <a:pt x="762" y="328"/>
                    <a:pt x="841" y="344"/>
                  </a:cubicBezTo>
                  <a:cubicBezTo>
                    <a:pt x="882" y="344"/>
                    <a:pt x="919" y="356"/>
                    <a:pt x="960" y="369"/>
                  </a:cubicBezTo>
                  <a:cubicBezTo>
                    <a:pt x="998" y="369"/>
                    <a:pt x="1039" y="394"/>
                    <a:pt x="1064" y="407"/>
                  </a:cubicBezTo>
                  <a:cubicBezTo>
                    <a:pt x="1089" y="422"/>
                    <a:pt x="1117" y="422"/>
                    <a:pt x="1143" y="422"/>
                  </a:cubicBezTo>
                  <a:cubicBezTo>
                    <a:pt x="1155" y="435"/>
                    <a:pt x="1180" y="422"/>
                    <a:pt x="1209" y="422"/>
                  </a:cubicBezTo>
                  <a:cubicBezTo>
                    <a:pt x="1275" y="394"/>
                    <a:pt x="1325" y="369"/>
                    <a:pt x="1378" y="328"/>
                  </a:cubicBezTo>
                  <a:cubicBezTo>
                    <a:pt x="1470" y="265"/>
                    <a:pt x="1536" y="186"/>
                    <a:pt x="1573" y="120"/>
                  </a:cubicBezTo>
                  <a:cubicBezTo>
                    <a:pt x="1627" y="42"/>
                    <a:pt x="1640" y="1"/>
                    <a:pt x="1652"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8" name="Google Shape;838;p21"/>
            <p:cNvSpPr/>
            <p:nvPr/>
          </p:nvSpPr>
          <p:spPr>
            <a:xfrm>
              <a:off x="1355973" y="1994210"/>
              <a:ext cx="93356" cy="115294"/>
            </a:xfrm>
            <a:custGeom>
              <a:rect b="b" l="l" r="r" t="t"/>
              <a:pathLst>
                <a:path extrusionOk="0" h="1729" w="1400">
                  <a:moveTo>
                    <a:pt x="751" y="0"/>
                  </a:moveTo>
                  <a:cubicBezTo>
                    <a:pt x="426" y="0"/>
                    <a:pt x="124" y="328"/>
                    <a:pt x="63" y="779"/>
                  </a:cubicBezTo>
                  <a:cubicBezTo>
                    <a:pt x="0" y="1251"/>
                    <a:pt x="220" y="1682"/>
                    <a:pt x="576" y="1723"/>
                  </a:cubicBezTo>
                  <a:cubicBezTo>
                    <a:pt x="600" y="1727"/>
                    <a:pt x="624" y="1728"/>
                    <a:pt x="648" y="1728"/>
                  </a:cubicBezTo>
                  <a:cubicBezTo>
                    <a:pt x="974" y="1728"/>
                    <a:pt x="1275" y="1400"/>
                    <a:pt x="1337" y="949"/>
                  </a:cubicBezTo>
                  <a:cubicBezTo>
                    <a:pt x="1400" y="477"/>
                    <a:pt x="1180" y="59"/>
                    <a:pt x="824" y="6"/>
                  </a:cubicBezTo>
                  <a:cubicBezTo>
                    <a:pt x="800" y="2"/>
                    <a:pt x="776" y="0"/>
                    <a:pt x="75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9" name="Google Shape;839;p21"/>
            <p:cNvSpPr/>
            <p:nvPr/>
          </p:nvSpPr>
          <p:spPr>
            <a:xfrm>
              <a:off x="1386381" y="2003345"/>
              <a:ext cx="33408" cy="97823"/>
            </a:xfrm>
            <a:custGeom>
              <a:rect b="b" l="l" r="r" t="t"/>
              <a:pathLst>
                <a:path extrusionOk="0" h="1467" w="501">
                  <a:moveTo>
                    <a:pt x="95" y="1454"/>
                  </a:moveTo>
                  <a:cubicBezTo>
                    <a:pt x="79" y="1441"/>
                    <a:pt x="107" y="1416"/>
                    <a:pt x="145" y="1375"/>
                  </a:cubicBezTo>
                  <a:cubicBezTo>
                    <a:pt x="198" y="1325"/>
                    <a:pt x="252" y="1259"/>
                    <a:pt x="290" y="1180"/>
                  </a:cubicBezTo>
                  <a:cubicBezTo>
                    <a:pt x="330" y="1102"/>
                    <a:pt x="330" y="995"/>
                    <a:pt x="302" y="916"/>
                  </a:cubicBezTo>
                  <a:cubicBezTo>
                    <a:pt x="290" y="878"/>
                    <a:pt x="264" y="853"/>
                    <a:pt x="223" y="812"/>
                  </a:cubicBezTo>
                  <a:cubicBezTo>
                    <a:pt x="186" y="774"/>
                    <a:pt x="145" y="721"/>
                    <a:pt x="120" y="680"/>
                  </a:cubicBezTo>
                  <a:cubicBezTo>
                    <a:pt x="54" y="589"/>
                    <a:pt x="16" y="485"/>
                    <a:pt x="16" y="394"/>
                  </a:cubicBezTo>
                  <a:cubicBezTo>
                    <a:pt x="0" y="340"/>
                    <a:pt x="0" y="303"/>
                    <a:pt x="16" y="249"/>
                  </a:cubicBezTo>
                  <a:cubicBezTo>
                    <a:pt x="16" y="208"/>
                    <a:pt x="28" y="171"/>
                    <a:pt x="54" y="130"/>
                  </a:cubicBezTo>
                  <a:cubicBezTo>
                    <a:pt x="95" y="67"/>
                    <a:pt x="145" y="26"/>
                    <a:pt x="198" y="13"/>
                  </a:cubicBezTo>
                  <a:cubicBezTo>
                    <a:pt x="236" y="1"/>
                    <a:pt x="264" y="26"/>
                    <a:pt x="264" y="38"/>
                  </a:cubicBezTo>
                  <a:cubicBezTo>
                    <a:pt x="264" y="51"/>
                    <a:pt x="252" y="67"/>
                    <a:pt x="223" y="79"/>
                  </a:cubicBezTo>
                  <a:cubicBezTo>
                    <a:pt x="211" y="105"/>
                    <a:pt x="198" y="130"/>
                    <a:pt x="186" y="183"/>
                  </a:cubicBezTo>
                  <a:cubicBezTo>
                    <a:pt x="173" y="237"/>
                    <a:pt x="173" y="287"/>
                    <a:pt x="186" y="366"/>
                  </a:cubicBezTo>
                  <a:cubicBezTo>
                    <a:pt x="198" y="432"/>
                    <a:pt x="223" y="510"/>
                    <a:pt x="264" y="576"/>
                  </a:cubicBezTo>
                  <a:cubicBezTo>
                    <a:pt x="290" y="617"/>
                    <a:pt x="315" y="642"/>
                    <a:pt x="356" y="696"/>
                  </a:cubicBezTo>
                  <a:cubicBezTo>
                    <a:pt x="368" y="708"/>
                    <a:pt x="393" y="734"/>
                    <a:pt x="409" y="759"/>
                  </a:cubicBezTo>
                  <a:cubicBezTo>
                    <a:pt x="434" y="787"/>
                    <a:pt x="447" y="825"/>
                    <a:pt x="459" y="866"/>
                  </a:cubicBezTo>
                  <a:cubicBezTo>
                    <a:pt x="500" y="995"/>
                    <a:pt x="459" y="1139"/>
                    <a:pt x="393" y="1231"/>
                  </a:cubicBezTo>
                  <a:cubicBezTo>
                    <a:pt x="330" y="1325"/>
                    <a:pt x="252" y="1375"/>
                    <a:pt x="186" y="1416"/>
                  </a:cubicBezTo>
                  <a:cubicBezTo>
                    <a:pt x="132" y="1454"/>
                    <a:pt x="95" y="1466"/>
                    <a:pt x="95" y="1454"/>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1"/>
            <p:cNvSpPr/>
            <p:nvPr/>
          </p:nvSpPr>
          <p:spPr>
            <a:xfrm>
              <a:off x="2276873" y="1669261"/>
              <a:ext cx="119028" cy="127764"/>
            </a:xfrm>
            <a:custGeom>
              <a:rect b="b" l="l" r="r" t="t"/>
              <a:pathLst>
                <a:path extrusionOk="0" h="1916" w="1785">
                  <a:moveTo>
                    <a:pt x="1084" y="0"/>
                  </a:moveTo>
                  <a:cubicBezTo>
                    <a:pt x="768" y="0"/>
                    <a:pt x="415" y="256"/>
                    <a:pt x="224" y="658"/>
                  </a:cubicBezTo>
                  <a:cubicBezTo>
                    <a:pt x="1" y="1158"/>
                    <a:pt x="108" y="1696"/>
                    <a:pt x="473" y="1866"/>
                  </a:cubicBezTo>
                  <a:cubicBezTo>
                    <a:pt x="546" y="1899"/>
                    <a:pt x="624" y="1916"/>
                    <a:pt x="704" y="1916"/>
                  </a:cubicBezTo>
                  <a:cubicBezTo>
                    <a:pt x="1024" y="1916"/>
                    <a:pt x="1370" y="1657"/>
                    <a:pt x="1548" y="1249"/>
                  </a:cubicBezTo>
                  <a:cubicBezTo>
                    <a:pt x="1784" y="752"/>
                    <a:pt x="1665" y="214"/>
                    <a:pt x="1300" y="44"/>
                  </a:cubicBezTo>
                  <a:cubicBezTo>
                    <a:pt x="1232" y="14"/>
                    <a:pt x="1159" y="0"/>
                    <a:pt x="108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1"/>
            <p:cNvSpPr/>
            <p:nvPr/>
          </p:nvSpPr>
          <p:spPr>
            <a:xfrm>
              <a:off x="1376912" y="1868245"/>
              <a:ext cx="164306" cy="127297"/>
            </a:xfrm>
            <a:custGeom>
              <a:rect b="b" l="l" r="r" t="t"/>
              <a:pathLst>
                <a:path extrusionOk="0" h="1909" w="2464">
                  <a:moveTo>
                    <a:pt x="837" y="1"/>
                  </a:moveTo>
                  <a:cubicBezTo>
                    <a:pt x="611" y="1"/>
                    <a:pt x="413" y="76"/>
                    <a:pt x="287" y="231"/>
                  </a:cubicBezTo>
                  <a:cubicBezTo>
                    <a:pt x="1" y="583"/>
                    <a:pt x="365" y="951"/>
                    <a:pt x="891" y="1369"/>
                  </a:cubicBezTo>
                  <a:cubicBezTo>
                    <a:pt x="1259" y="1665"/>
                    <a:pt x="1602" y="1908"/>
                    <a:pt x="1872" y="1908"/>
                  </a:cubicBezTo>
                  <a:cubicBezTo>
                    <a:pt x="1987" y="1908"/>
                    <a:pt x="2089" y="1865"/>
                    <a:pt x="2174" y="1763"/>
                  </a:cubicBezTo>
                  <a:cubicBezTo>
                    <a:pt x="2463" y="1410"/>
                    <a:pt x="2281" y="781"/>
                    <a:pt x="1756" y="363"/>
                  </a:cubicBezTo>
                  <a:cubicBezTo>
                    <a:pt x="1467" y="125"/>
                    <a:pt x="1129"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2" name="Google Shape;842;p21"/>
            <p:cNvSpPr/>
            <p:nvPr/>
          </p:nvSpPr>
          <p:spPr>
            <a:xfrm>
              <a:off x="1402118" y="1899319"/>
              <a:ext cx="102358" cy="88354"/>
            </a:xfrm>
            <a:custGeom>
              <a:rect b="b" l="l" r="r" t="t"/>
              <a:pathLst>
                <a:path extrusionOk="0" h="1325" w="1535">
                  <a:moveTo>
                    <a:pt x="1522" y="1325"/>
                  </a:moveTo>
                  <a:cubicBezTo>
                    <a:pt x="1510" y="1325"/>
                    <a:pt x="1494" y="1284"/>
                    <a:pt x="1456" y="1218"/>
                  </a:cubicBezTo>
                  <a:cubicBezTo>
                    <a:pt x="1415" y="1155"/>
                    <a:pt x="1352" y="1089"/>
                    <a:pt x="1258" y="1010"/>
                  </a:cubicBezTo>
                  <a:cubicBezTo>
                    <a:pt x="1088" y="853"/>
                    <a:pt x="852" y="667"/>
                    <a:pt x="683" y="539"/>
                  </a:cubicBezTo>
                  <a:cubicBezTo>
                    <a:pt x="315" y="274"/>
                    <a:pt x="0" y="79"/>
                    <a:pt x="28" y="26"/>
                  </a:cubicBezTo>
                  <a:cubicBezTo>
                    <a:pt x="41" y="1"/>
                    <a:pt x="132" y="26"/>
                    <a:pt x="264" y="79"/>
                  </a:cubicBezTo>
                  <a:cubicBezTo>
                    <a:pt x="409" y="145"/>
                    <a:pt x="591" y="249"/>
                    <a:pt x="786" y="394"/>
                  </a:cubicBezTo>
                  <a:cubicBezTo>
                    <a:pt x="972" y="526"/>
                    <a:pt x="1195" y="734"/>
                    <a:pt x="1337" y="932"/>
                  </a:cubicBezTo>
                  <a:cubicBezTo>
                    <a:pt x="1415" y="1023"/>
                    <a:pt x="1481" y="1114"/>
                    <a:pt x="1510" y="1193"/>
                  </a:cubicBezTo>
                  <a:cubicBezTo>
                    <a:pt x="1535" y="1271"/>
                    <a:pt x="1535" y="1325"/>
                    <a:pt x="1522" y="132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3" name="Google Shape;843;p21"/>
            <p:cNvSpPr/>
            <p:nvPr/>
          </p:nvSpPr>
          <p:spPr>
            <a:xfrm>
              <a:off x="1553290" y="2621835"/>
              <a:ext cx="155704" cy="109759"/>
            </a:xfrm>
            <a:custGeom>
              <a:rect b="b" l="l" r="r" t="t"/>
              <a:pathLst>
                <a:path extrusionOk="0" h="1646" w="2335">
                  <a:moveTo>
                    <a:pt x="1359" y="0"/>
                  </a:moveTo>
                  <a:cubicBezTo>
                    <a:pt x="1221" y="0"/>
                    <a:pt x="1076" y="23"/>
                    <a:pt x="932" y="70"/>
                  </a:cubicBezTo>
                  <a:cubicBezTo>
                    <a:pt x="356" y="240"/>
                    <a:pt x="1" y="724"/>
                    <a:pt x="133" y="1143"/>
                  </a:cubicBezTo>
                  <a:cubicBezTo>
                    <a:pt x="231" y="1457"/>
                    <a:pt x="576" y="1645"/>
                    <a:pt x="984" y="1645"/>
                  </a:cubicBezTo>
                  <a:cubicBezTo>
                    <a:pt x="1123" y="1645"/>
                    <a:pt x="1270" y="1623"/>
                    <a:pt x="1416" y="1577"/>
                  </a:cubicBezTo>
                  <a:cubicBezTo>
                    <a:pt x="1979" y="1407"/>
                    <a:pt x="2335" y="919"/>
                    <a:pt x="2202" y="501"/>
                  </a:cubicBezTo>
                  <a:cubicBezTo>
                    <a:pt x="2106" y="190"/>
                    <a:pt x="1761" y="0"/>
                    <a:pt x="135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4" name="Google Shape;844;p21"/>
            <p:cNvSpPr/>
            <p:nvPr/>
          </p:nvSpPr>
          <p:spPr>
            <a:xfrm>
              <a:off x="1579497" y="2649975"/>
              <a:ext cx="110226" cy="50812"/>
            </a:xfrm>
            <a:custGeom>
              <a:rect b="b" l="l" r="r" t="t"/>
              <a:pathLst>
                <a:path extrusionOk="0" h="762" w="1653">
                  <a:moveTo>
                    <a:pt x="1640" y="120"/>
                  </a:moveTo>
                  <a:cubicBezTo>
                    <a:pt x="1640" y="133"/>
                    <a:pt x="1602" y="120"/>
                    <a:pt x="1523" y="120"/>
                  </a:cubicBezTo>
                  <a:cubicBezTo>
                    <a:pt x="1457" y="104"/>
                    <a:pt x="1366" y="104"/>
                    <a:pt x="1259" y="133"/>
                  </a:cubicBezTo>
                  <a:cubicBezTo>
                    <a:pt x="1155" y="145"/>
                    <a:pt x="1051" y="199"/>
                    <a:pt x="957" y="261"/>
                  </a:cubicBezTo>
                  <a:cubicBezTo>
                    <a:pt x="878" y="340"/>
                    <a:pt x="800" y="434"/>
                    <a:pt x="737" y="513"/>
                  </a:cubicBezTo>
                  <a:cubicBezTo>
                    <a:pt x="658" y="604"/>
                    <a:pt x="564" y="683"/>
                    <a:pt x="460" y="721"/>
                  </a:cubicBezTo>
                  <a:cubicBezTo>
                    <a:pt x="407" y="749"/>
                    <a:pt x="356" y="762"/>
                    <a:pt x="290" y="762"/>
                  </a:cubicBezTo>
                  <a:cubicBezTo>
                    <a:pt x="237" y="749"/>
                    <a:pt x="199" y="733"/>
                    <a:pt x="158" y="721"/>
                  </a:cubicBezTo>
                  <a:cubicBezTo>
                    <a:pt x="80" y="683"/>
                    <a:pt x="29" y="617"/>
                    <a:pt x="13" y="576"/>
                  </a:cubicBezTo>
                  <a:cubicBezTo>
                    <a:pt x="1" y="526"/>
                    <a:pt x="13" y="497"/>
                    <a:pt x="29" y="497"/>
                  </a:cubicBezTo>
                  <a:cubicBezTo>
                    <a:pt x="54" y="497"/>
                    <a:pt x="80" y="563"/>
                    <a:pt x="199" y="592"/>
                  </a:cubicBezTo>
                  <a:cubicBezTo>
                    <a:pt x="249" y="604"/>
                    <a:pt x="315" y="604"/>
                    <a:pt x="381" y="563"/>
                  </a:cubicBezTo>
                  <a:cubicBezTo>
                    <a:pt x="448" y="538"/>
                    <a:pt x="526" y="472"/>
                    <a:pt x="592" y="394"/>
                  </a:cubicBezTo>
                  <a:cubicBezTo>
                    <a:pt x="658" y="328"/>
                    <a:pt x="737" y="224"/>
                    <a:pt x="853" y="145"/>
                  </a:cubicBezTo>
                  <a:cubicBezTo>
                    <a:pt x="973" y="54"/>
                    <a:pt x="1114" y="13"/>
                    <a:pt x="1234" y="13"/>
                  </a:cubicBezTo>
                  <a:cubicBezTo>
                    <a:pt x="1366" y="0"/>
                    <a:pt x="1470" y="26"/>
                    <a:pt x="1536" y="54"/>
                  </a:cubicBezTo>
                  <a:cubicBezTo>
                    <a:pt x="1614" y="92"/>
                    <a:pt x="1652" y="120"/>
                    <a:pt x="1640" y="12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5" name="Google Shape;845;p21"/>
            <p:cNvSpPr/>
            <p:nvPr/>
          </p:nvSpPr>
          <p:spPr>
            <a:xfrm>
              <a:off x="1410054" y="2728462"/>
              <a:ext cx="112693" cy="143634"/>
            </a:xfrm>
            <a:custGeom>
              <a:rect b="b" l="l" r="r" t="t"/>
              <a:pathLst>
                <a:path extrusionOk="0" h="2154" w="1690">
                  <a:moveTo>
                    <a:pt x="891" y="1"/>
                  </a:moveTo>
                  <a:cubicBezTo>
                    <a:pt x="467" y="1"/>
                    <a:pt x="102" y="433"/>
                    <a:pt x="54" y="1012"/>
                  </a:cubicBezTo>
                  <a:cubicBezTo>
                    <a:pt x="1" y="1601"/>
                    <a:pt x="315" y="2113"/>
                    <a:pt x="762" y="2151"/>
                  </a:cubicBezTo>
                  <a:cubicBezTo>
                    <a:pt x="780" y="2153"/>
                    <a:pt x="797" y="2154"/>
                    <a:pt x="815" y="2154"/>
                  </a:cubicBezTo>
                  <a:cubicBezTo>
                    <a:pt x="1226" y="2154"/>
                    <a:pt x="1601" y="1708"/>
                    <a:pt x="1652" y="1145"/>
                  </a:cubicBezTo>
                  <a:cubicBezTo>
                    <a:pt x="1690" y="553"/>
                    <a:pt x="1375" y="44"/>
                    <a:pt x="944" y="3"/>
                  </a:cubicBezTo>
                  <a:cubicBezTo>
                    <a:pt x="926" y="1"/>
                    <a:pt x="909" y="1"/>
                    <a:pt x="8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6" name="Google Shape;846;p21"/>
            <p:cNvSpPr/>
            <p:nvPr/>
          </p:nvSpPr>
          <p:spPr>
            <a:xfrm>
              <a:off x="1450331" y="2739932"/>
              <a:ext cx="28807" cy="112093"/>
            </a:xfrm>
            <a:custGeom>
              <a:rect b="b" l="l" r="r" t="t"/>
              <a:pathLst>
                <a:path extrusionOk="0" h="1681" w="432">
                  <a:moveTo>
                    <a:pt x="315" y="1"/>
                  </a:moveTo>
                  <a:cubicBezTo>
                    <a:pt x="328" y="13"/>
                    <a:pt x="299" y="54"/>
                    <a:pt x="261" y="108"/>
                  </a:cubicBezTo>
                  <a:cubicBezTo>
                    <a:pt x="221" y="171"/>
                    <a:pt x="195" y="249"/>
                    <a:pt x="170" y="356"/>
                  </a:cubicBezTo>
                  <a:cubicBezTo>
                    <a:pt x="158" y="460"/>
                    <a:pt x="158" y="579"/>
                    <a:pt x="195" y="683"/>
                  </a:cubicBezTo>
                  <a:cubicBezTo>
                    <a:pt x="221" y="787"/>
                    <a:pt x="287" y="894"/>
                    <a:pt x="340" y="998"/>
                  </a:cubicBezTo>
                  <a:cubicBezTo>
                    <a:pt x="394" y="1089"/>
                    <a:pt x="431" y="1208"/>
                    <a:pt x="431" y="1325"/>
                  </a:cubicBezTo>
                  <a:cubicBezTo>
                    <a:pt x="431" y="1378"/>
                    <a:pt x="419" y="1429"/>
                    <a:pt x="394" y="1482"/>
                  </a:cubicBezTo>
                  <a:cubicBezTo>
                    <a:pt x="365" y="1536"/>
                    <a:pt x="340" y="1573"/>
                    <a:pt x="315" y="1602"/>
                  </a:cubicBezTo>
                  <a:cubicBezTo>
                    <a:pt x="249" y="1652"/>
                    <a:pt x="170" y="1680"/>
                    <a:pt x="117" y="1665"/>
                  </a:cubicBezTo>
                  <a:cubicBezTo>
                    <a:pt x="79" y="1665"/>
                    <a:pt x="51" y="1639"/>
                    <a:pt x="51" y="1627"/>
                  </a:cubicBezTo>
                  <a:cubicBezTo>
                    <a:pt x="63" y="1602"/>
                    <a:pt x="142" y="1602"/>
                    <a:pt x="208" y="1507"/>
                  </a:cubicBezTo>
                  <a:cubicBezTo>
                    <a:pt x="236" y="1470"/>
                    <a:pt x="261" y="1403"/>
                    <a:pt x="249" y="1325"/>
                  </a:cubicBezTo>
                  <a:cubicBezTo>
                    <a:pt x="249" y="1246"/>
                    <a:pt x="221" y="1168"/>
                    <a:pt x="170" y="1076"/>
                  </a:cubicBezTo>
                  <a:cubicBezTo>
                    <a:pt x="129" y="985"/>
                    <a:pt x="63" y="866"/>
                    <a:pt x="38" y="721"/>
                  </a:cubicBezTo>
                  <a:cubicBezTo>
                    <a:pt x="0" y="592"/>
                    <a:pt x="13" y="447"/>
                    <a:pt x="51" y="328"/>
                  </a:cubicBezTo>
                  <a:cubicBezTo>
                    <a:pt x="92" y="211"/>
                    <a:pt x="158" y="120"/>
                    <a:pt x="208" y="67"/>
                  </a:cubicBezTo>
                  <a:cubicBezTo>
                    <a:pt x="274" y="13"/>
                    <a:pt x="315" y="1"/>
                    <a:pt x="31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1"/>
            <p:cNvSpPr/>
            <p:nvPr/>
          </p:nvSpPr>
          <p:spPr>
            <a:xfrm>
              <a:off x="2037612" y="1746614"/>
              <a:ext cx="172041" cy="100357"/>
            </a:xfrm>
            <a:custGeom>
              <a:rect b="b" l="l" r="r" t="t"/>
              <a:pathLst>
                <a:path extrusionOk="0" h="1505" w="2580">
                  <a:moveTo>
                    <a:pt x="1960" y="0"/>
                  </a:moveTo>
                  <a:cubicBezTo>
                    <a:pt x="1744" y="0"/>
                    <a:pt x="1476" y="63"/>
                    <a:pt x="1180" y="143"/>
                  </a:cubicBezTo>
                  <a:cubicBezTo>
                    <a:pt x="535" y="325"/>
                    <a:pt x="0" y="536"/>
                    <a:pt x="129" y="979"/>
                  </a:cubicBezTo>
                  <a:cubicBezTo>
                    <a:pt x="219" y="1306"/>
                    <a:pt x="598" y="1505"/>
                    <a:pt x="1054" y="1505"/>
                  </a:cubicBezTo>
                  <a:cubicBezTo>
                    <a:pt x="1203" y="1505"/>
                    <a:pt x="1361" y="1483"/>
                    <a:pt x="1519" y="1438"/>
                  </a:cubicBezTo>
                  <a:cubicBezTo>
                    <a:pt x="2161" y="1256"/>
                    <a:pt x="2579" y="756"/>
                    <a:pt x="2463" y="325"/>
                  </a:cubicBezTo>
                  <a:cubicBezTo>
                    <a:pt x="2392" y="85"/>
                    <a:pt x="2211" y="0"/>
                    <a:pt x="196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1"/>
            <p:cNvSpPr/>
            <p:nvPr/>
          </p:nvSpPr>
          <p:spPr>
            <a:xfrm>
              <a:off x="2055017" y="1760284"/>
              <a:ext cx="128364" cy="41143"/>
            </a:xfrm>
            <a:custGeom>
              <a:rect b="b" l="l" r="r" t="t"/>
              <a:pathLst>
                <a:path extrusionOk="0" h="617" w="1925">
                  <a:moveTo>
                    <a:pt x="0" y="526"/>
                  </a:moveTo>
                  <a:cubicBezTo>
                    <a:pt x="0" y="513"/>
                    <a:pt x="54" y="526"/>
                    <a:pt x="116" y="526"/>
                  </a:cubicBezTo>
                  <a:cubicBezTo>
                    <a:pt x="195" y="526"/>
                    <a:pt x="289" y="513"/>
                    <a:pt x="406" y="488"/>
                  </a:cubicBezTo>
                  <a:cubicBezTo>
                    <a:pt x="642" y="447"/>
                    <a:pt x="919" y="368"/>
                    <a:pt x="1126" y="290"/>
                  </a:cubicBezTo>
                  <a:cubicBezTo>
                    <a:pt x="1560" y="145"/>
                    <a:pt x="1887" y="0"/>
                    <a:pt x="1912" y="54"/>
                  </a:cubicBezTo>
                  <a:cubicBezTo>
                    <a:pt x="1925" y="79"/>
                    <a:pt x="1862" y="133"/>
                    <a:pt x="1730" y="211"/>
                  </a:cubicBezTo>
                  <a:cubicBezTo>
                    <a:pt x="1610" y="290"/>
                    <a:pt x="1415" y="381"/>
                    <a:pt x="1192" y="460"/>
                  </a:cubicBezTo>
                  <a:cubicBezTo>
                    <a:pt x="969" y="538"/>
                    <a:pt x="667" y="592"/>
                    <a:pt x="431" y="604"/>
                  </a:cubicBezTo>
                  <a:cubicBezTo>
                    <a:pt x="302" y="617"/>
                    <a:pt x="195" y="604"/>
                    <a:pt x="116" y="592"/>
                  </a:cubicBezTo>
                  <a:cubicBezTo>
                    <a:pt x="38" y="567"/>
                    <a:pt x="0" y="526"/>
                    <a:pt x="0" y="5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9" name="Google Shape;849;p21"/>
            <p:cNvSpPr/>
            <p:nvPr/>
          </p:nvSpPr>
          <p:spPr>
            <a:xfrm>
              <a:off x="1632777" y="2868431"/>
              <a:ext cx="142701" cy="144434"/>
            </a:xfrm>
            <a:custGeom>
              <a:rect b="b" l="l" r="r" t="t"/>
              <a:pathLst>
                <a:path extrusionOk="0" h="2166" w="2140">
                  <a:moveTo>
                    <a:pt x="616" y="1"/>
                  </a:moveTo>
                  <a:cubicBezTo>
                    <a:pt x="538" y="1"/>
                    <a:pt x="460" y="26"/>
                    <a:pt x="381" y="80"/>
                  </a:cubicBezTo>
                  <a:cubicBezTo>
                    <a:pt x="1" y="329"/>
                    <a:pt x="17" y="983"/>
                    <a:pt x="394" y="1533"/>
                  </a:cubicBezTo>
                  <a:cubicBezTo>
                    <a:pt x="669" y="1932"/>
                    <a:pt x="1068" y="2165"/>
                    <a:pt x="1407" y="2165"/>
                  </a:cubicBezTo>
                  <a:cubicBezTo>
                    <a:pt x="1536" y="2165"/>
                    <a:pt x="1657" y="2131"/>
                    <a:pt x="1759" y="2059"/>
                  </a:cubicBezTo>
                  <a:cubicBezTo>
                    <a:pt x="2140" y="1810"/>
                    <a:pt x="1888" y="1351"/>
                    <a:pt x="1510" y="801"/>
                  </a:cubicBezTo>
                  <a:cubicBezTo>
                    <a:pt x="1209" y="364"/>
                    <a:pt x="915" y="1"/>
                    <a:pt x="61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0" name="Google Shape;850;p21"/>
            <p:cNvSpPr/>
            <p:nvPr/>
          </p:nvSpPr>
          <p:spPr>
            <a:xfrm>
              <a:off x="1674721" y="2877100"/>
              <a:ext cx="76218" cy="111226"/>
            </a:xfrm>
            <a:custGeom>
              <a:rect b="b" l="l" r="r" t="t"/>
              <a:pathLst>
                <a:path extrusionOk="0" h="1668" w="1143">
                  <a:moveTo>
                    <a:pt x="29" y="1"/>
                  </a:moveTo>
                  <a:cubicBezTo>
                    <a:pt x="42" y="1"/>
                    <a:pt x="42" y="42"/>
                    <a:pt x="67" y="120"/>
                  </a:cubicBezTo>
                  <a:cubicBezTo>
                    <a:pt x="95" y="186"/>
                    <a:pt x="133" y="277"/>
                    <a:pt x="199" y="369"/>
                  </a:cubicBezTo>
                  <a:cubicBezTo>
                    <a:pt x="315" y="579"/>
                    <a:pt x="488" y="815"/>
                    <a:pt x="617" y="985"/>
                  </a:cubicBezTo>
                  <a:cubicBezTo>
                    <a:pt x="907" y="1337"/>
                    <a:pt x="1143" y="1602"/>
                    <a:pt x="1102" y="1652"/>
                  </a:cubicBezTo>
                  <a:cubicBezTo>
                    <a:pt x="1089" y="1668"/>
                    <a:pt x="998" y="1627"/>
                    <a:pt x="894" y="1536"/>
                  </a:cubicBezTo>
                  <a:cubicBezTo>
                    <a:pt x="775" y="1432"/>
                    <a:pt x="617" y="1287"/>
                    <a:pt x="473" y="1089"/>
                  </a:cubicBezTo>
                  <a:cubicBezTo>
                    <a:pt x="331" y="919"/>
                    <a:pt x="186" y="645"/>
                    <a:pt x="95" y="422"/>
                  </a:cubicBezTo>
                  <a:cubicBezTo>
                    <a:pt x="42" y="315"/>
                    <a:pt x="17" y="199"/>
                    <a:pt x="17" y="120"/>
                  </a:cubicBezTo>
                  <a:cubicBezTo>
                    <a:pt x="1" y="42"/>
                    <a:pt x="29" y="1"/>
                    <a:pt x="29"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1" name="Google Shape;851;p21"/>
          <p:cNvGrpSpPr/>
          <p:nvPr/>
        </p:nvGrpSpPr>
        <p:grpSpPr>
          <a:xfrm>
            <a:off x="7977601" y="3670389"/>
            <a:ext cx="1519565" cy="1865963"/>
            <a:chOff x="4376828" y="3926459"/>
            <a:chExt cx="991107" cy="1217038"/>
          </a:xfrm>
        </p:grpSpPr>
        <p:sp>
          <p:nvSpPr>
            <p:cNvPr id="852" name="Google Shape;852;p21"/>
            <p:cNvSpPr/>
            <p:nvPr/>
          </p:nvSpPr>
          <p:spPr>
            <a:xfrm>
              <a:off x="4630225" y="3926459"/>
              <a:ext cx="148769" cy="195713"/>
            </a:xfrm>
            <a:custGeom>
              <a:rect b="b" l="l" r="r" t="t"/>
              <a:pathLst>
                <a:path extrusionOk="0" h="2935" w="2231">
                  <a:moveTo>
                    <a:pt x="224" y="1205"/>
                  </a:moveTo>
                  <a:cubicBezTo>
                    <a:pt x="0" y="1941"/>
                    <a:pt x="224" y="2649"/>
                    <a:pt x="721" y="2793"/>
                  </a:cubicBezTo>
                  <a:cubicBezTo>
                    <a:pt x="1221" y="2935"/>
                    <a:pt x="1796" y="2463"/>
                    <a:pt x="2007" y="1730"/>
                  </a:cubicBezTo>
                  <a:cubicBezTo>
                    <a:pt x="2230" y="997"/>
                    <a:pt x="2007" y="290"/>
                    <a:pt x="1507" y="145"/>
                  </a:cubicBezTo>
                  <a:cubicBezTo>
                    <a:pt x="1010" y="0"/>
                    <a:pt x="434" y="472"/>
                    <a:pt x="224" y="120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3" name="Google Shape;853;p21"/>
            <p:cNvSpPr/>
            <p:nvPr/>
          </p:nvSpPr>
          <p:spPr>
            <a:xfrm>
              <a:off x="4881889" y="4939248"/>
              <a:ext cx="205382" cy="179176"/>
            </a:xfrm>
            <a:custGeom>
              <a:rect b="b" l="l" r="r" t="t"/>
              <a:pathLst>
                <a:path extrusionOk="0" h="2687" w="3080">
                  <a:moveTo>
                    <a:pt x="932" y="460"/>
                  </a:moveTo>
                  <a:cubicBezTo>
                    <a:pt x="277" y="919"/>
                    <a:pt x="1" y="1680"/>
                    <a:pt x="343" y="2177"/>
                  </a:cubicBezTo>
                  <a:cubicBezTo>
                    <a:pt x="683" y="2662"/>
                    <a:pt x="1482" y="2687"/>
                    <a:pt x="2152" y="2243"/>
                  </a:cubicBezTo>
                  <a:cubicBezTo>
                    <a:pt x="2819" y="1784"/>
                    <a:pt x="3080" y="1010"/>
                    <a:pt x="2740" y="526"/>
                  </a:cubicBezTo>
                  <a:cubicBezTo>
                    <a:pt x="2413" y="42"/>
                    <a:pt x="1601" y="1"/>
                    <a:pt x="932" y="46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1"/>
            <p:cNvSpPr/>
            <p:nvPr/>
          </p:nvSpPr>
          <p:spPr>
            <a:xfrm>
              <a:off x="4546337" y="4251541"/>
              <a:ext cx="154837" cy="206249"/>
            </a:xfrm>
            <a:custGeom>
              <a:rect b="b" l="l" r="r" t="t"/>
              <a:pathLst>
                <a:path extrusionOk="0" h="3093" w="2322">
                  <a:moveTo>
                    <a:pt x="1680" y="183"/>
                  </a:moveTo>
                  <a:cubicBezTo>
                    <a:pt x="1192" y="1"/>
                    <a:pt x="563" y="460"/>
                    <a:pt x="290" y="1205"/>
                  </a:cubicBezTo>
                  <a:cubicBezTo>
                    <a:pt x="0" y="1966"/>
                    <a:pt x="157" y="2715"/>
                    <a:pt x="642" y="2910"/>
                  </a:cubicBezTo>
                  <a:cubicBezTo>
                    <a:pt x="1129" y="3092"/>
                    <a:pt x="1743" y="2620"/>
                    <a:pt x="2032" y="1875"/>
                  </a:cubicBezTo>
                  <a:cubicBezTo>
                    <a:pt x="2321" y="1127"/>
                    <a:pt x="2164" y="369"/>
                    <a:pt x="1680" y="18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5" name="Google Shape;855;p21"/>
            <p:cNvSpPr/>
            <p:nvPr/>
          </p:nvSpPr>
          <p:spPr>
            <a:xfrm>
              <a:off x="4475653" y="4067161"/>
              <a:ext cx="144968" cy="165173"/>
            </a:xfrm>
            <a:custGeom>
              <a:rect b="b" l="l" r="r" t="t"/>
              <a:pathLst>
                <a:path extrusionOk="0" h="2477" w="2174">
                  <a:moveTo>
                    <a:pt x="1768" y="2203"/>
                  </a:moveTo>
                  <a:cubicBezTo>
                    <a:pt x="2161" y="1941"/>
                    <a:pt x="2174" y="1284"/>
                    <a:pt x="1796" y="746"/>
                  </a:cubicBezTo>
                  <a:cubicBezTo>
                    <a:pt x="1428" y="212"/>
                    <a:pt x="812" y="1"/>
                    <a:pt x="419" y="275"/>
                  </a:cubicBezTo>
                  <a:cubicBezTo>
                    <a:pt x="25" y="539"/>
                    <a:pt x="0" y="1193"/>
                    <a:pt x="381" y="1731"/>
                  </a:cubicBezTo>
                  <a:cubicBezTo>
                    <a:pt x="746" y="2269"/>
                    <a:pt x="1375" y="2476"/>
                    <a:pt x="1768" y="220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6" name="Google Shape;856;p21"/>
            <p:cNvSpPr/>
            <p:nvPr/>
          </p:nvSpPr>
          <p:spPr>
            <a:xfrm>
              <a:off x="4695842" y="4249874"/>
              <a:ext cx="672093" cy="768916"/>
            </a:xfrm>
            <a:custGeom>
              <a:rect b="b" l="l" r="r" t="t"/>
              <a:pathLst>
                <a:path extrusionOk="0" h="11531" w="10079">
                  <a:moveTo>
                    <a:pt x="8414" y="5687"/>
                  </a:moveTo>
                  <a:cubicBezTo>
                    <a:pt x="8229" y="5699"/>
                    <a:pt x="8059" y="5712"/>
                    <a:pt x="7902" y="5728"/>
                  </a:cubicBezTo>
                  <a:cubicBezTo>
                    <a:pt x="7942" y="5674"/>
                    <a:pt x="7968" y="5621"/>
                    <a:pt x="8009" y="5571"/>
                  </a:cubicBezTo>
                  <a:cubicBezTo>
                    <a:pt x="8361" y="4901"/>
                    <a:pt x="8257" y="4168"/>
                    <a:pt x="7785" y="3919"/>
                  </a:cubicBezTo>
                  <a:cubicBezTo>
                    <a:pt x="7313" y="3655"/>
                    <a:pt x="6643" y="3998"/>
                    <a:pt x="6291" y="4652"/>
                  </a:cubicBezTo>
                  <a:cubicBezTo>
                    <a:pt x="6250" y="4718"/>
                    <a:pt x="6225" y="4784"/>
                    <a:pt x="6200" y="4847"/>
                  </a:cubicBezTo>
                  <a:cubicBezTo>
                    <a:pt x="6342" y="4454"/>
                    <a:pt x="6184" y="3904"/>
                    <a:pt x="5779" y="3473"/>
                  </a:cubicBezTo>
                  <a:cubicBezTo>
                    <a:pt x="5584" y="3275"/>
                    <a:pt x="5360" y="3133"/>
                    <a:pt x="5149" y="3054"/>
                  </a:cubicBezTo>
                  <a:cubicBezTo>
                    <a:pt x="5269" y="2935"/>
                    <a:pt x="5373" y="2803"/>
                    <a:pt x="5451" y="2674"/>
                  </a:cubicBezTo>
                  <a:cubicBezTo>
                    <a:pt x="5857" y="2897"/>
                    <a:pt x="6316" y="2910"/>
                    <a:pt x="6631" y="2674"/>
                  </a:cubicBezTo>
                  <a:cubicBezTo>
                    <a:pt x="7103" y="2306"/>
                    <a:pt x="7078" y="1494"/>
                    <a:pt x="6593" y="865"/>
                  </a:cubicBezTo>
                  <a:cubicBezTo>
                    <a:pt x="6093" y="224"/>
                    <a:pt x="5307" y="0"/>
                    <a:pt x="4848" y="365"/>
                  </a:cubicBezTo>
                  <a:cubicBezTo>
                    <a:pt x="4586" y="563"/>
                    <a:pt x="4483" y="890"/>
                    <a:pt x="4508" y="1246"/>
                  </a:cubicBezTo>
                  <a:cubicBezTo>
                    <a:pt x="4259" y="1309"/>
                    <a:pt x="4011" y="1453"/>
                    <a:pt x="3788" y="1664"/>
                  </a:cubicBezTo>
                  <a:cubicBezTo>
                    <a:pt x="3722" y="1730"/>
                    <a:pt x="3656" y="1796"/>
                    <a:pt x="3605" y="1859"/>
                  </a:cubicBezTo>
                  <a:cubicBezTo>
                    <a:pt x="3722" y="1677"/>
                    <a:pt x="3747" y="1482"/>
                    <a:pt x="3630" y="1271"/>
                  </a:cubicBezTo>
                  <a:cubicBezTo>
                    <a:pt x="3328" y="746"/>
                    <a:pt x="2451" y="667"/>
                    <a:pt x="1665" y="1114"/>
                  </a:cubicBezTo>
                  <a:cubicBezTo>
                    <a:pt x="878" y="1560"/>
                    <a:pt x="485" y="2347"/>
                    <a:pt x="787" y="2881"/>
                  </a:cubicBezTo>
                  <a:cubicBezTo>
                    <a:pt x="837" y="2976"/>
                    <a:pt x="903" y="3054"/>
                    <a:pt x="982" y="3092"/>
                  </a:cubicBezTo>
                  <a:cubicBezTo>
                    <a:pt x="734" y="3237"/>
                    <a:pt x="510" y="3473"/>
                    <a:pt x="340" y="3775"/>
                  </a:cubicBezTo>
                  <a:cubicBezTo>
                    <a:pt x="1" y="4441"/>
                    <a:pt x="92" y="5177"/>
                    <a:pt x="564" y="5426"/>
                  </a:cubicBezTo>
                  <a:cubicBezTo>
                    <a:pt x="774" y="5542"/>
                    <a:pt x="1010" y="5542"/>
                    <a:pt x="1259" y="5451"/>
                  </a:cubicBezTo>
                  <a:cubicBezTo>
                    <a:pt x="982" y="6093"/>
                    <a:pt x="1114" y="6763"/>
                    <a:pt x="1573" y="7024"/>
                  </a:cubicBezTo>
                  <a:cubicBezTo>
                    <a:pt x="2083" y="7313"/>
                    <a:pt x="2803" y="6998"/>
                    <a:pt x="3212" y="6329"/>
                  </a:cubicBezTo>
                  <a:cubicBezTo>
                    <a:pt x="3382" y="6527"/>
                    <a:pt x="3656" y="6671"/>
                    <a:pt x="3970" y="6722"/>
                  </a:cubicBezTo>
                  <a:cubicBezTo>
                    <a:pt x="3854" y="6775"/>
                    <a:pt x="3722" y="6829"/>
                    <a:pt x="3605" y="6892"/>
                  </a:cubicBezTo>
                  <a:cubicBezTo>
                    <a:pt x="2819" y="7338"/>
                    <a:pt x="2426" y="8137"/>
                    <a:pt x="2725" y="8662"/>
                  </a:cubicBezTo>
                  <a:cubicBezTo>
                    <a:pt x="2753" y="8728"/>
                    <a:pt x="2791" y="8766"/>
                    <a:pt x="2831" y="8807"/>
                  </a:cubicBezTo>
                  <a:cubicBezTo>
                    <a:pt x="2426" y="8820"/>
                    <a:pt x="1979" y="9134"/>
                    <a:pt x="1702" y="9631"/>
                  </a:cubicBezTo>
                  <a:cubicBezTo>
                    <a:pt x="1350" y="10301"/>
                    <a:pt x="1454" y="11034"/>
                    <a:pt x="1926" y="11282"/>
                  </a:cubicBezTo>
                  <a:cubicBezTo>
                    <a:pt x="2397" y="11531"/>
                    <a:pt x="3067" y="11204"/>
                    <a:pt x="3420" y="10549"/>
                  </a:cubicBezTo>
                  <a:cubicBezTo>
                    <a:pt x="3747" y="9933"/>
                    <a:pt x="3684" y="9250"/>
                    <a:pt x="3303" y="8964"/>
                  </a:cubicBezTo>
                  <a:cubicBezTo>
                    <a:pt x="3618" y="8936"/>
                    <a:pt x="4011" y="8741"/>
                    <a:pt x="4454" y="8492"/>
                  </a:cubicBezTo>
                  <a:cubicBezTo>
                    <a:pt x="5241" y="8046"/>
                    <a:pt x="5870" y="7599"/>
                    <a:pt x="5571" y="7065"/>
                  </a:cubicBezTo>
                  <a:cubicBezTo>
                    <a:pt x="5439" y="6841"/>
                    <a:pt x="5203" y="6697"/>
                    <a:pt x="4914" y="6630"/>
                  </a:cubicBezTo>
                  <a:cubicBezTo>
                    <a:pt x="5426" y="6448"/>
                    <a:pt x="5766" y="6042"/>
                    <a:pt x="5712" y="5621"/>
                  </a:cubicBezTo>
                  <a:cubicBezTo>
                    <a:pt x="5700" y="5517"/>
                    <a:pt x="5675" y="5413"/>
                    <a:pt x="5609" y="5319"/>
                  </a:cubicBezTo>
                  <a:cubicBezTo>
                    <a:pt x="5766" y="5294"/>
                    <a:pt x="5911" y="5228"/>
                    <a:pt x="6027" y="5124"/>
                  </a:cubicBezTo>
                  <a:cubicBezTo>
                    <a:pt x="6093" y="5058"/>
                    <a:pt x="6147" y="4979"/>
                    <a:pt x="6184" y="4901"/>
                  </a:cubicBezTo>
                  <a:cubicBezTo>
                    <a:pt x="5964" y="5492"/>
                    <a:pt x="6093" y="6080"/>
                    <a:pt x="6515" y="6303"/>
                  </a:cubicBezTo>
                  <a:cubicBezTo>
                    <a:pt x="6593" y="6341"/>
                    <a:pt x="6697" y="6369"/>
                    <a:pt x="6788" y="6382"/>
                  </a:cubicBezTo>
                  <a:lnTo>
                    <a:pt x="6788" y="6486"/>
                  </a:lnTo>
                  <a:cubicBezTo>
                    <a:pt x="6801" y="6684"/>
                    <a:pt x="6879" y="6854"/>
                    <a:pt x="7024" y="7011"/>
                  </a:cubicBezTo>
                  <a:cubicBezTo>
                    <a:pt x="6933" y="7115"/>
                    <a:pt x="6842" y="7247"/>
                    <a:pt x="6763" y="7379"/>
                  </a:cubicBezTo>
                  <a:cubicBezTo>
                    <a:pt x="6565" y="7744"/>
                    <a:pt x="6515" y="8137"/>
                    <a:pt x="6577" y="8464"/>
                  </a:cubicBezTo>
                  <a:cubicBezTo>
                    <a:pt x="6291" y="8099"/>
                    <a:pt x="5885" y="7914"/>
                    <a:pt x="5530" y="8033"/>
                  </a:cubicBezTo>
                  <a:cubicBezTo>
                    <a:pt x="5021" y="8203"/>
                    <a:pt x="4797" y="8911"/>
                    <a:pt x="5033" y="9618"/>
                  </a:cubicBezTo>
                  <a:cubicBezTo>
                    <a:pt x="5269" y="10326"/>
                    <a:pt x="5870" y="10773"/>
                    <a:pt x="6382" y="10603"/>
                  </a:cubicBezTo>
                  <a:cubicBezTo>
                    <a:pt x="6892" y="10430"/>
                    <a:pt x="7115" y="9722"/>
                    <a:pt x="6879" y="9002"/>
                  </a:cubicBezTo>
                  <a:cubicBezTo>
                    <a:pt x="6867" y="8989"/>
                    <a:pt x="6854" y="8964"/>
                    <a:pt x="6854" y="8936"/>
                  </a:cubicBezTo>
                  <a:cubicBezTo>
                    <a:pt x="6892" y="8977"/>
                    <a:pt x="6933" y="9002"/>
                    <a:pt x="6986" y="9030"/>
                  </a:cubicBezTo>
                  <a:cubicBezTo>
                    <a:pt x="7458" y="9279"/>
                    <a:pt x="8125" y="8952"/>
                    <a:pt x="8480" y="8294"/>
                  </a:cubicBezTo>
                  <a:cubicBezTo>
                    <a:pt x="8622" y="8021"/>
                    <a:pt x="8688" y="7731"/>
                    <a:pt x="8688" y="7470"/>
                  </a:cubicBezTo>
                  <a:cubicBezTo>
                    <a:pt x="9487" y="7351"/>
                    <a:pt x="10078" y="6841"/>
                    <a:pt x="10037" y="6278"/>
                  </a:cubicBezTo>
                  <a:cubicBezTo>
                    <a:pt x="10012" y="5674"/>
                    <a:pt x="9304" y="5633"/>
                    <a:pt x="8414" y="5687"/>
                  </a:cubicBezTo>
                  <a:close/>
                  <a:moveTo>
                    <a:pt x="2149" y="4482"/>
                  </a:moveTo>
                  <a:cubicBezTo>
                    <a:pt x="2385" y="3878"/>
                    <a:pt x="2268" y="3262"/>
                    <a:pt x="1834" y="3039"/>
                  </a:cubicBezTo>
                  <a:cubicBezTo>
                    <a:pt x="2045" y="2947"/>
                    <a:pt x="2281" y="2831"/>
                    <a:pt x="2517" y="2699"/>
                  </a:cubicBezTo>
                  <a:cubicBezTo>
                    <a:pt x="2935" y="2463"/>
                    <a:pt x="3316" y="2227"/>
                    <a:pt x="3527" y="1966"/>
                  </a:cubicBezTo>
                  <a:cubicBezTo>
                    <a:pt x="3212" y="2438"/>
                    <a:pt x="3171" y="2976"/>
                    <a:pt x="3473" y="3290"/>
                  </a:cubicBezTo>
                  <a:cubicBezTo>
                    <a:pt x="3589" y="3419"/>
                    <a:pt x="3762" y="3498"/>
                    <a:pt x="3945" y="3526"/>
                  </a:cubicBezTo>
                  <a:cubicBezTo>
                    <a:pt x="3841" y="3904"/>
                    <a:pt x="3983" y="4404"/>
                    <a:pt x="4351" y="4797"/>
                  </a:cubicBezTo>
                  <a:cubicBezTo>
                    <a:pt x="4325" y="4797"/>
                    <a:pt x="4297" y="4809"/>
                    <a:pt x="4259" y="4809"/>
                  </a:cubicBezTo>
                  <a:cubicBezTo>
                    <a:pt x="3945" y="4847"/>
                    <a:pt x="3656" y="4954"/>
                    <a:pt x="3448" y="5124"/>
                  </a:cubicBezTo>
                  <a:cubicBezTo>
                    <a:pt x="3382" y="4847"/>
                    <a:pt x="3237" y="4627"/>
                    <a:pt x="3014" y="4495"/>
                  </a:cubicBezTo>
                  <a:cubicBezTo>
                    <a:pt x="2765" y="4350"/>
                    <a:pt x="2451" y="4350"/>
                    <a:pt x="2149" y="4482"/>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1"/>
            <p:cNvSpPr/>
            <p:nvPr/>
          </p:nvSpPr>
          <p:spPr>
            <a:xfrm>
              <a:off x="4680971" y="4131778"/>
              <a:ext cx="222786" cy="127830"/>
            </a:xfrm>
            <a:custGeom>
              <a:rect b="b" l="l" r="r" t="t"/>
              <a:pathLst>
                <a:path extrusionOk="0" h="1917" w="3341">
                  <a:moveTo>
                    <a:pt x="1743" y="1863"/>
                  </a:moveTo>
                  <a:cubicBezTo>
                    <a:pt x="2633" y="1797"/>
                    <a:pt x="3341" y="1259"/>
                    <a:pt x="3303" y="642"/>
                  </a:cubicBezTo>
                  <a:cubicBezTo>
                    <a:pt x="3262" y="41"/>
                    <a:pt x="2554" y="1"/>
                    <a:pt x="1664" y="54"/>
                  </a:cubicBezTo>
                  <a:cubicBezTo>
                    <a:pt x="762" y="108"/>
                    <a:pt x="0" y="236"/>
                    <a:pt x="38" y="853"/>
                  </a:cubicBezTo>
                  <a:cubicBezTo>
                    <a:pt x="79" y="1457"/>
                    <a:pt x="840" y="1916"/>
                    <a:pt x="1743" y="186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8" name="Google Shape;858;p21"/>
            <p:cNvSpPr/>
            <p:nvPr/>
          </p:nvSpPr>
          <p:spPr>
            <a:xfrm>
              <a:off x="4794667" y="4602963"/>
              <a:ext cx="187778" cy="130898"/>
            </a:xfrm>
            <a:custGeom>
              <a:rect b="b" l="l" r="r" t="t"/>
              <a:pathLst>
                <a:path extrusionOk="0" h="1963" w="2816">
                  <a:moveTo>
                    <a:pt x="1498" y="0"/>
                  </a:moveTo>
                  <a:cubicBezTo>
                    <a:pt x="1432" y="0"/>
                    <a:pt x="1364" y="4"/>
                    <a:pt x="1296" y="11"/>
                  </a:cubicBezTo>
                  <a:cubicBezTo>
                    <a:pt x="551" y="103"/>
                    <a:pt x="0" y="603"/>
                    <a:pt x="63" y="1140"/>
                  </a:cubicBezTo>
                  <a:cubicBezTo>
                    <a:pt x="123" y="1625"/>
                    <a:pt x="656" y="1963"/>
                    <a:pt x="1313" y="1963"/>
                  </a:cubicBezTo>
                  <a:cubicBezTo>
                    <a:pt x="1381" y="1963"/>
                    <a:pt x="1450" y="1959"/>
                    <a:pt x="1519" y="1952"/>
                  </a:cubicBezTo>
                  <a:cubicBezTo>
                    <a:pt x="2265" y="1861"/>
                    <a:pt x="2815" y="1361"/>
                    <a:pt x="2752" y="826"/>
                  </a:cubicBezTo>
                  <a:cubicBezTo>
                    <a:pt x="2692" y="338"/>
                    <a:pt x="2146" y="0"/>
                    <a:pt x="1498"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9" name="Google Shape;859;p21"/>
            <p:cNvSpPr/>
            <p:nvPr/>
          </p:nvSpPr>
          <p:spPr>
            <a:xfrm>
              <a:off x="4804069" y="4363169"/>
              <a:ext cx="180243" cy="156037"/>
            </a:xfrm>
            <a:custGeom>
              <a:rect b="b" l="l" r="r" t="t"/>
              <a:pathLst>
                <a:path extrusionOk="0" h="2340" w="2703">
                  <a:moveTo>
                    <a:pt x="1737" y="1"/>
                  </a:moveTo>
                  <a:cubicBezTo>
                    <a:pt x="1397" y="1"/>
                    <a:pt x="1008" y="161"/>
                    <a:pt x="683" y="462"/>
                  </a:cubicBezTo>
                  <a:cubicBezTo>
                    <a:pt x="145" y="975"/>
                    <a:pt x="1" y="1708"/>
                    <a:pt x="369" y="2101"/>
                  </a:cubicBezTo>
                  <a:cubicBezTo>
                    <a:pt x="520" y="2262"/>
                    <a:pt x="732" y="2340"/>
                    <a:pt x="968" y="2340"/>
                  </a:cubicBezTo>
                  <a:cubicBezTo>
                    <a:pt x="1308" y="2340"/>
                    <a:pt x="1695" y="2180"/>
                    <a:pt x="2020" y="1877"/>
                  </a:cubicBezTo>
                  <a:cubicBezTo>
                    <a:pt x="2558" y="1368"/>
                    <a:pt x="2702" y="632"/>
                    <a:pt x="2334" y="239"/>
                  </a:cubicBezTo>
                  <a:cubicBezTo>
                    <a:pt x="2184" y="78"/>
                    <a:pt x="1972" y="1"/>
                    <a:pt x="173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0" name="Google Shape;860;p21"/>
            <p:cNvSpPr/>
            <p:nvPr/>
          </p:nvSpPr>
          <p:spPr>
            <a:xfrm>
              <a:off x="4596216" y="4480266"/>
              <a:ext cx="161772" cy="170974"/>
            </a:xfrm>
            <a:custGeom>
              <a:rect b="b" l="l" r="r" t="t"/>
              <a:pathLst>
                <a:path extrusionOk="0" h="2564" w="2426">
                  <a:moveTo>
                    <a:pt x="1503" y="1"/>
                  </a:moveTo>
                  <a:cubicBezTo>
                    <a:pt x="1089" y="1"/>
                    <a:pt x="628" y="313"/>
                    <a:pt x="353" y="829"/>
                  </a:cubicBezTo>
                  <a:cubicBezTo>
                    <a:pt x="1" y="1486"/>
                    <a:pt x="105" y="2219"/>
                    <a:pt x="576" y="2480"/>
                  </a:cubicBezTo>
                  <a:cubicBezTo>
                    <a:pt x="683" y="2537"/>
                    <a:pt x="800" y="2563"/>
                    <a:pt x="921" y="2563"/>
                  </a:cubicBezTo>
                  <a:cubicBezTo>
                    <a:pt x="1335" y="2563"/>
                    <a:pt x="1798" y="2251"/>
                    <a:pt x="2070" y="1735"/>
                  </a:cubicBezTo>
                  <a:cubicBezTo>
                    <a:pt x="2426" y="1078"/>
                    <a:pt x="2319" y="345"/>
                    <a:pt x="1847" y="84"/>
                  </a:cubicBezTo>
                  <a:cubicBezTo>
                    <a:pt x="1740" y="27"/>
                    <a:pt x="1623" y="1"/>
                    <a:pt x="1503"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1" name="Google Shape;861;p21"/>
            <p:cNvSpPr/>
            <p:nvPr/>
          </p:nvSpPr>
          <p:spPr>
            <a:xfrm>
              <a:off x="5024325" y="4720526"/>
              <a:ext cx="161772" cy="171041"/>
            </a:xfrm>
            <a:custGeom>
              <a:rect b="b" l="l" r="r" t="t"/>
              <a:pathLst>
                <a:path extrusionOk="0" h="2565" w="2426">
                  <a:moveTo>
                    <a:pt x="1504" y="1"/>
                  </a:moveTo>
                  <a:cubicBezTo>
                    <a:pt x="1090" y="1"/>
                    <a:pt x="628" y="315"/>
                    <a:pt x="356" y="831"/>
                  </a:cubicBezTo>
                  <a:cubicBezTo>
                    <a:pt x="0" y="1485"/>
                    <a:pt x="107" y="2221"/>
                    <a:pt x="579" y="2482"/>
                  </a:cubicBezTo>
                  <a:cubicBezTo>
                    <a:pt x="686" y="2538"/>
                    <a:pt x="802" y="2565"/>
                    <a:pt x="923" y="2565"/>
                  </a:cubicBezTo>
                  <a:cubicBezTo>
                    <a:pt x="1337" y="2565"/>
                    <a:pt x="1798" y="2252"/>
                    <a:pt x="2073" y="1736"/>
                  </a:cubicBezTo>
                  <a:cubicBezTo>
                    <a:pt x="2425" y="1079"/>
                    <a:pt x="2321" y="346"/>
                    <a:pt x="1850" y="85"/>
                  </a:cubicBezTo>
                  <a:cubicBezTo>
                    <a:pt x="1742" y="28"/>
                    <a:pt x="1625" y="1"/>
                    <a:pt x="150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2" name="Google Shape;862;p21"/>
            <p:cNvSpPr/>
            <p:nvPr/>
          </p:nvSpPr>
          <p:spPr>
            <a:xfrm>
              <a:off x="4992850" y="4538814"/>
              <a:ext cx="160905" cy="170507"/>
            </a:xfrm>
            <a:custGeom>
              <a:rect b="b" l="l" r="r" t="t"/>
              <a:pathLst>
                <a:path extrusionOk="0" h="2557" w="2413">
                  <a:moveTo>
                    <a:pt x="1504" y="0"/>
                  </a:moveTo>
                  <a:cubicBezTo>
                    <a:pt x="1090" y="0"/>
                    <a:pt x="628" y="310"/>
                    <a:pt x="356" y="816"/>
                  </a:cubicBezTo>
                  <a:cubicBezTo>
                    <a:pt x="0" y="1486"/>
                    <a:pt x="95" y="2219"/>
                    <a:pt x="579" y="2467"/>
                  </a:cubicBezTo>
                  <a:cubicBezTo>
                    <a:pt x="688" y="2528"/>
                    <a:pt x="807" y="2557"/>
                    <a:pt x="930" y="2557"/>
                  </a:cubicBezTo>
                  <a:cubicBezTo>
                    <a:pt x="1342" y="2557"/>
                    <a:pt x="1800" y="2238"/>
                    <a:pt x="2073" y="1734"/>
                  </a:cubicBezTo>
                  <a:cubicBezTo>
                    <a:pt x="2413" y="1080"/>
                    <a:pt x="2322" y="332"/>
                    <a:pt x="1850" y="83"/>
                  </a:cubicBezTo>
                  <a:cubicBezTo>
                    <a:pt x="1743" y="27"/>
                    <a:pt x="1625" y="0"/>
                    <a:pt x="150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1"/>
            <p:cNvSpPr/>
            <p:nvPr/>
          </p:nvSpPr>
          <p:spPr>
            <a:xfrm>
              <a:off x="4687039" y="4870831"/>
              <a:ext cx="161772" cy="171107"/>
            </a:xfrm>
            <a:custGeom>
              <a:rect b="b" l="l" r="r" t="t"/>
              <a:pathLst>
                <a:path extrusionOk="0" h="2566" w="2426">
                  <a:moveTo>
                    <a:pt x="1505" y="0"/>
                  </a:moveTo>
                  <a:cubicBezTo>
                    <a:pt x="1091" y="0"/>
                    <a:pt x="629" y="313"/>
                    <a:pt x="356" y="832"/>
                  </a:cubicBezTo>
                  <a:cubicBezTo>
                    <a:pt x="1" y="1486"/>
                    <a:pt x="104" y="2219"/>
                    <a:pt x="576" y="2483"/>
                  </a:cubicBezTo>
                  <a:cubicBezTo>
                    <a:pt x="683" y="2539"/>
                    <a:pt x="800" y="2566"/>
                    <a:pt x="921" y="2566"/>
                  </a:cubicBezTo>
                  <a:cubicBezTo>
                    <a:pt x="1335" y="2566"/>
                    <a:pt x="1798" y="2253"/>
                    <a:pt x="2070" y="1734"/>
                  </a:cubicBezTo>
                  <a:cubicBezTo>
                    <a:pt x="2426" y="1080"/>
                    <a:pt x="2322" y="347"/>
                    <a:pt x="1850" y="83"/>
                  </a:cubicBezTo>
                  <a:cubicBezTo>
                    <a:pt x="1743" y="27"/>
                    <a:pt x="1626" y="0"/>
                    <a:pt x="150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4" name="Google Shape;864;p21"/>
            <p:cNvSpPr/>
            <p:nvPr/>
          </p:nvSpPr>
          <p:spPr>
            <a:xfrm>
              <a:off x="4531400" y="3967469"/>
              <a:ext cx="148769" cy="180443"/>
            </a:xfrm>
            <a:custGeom>
              <a:rect b="b" l="l" r="r" t="t"/>
              <a:pathLst>
                <a:path extrusionOk="0" h="2706" w="2231">
                  <a:moveTo>
                    <a:pt x="1326" y="1"/>
                  </a:moveTo>
                  <a:cubicBezTo>
                    <a:pt x="876" y="1"/>
                    <a:pt x="408" y="444"/>
                    <a:pt x="212" y="1090"/>
                  </a:cubicBezTo>
                  <a:cubicBezTo>
                    <a:pt x="1" y="1823"/>
                    <a:pt x="224" y="2531"/>
                    <a:pt x="724" y="2675"/>
                  </a:cubicBezTo>
                  <a:cubicBezTo>
                    <a:pt x="788" y="2695"/>
                    <a:pt x="853" y="2705"/>
                    <a:pt x="918" y="2705"/>
                  </a:cubicBezTo>
                  <a:cubicBezTo>
                    <a:pt x="1362" y="2705"/>
                    <a:pt x="1824" y="2256"/>
                    <a:pt x="2008" y="1628"/>
                  </a:cubicBezTo>
                  <a:cubicBezTo>
                    <a:pt x="2231" y="892"/>
                    <a:pt x="1995" y="184"/>
                    <a:pt x="1511" y="27"/>
                  </a:cubicBezTo>
                  <a:cubicBezTo>
                    <a:pt x="1450" y="9"/>
                    <a:pt x="1388" y="1"/>
                    <a:pt x="132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5" name="Google Shape;865;p21"/>
            <p:cNvSpPr/>
            <p:nvPr/>
          </p:nvSpPr>
          <p:spPr>
            <a:xfrm>
              <a:off x="4577745" y="3983273"/>
              <a:ext cx="50012" cy="138099"/>
            </a:xfrm>
            <a:custGeom>
              <a:rect b="b" l="l" r="r" t="t"/>
              <a:pathLst>
                <a:path extrusionOk="0" h="2071" w="750">
                  <a:moveTo>
                    <a:pt x="737" y="1"/>
                  </a:moveTo>
                  <a:cubicBezTo>
                    <a:pt x="750" y="13"/>
                    <a:pt x="709" y="54"/>
                    <a:pt x="658" y="117"/>
                  </a:cubicBezTo>
                  <a:cubicBezTo>
                    <a:pt x="592" y="196"/>
                    <a:pt x="526" y="290"/>
                    <a:pt x="485" y="419"/>
                  </a:cubicBezTo>
                  <a:cubicBezTo>
                    <a:pt x="435" y="551"/>
                    <a:pt x="407" y="696"/>
                    <a:pt x="407" y="841"/>
                  </a:cubicBezTo>
                  <a:cubicBezTo>
                    <a:pt x="422" y="970"/>
                    <a:pt x="473" y="1114"/>
                    <a:pt x="501" y="1246"/>
                  </a:cubicBezTo>
                  <a:cubicBezTo>
                    <a:pt x="539" y="1391"/>
                    <a:pt x="551" y="1548"/>
                    <a:pt x="514" y="1677"/>
                  </a:cubicBezTo>
                  <a:cubicBezTo>
                    <a:pt x="501" y="1756"/>
                    <a:pt x="473" y="1822"/>
                    <a:pt x="435" y="1875"/>
                  </a:cubicBezTo>
                  <a:cubicBezTo>
                    <a:pt x="394" y="1926"/>
                    <a:pt x="356" y="1979"/>
                    <a:pt x="303" y="2004"/>
                  </a:cubicBezTo>
                  <a:cubicBezTo>
                    <a:pt x="212" y="2058"/>
                    <a:pt x="121" y="2070"/>
                    <a:pt x="67" y="2058"/>
                  </a:cubicBezTo>
                  <a:cubicBezTo>
                    <a:pt x="14" y="2033"/>
                    <a:pt x="1" y="2004"/>
                    <a:pt x="1" y="1992"/>
                  </a:cubicBezTo>
                  <a:cubicBezTo>
                    <a:pt x="14" y="1954"/>
                    <a:pt x="108" y="1967"/>
                    <a:pt x="212" y="1875"/>
                  </a:cubicBezTo>
                  <a:cubicBezTo>
                    <a:pt x="265" y="1822"/>
                    <a:pt x="303" y="1756"/>
                    <a:pt x="316" y="1652"/>
                  </a:cubicBezTo>
                  <a:cubicBezTo>
                    <a:pt x="328" y="1561"/>
                    <a:pt x="316" y="1441"/>
                    <a:pt x="290" y="1312"/>
                  </a:cubicBezTo>
                  <a:cubicBezTo>
                    <a:pt x="265" y="1193"/>
                    <a:pt x="224" y="1036"/>
                    <a:pt x="224" y="853"/>
                  </a:cubicBezTo>
                  <a:cubicBezTo>
                    <a:pt x="224" y="668"/>
                    <a:pt x="278" y="498"/>
                    <a:pt x="356" y="353"/>
                  </a:cubicBezTo>
                  <a:cubicBezTo>
                    <a:pt x="435" y="224"/>
                    <a:pt x="539" y="117"/>
                    <a:pt x="605" y="67"/>
                  </a:cubicBezTo>
                  <a:cubicBezTo>
                    <a:pt x="684" y="13"/>
                    <a:pt x="737" y="1"/>
                    <a:pt x="73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1"/>
            <p:cNvSpPr/>
            <p:nvPr/>
          </p:nvSpPr>
          <p:spPr>
            <a:xfrm>
              <a:off x="4783130" y="4981993"/>
              <a:ext cx="205582" cy="161505"/>
            </a:xfrm>
            <a:custGeom>
              <a:rect b="b" l="l" r="r" t="t"/>
              <a:pathLst>
                <a:path extrusionOk="0" h="2422" w="3083">
                  <a:moveTo>
                    <a:pt x="1915" y="0"/>
                  </a:moveTo>
                  <a:cubicBezTo>
                    <a:pt x="1600" y="0"/>
                    <a:pt x="1250" y="105"/>
                    <a:pt x="931" y="316"/>
                  </a:cubicBezTo>
                  <a:cubicBezTo>
                    <a:pt x="264" y="775"/>
                    <a:pt x="0" y="1549"/>
                    <a:pt x="343" y="2033"/>
                  </a:cubicBezTo>
                  <a:cubicBezTo>
                    <a:pt x="516" y="2289"/>
                    <a:pt x="824" y="2421"/>
                    <a:pt x="1175" y="2421"/>
                  </a:cubicBezTo>
                  <a:cubicBezTo>
                    <a:pt x="1488" y="2421"/>
                    <a:pt x="1835" y="2316"/>
                    <a:pt x="2152" y="2099"/>
                  </a:cubicBezTo>
                  <a:cubicBezTo>
                    <a:pt x="2818" y="1640"/>
                    <a:pt x="3082" y="882"/>
                    <a:pt x="2740" y="382"/>
                  </a:cubicBezTo>
                  <a:cubicBezTo>
                    <a:pt x="2568" y="128"/>
                    <a:pt x="2263" y="0"/>
                    <a:pt x="191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7" name="Google Shape;867;p21"/>
            <p:cNvSpPr/>
            <p:nvPr/>
          </p:nvSpPr>
          <p:spPr>
            <a:xfrm>
              <a:off x="4823407" y="5012667"/>
              <a:ext cx="129431" cy="94422"/>
            </a:xfrm>
            <a:custGeom>
              <a:rect b="b" l="l" r="r" t="t"/>
              <a:pathLst>
                <a:path extrusionOk="0" h="1416" w="1941">
                  <a:moveTo>
                    <a:pt x="1941" y="54"/>
                  </a:moveTo>
                  <a:cubicBezTo>
                    <a:pt x="1941" y="67"/>
                    <a:pt x="1887" y="67"/>
                    <a:pt x="1796" y="92"/>
                  </a:cubicBezTo>
                  <a:cubicBezTo>
                    <a:pt x="1705" y="107"/>
                    <a:pt x="1573" y="145"/>
                    <a:pt x="1441" y="211"/>
                  </a:cubicBezTo>
                  <a:cubicBezTo>
                    <a:pt x="1324" y="277"/>
                    <a:pt x="1205" y="381"/>
                    <a:pt x="1126" y="513"/>
                  </a:cubicBezTo>
                  <a:cubicBezTo>
                    <a:pt x="1035" y="630"/>
                    <a:pt x="985" y="787"/>
                    <a:pt x="931" y="919"/>
                  </a:cubicBezTo>
                  <a:cubicBezTo>
                    <a:pt x="865" y="1064"/>
                    <a:pt x="774" y="1208"/>
                    <a:pt x="654" y="1299"/>
                  </a:cubicBezTo>
                  <a:cubicBezTo>
                    <a:pt x="591" y="1350"/>
                    <a:pt x="525" y="1378"/>
                    <a:pt x="459" y="1403"/>
                  </a:cubicBezTo>
                  <a:cubicBezTo>
                    <a:pt x="393" y="1416"/>
                    <a:pt x="327" y="1416"/>
                    <a:pt x="261" y="1416"/>
                  </a:cubicBezTo>
                  <a:cubicBezTo>
                    <a:pt x="145" y="1391"/>
                    <a:pt x="66" y="1337"/>
                    <a:pt x="25" y="1287"/>
                  </a:cubicBezTo>
                  <a:cubicBezTo>
                    <a:pt x="0" y="1221"/>
                    <a:pt x="0" y="1180"/>
                    <a:pt x="13" y="1180"/>
                  </a:cubicBezTo>
                  <a:cubicBezTo>
                    <a:pt x="54" y="1155"/>
                    <a:pt x="120" y="1246"/>
                    <a:pt x="277" y="1233"/>
                  </a:cubicBezTo>
                  <a:cubicBezTo>
                    <a:pt x="340" y="1221"/>
                    <a:pt x="418" y="1193"/>
                    <a:pt x="497" y="1130"/>
                  </a:cubicBezTo>
                  <a:cubicBezTo>
                    <a:pt x="576" y="1051"/>
                    <a:pt x="642" y="944"/>
                    <a:pt x="695" y="828"/>
                  </a:cubicBezTo>
                  <a:cubicBezTo>
                    <a:pt x="761" y="696"/>
                    <a:pt x="827" y="538"/>
                    <a:pt x="944" y="381"/>
                  </a:cubicBezTo>
                  <a:cubicBezTo>
                    <a:pt x="1063" y="224"/>
                    <a:pt x="1220" y="120"/>
                    <a:pt x="1378" y="67"/>
                  </a:cubicBezTo>
                  <a:cubicBezTo>
                    <a:pt x="1535" y="0"/>
                    <a:pt x="1692" y="0"/>
                    <a:pt x="1783" y="13"/>
                  </a:cubicBezTo>
                  <a:cubicBezTo>
                    <a:pt x="1887" y="13"/>
                    <a:pt x="1941" y="41"/>
                    <a:pt x="1941"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8" name="Google Shape;868;p21"/>
            <p:cNvSpPr/>
            <p:nvPr/>
          </p:nvSpPr>
          <p:spPr>
            <a:xfrm>
              <a:off x="4447512" y="4294285"/>
              <a:ext cx="154837" cy="187178"/>
            </a:xfrm>
            <a:custGeom>
              <a:rect b="b" l="l" r="r" t="t"/>
              <a:pathLst>
                <a:path extrusionOk="0" h="2807" w="2322">
                  <a:moveTo>
                    <a:pt x="1454" y="1"/>
                  </a:moveTo>
                  <a:cubicBezTo>
                    <a:pt x="1015" y="1"/>
                    <a:pt x="524" y="428"/>
                    <a:pt x="278" y="1064"/>
                  </a:cubicBezTo>
                  <a:cubicBezTo>
                    <a:pt x="1" y="1822"/>
                    <a:pt x="158" y="2583"/>
                    <a:pt x="646" y="2766"/>
                  </a:cubicBezTo>
                  <a:cubicBezTo>
                    <a:pt x="718" y="2794"/>
                    <a:pt x="794" y="2807"/>
                    <a:pt x="871" y="2807"/>
                  </a:cubicBezTo>
                  <a:cubicBezTo>
                    <a:pt x="1307" y="2807"/>
                    <a:pt x="1789" y="2378"/>
                    <a:pt x="2033" y="1731"/>
                  </a:cubicBezTo>
                  <a:cubicBezTo>
                    <a:pt x="2322" y="986"/>
                    <a:pt x="2165" y="224"/>
                    <a:pt x="1680" y="42"/>
                  </a:cubicBezTo>
                  <a:cubicBezTo>
                    <a:pt x="1608" y="14"/>
                    <a:pt x="1532" y="1"/>
                    <a:pt x="145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1"/>
            <p:cNvSpPr/>
            <p:nvPr/>
          </p:nvSpPr>
          <p:spPr>
            <a:xfrm>
              <a:off x="4483388" y="4298753"/>
              <a:ext cx="76218" cy="166973"/>
            </a:xfrm>
            <a:custGeom>
              <a:rect b="b" l="l" r="r" t="t"/>
              <a:pathLst>
                <a:path extrusionOk="0" h="2504" w="1143">
                  <a:moveTo>
                    <a:pt x="199" y="2491"/>
                  </a:moveTo>
                  <a:cubicBezTo>
                    <a:pt x="186" y="2504"/>
                    <a:pt x="145" y="2450"/>
                    <a:pt x="92" y="2347"/>
                  </a:cubicBezTo>
                  <a:cubicBezTo>
                    <a:pt x="42" y="2243"/>
                    <a:pt x="1" y="2085"/>
                    <a:pt x="13" y="1900"/>
                  </a:cubicBezTo>
                  <a:cubicBezTo>
                    <a:pt x="13" y="1796"/>
                    <a:pt x="42" y="1705"/>
                    <a:pt x="79" y="1598"/>
                  </a:cubicBezTo>
                  <a:cubicBezTo>
                    <a:pt x="92" y="1560"/>
                    <a:pt x="120" y="1507"/>
                    <a:pt x="170" y="1456"/>
                  </a:cubicBezTo>
                  <a:cubicBezTo>
                    <a:pt x="224" y="1403"/>
                    <a:pt x="277" y="1378"/>
                    <a:pt x="315" y="1349"/>
                  </a:cubicBezTo>
                  <a:cubicBezTo>
                    <a:pt x="369" y="1337"/>
                    <a:pt x="406" y="1324"/>
                    <a:pt x="435" y="1299"/>
                  </a:cubicBezTo>
                  <a:cubicBezTo>
                    <a:pt x="472" y="1271"/>
                    <a:pt x="513" y="1258"/>
                    <a:pt x="538" y="1233"/>
                  </a:cubicBezTo>
                  <a:cubicBezTo>
                    <a:pt x="605" y="1180"/>
                    <a:pt x="658" y="1126"/>
                    <a:pt x="708" y="1063"/>
                  </a:cubicBezTo>
                  <a:cubicBezTo>
                    <a:pt x="894" y="827"/>
                    <a:pt x="932" y="551"/>
                    <a:pt x="919" y="356"/>
                  </a:cubicBezTo>
                  <a:cubicBezTo>
                    <a:pt x="906" y="157"/>
                    <a:pt x="853" y="41"/>
                    <a:pt x="878" y="13"/>
                  </a:cubicBezTo>
                  <a:cubicBezTo>
                    <a:pt x="906" y="0"/>
                    <a:pt x="932" y="25"/>
                    <a:pt x="973" y="79"/>
                  </a:cubicBezTo>
                  <a:cubicBezTo>
                    <a:pt x="1010" y="120"/>
                    <a:pt x="1064" y="211"/>
                    <a:pt x="1089" y="315"/>
                  </a:cubicBezTo>
                  <a:cubicBezTo>
                    <a:pt x="1130" y="434"/>
                    <a:pt x="1142" y="576"/>
                    <a:pt x="1114" y="733"/>
                  </a:cubicBezTo>
                  <a:cubicBezTo>
                    <a:pt x="1089" y="890"/>
                    <a:pt x="1023" y="1063"/>
                    <a:pt x="906" y="1221"/>
                  </a:cubicBezTo>
                  <a:cubicBezTo>
                    <a:pt x="840" y="1283"/>
                    <a:pt x="774" y="1349"/>
                    <a:pt x="683" y="1416"/>
                  </a:cubicBezTo>
                  <a:cubicBezTo>
                    <a:pt x="642" y="1441"/>
                    <a:pt x="605" y="1469"/>
                    <a:pt x="551" y="1494"/>
                  </a:cubicBezTo>
                  <a:cubicBezTo>
                    <a:pt x="513" y="1519"/>
                    <a:pt x="447" y="1548"/>
                    <a:pt x="406" y="1560"/>
                  </a:cubicBezTo>
                  <a:cubicBezTo>
                    <a:pt x="369" y="1573"/>
                    <a:pt x="328" y="1585"/>
                    <a:pt x="315" y="1598"/>
                  </a:cubicBezTo>
                  <a:cubicBezTo>
                    <a:pt x="290" y="1626"/>
                    <a:pt x="265" y="1651"/>
                    <a:pt x="249" y="1677"/>
                  </a:cubicBezTo>
                  <a:cubicBezTo>
                    <a:pt x="211" y="1755"/>
                    <a:pt x="186" y="1834"/>
                    <a:pt x="170" y="1912"/>
                  </a:cubicBezTo>
                  <a:cubicBezTo>
                    <a:pt x="133" y="2070"/>
                    <a:pt x="145" y="2214"/>
                    <a:pt x="170" y="2321"/>
                  </a:cubicBezTo>
                  <a:cubicBezTo>
                    <a:pt x="186" y="2425"/>
                    <a:pt x="211" y="2491"/>
                    <a:pt x="199" y="249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0" name="Google Shape;870;p21"/>
            <p:cNvSpPr/>
            <p:nvPr/>
          </p:nvSpPr>
          <p:spPr>
            <a:xfrm>
              <a:off x="4376828" y="4110639"/>
              <a:ext cx="145234" cy="145368"/>
            </a:xfrm>
            <a:custGeom>
              <a:rect b="b" l="l" r="r" t="t"/>
              <a:pathLst>
                <a:path extrusionOk="0" h="2180" w="2178">
                  <a:moveTo>
                    <a:pt x="818" y="1"/>
                  </a:moveTo>
                  <a:cubicBezTo>
                    <a:pt x="674" y="1"/>
                    <a:pt x="537" y="40"/>
                    <a:pt x="419" y="123"/>
                  </a:cubicBezTo>
                  <a:cubicBezTo>
                    <a:pt x="26" y="396"/>
                    <a:pt x="1" y="1054"/>
                    <a:pt x="381" y="1588"/>
                  </a:cubicBezTo>
                  <a:cubicBezTo>
                    <a:pt x="639" y="1959"/>
                    <a:pt x="1022" y="2180"/>
                    <a:pt x="1364" y="2180"/>
                  </a:cubicBezTo>
                  <a:cubicBezTo>
                    <a:pt x="1506" y="2180"/>
                    <a:pt x="1640" y="2141"/>
                    <a:pt x="1756" y="2060"/>
                  </a:cubicBezTo>
                  <a:cubicBezTo>
                    <a:pt x="2149" y="1786"/>
                    <a:pt x="2177" y="1132"/>
                    <a:pt x="1797" y="594"/>
                  </a:cubicBezTo>
                  <a:cubicBezTo>
                    <a:pt x="1539" y="217"/>
                    <a:pt x="1158" y="1"/>
                    <a:pt x="8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1" name="Google Shape;871;p21"/>
            <p:cNvSpPr/>
            <p:nvPr/>
          </p:nvSpPr>
          <p:spPr>
            <a:xfrm>
              <a:off x="4407502" y="4125709"/>
              <a:ext cx="92555" cy="105758"/>
            </a:xfrm>
            <a:custGeom>
              <a:rect b="b" l="l" r="r" t="t"/>
              <a:pathLst>
                <a:path extrusionOk="0" h="1586" w="1388">
                  <a:moveTo>
                    <a:pt x="116" y="0"/>
                  </a:moveTo>
                  <a:cubicBezTo>
                    <a:pt x="129" y="0"/>
                    <a:pt x="129" y="54"/>
                    <a:pt x="129" y="145"/>
                  </a:cubicBezTo>
                  <a:cubicBezTo>
                    <a:pt x="129" y="224"/>
                    <a:pt x="129" y="340"/>
                    <a:pt x="170" y="460"/>
                  </a:cubicBezTo>
                  <a:cubicBezTo>
                    <a:pt x="208" y="576"/>
                    <a:pt x="302" y="683"/>
                    <a:pt x="406" y="733"/>
                  </a:cubicBezTo>
                  <a:cubicBezTo>
                    <a:pt x="444" y="762"/>
                    <a:pt x="497" y="762"/>
                    <a:pt x="576" y="762"/>
                  </a:cubicBezTo>
                  <a:cubicBezTo>
                    <a:pt x="642" y="774"/>
                    <a:pt x="720" y="774"/>
                    <a:pt x="799" y="787"/>
                  </a:cubicBezTo>
                  <a:cubicBezTo>
                    <a:pt x="944" y="828"/>
                    <a:pt x="1073" y="906"/>
                    <a:pt x="1167" y="985"/>
                  </a:cubicBezTo>
                  <a:cubicBezTo>
                    <a:pt x="1217" y="1035"/>
                    <a:pt x="1258" y="1076"/>
                    <a:pt x="1296" y="1126"/>
                  </a:cubicBezTo>
                  <a:cubicBezTo>
                    <a:pt x="1324" y="1180"/>
                    <a:pt x="1349" y="1233"/>
                    <a:pt x="1362" y="1284"/>
                  </a:cubicBezTo>
                  <a:cubicBezTo>
                    <a:pt x="1387" y="1378"/>
                    <a:pt x="1375" y="1482"/>
                    <a:pt x="1337" y="1535"/>
                  </a:cubicBezTo>
                  <a:cubicBezTo>
                    <a:pt x="1296" y="1573"/>
                    <a:pt x="1258" y="1586"/>
                    <a:pt x="1246" y="1573"/>
                  </a:cubicBezTo>
                  <a:cubicBezTo>
                    <a:pt x="1230" y="1560"/>
                    <a:pt x="1230" y="1535"/>
                    <a:pt x="1230" y="1494"/>
                  </a:cubicBezTo>
                  <a:cubicBezTo>
                    <a:pt x="1230" y="1457"/>
                    <a:pt x="1230" y="1416"/>
                    <a:pt x="1192" y="1350"/>
                  </a:cubicBezTo>
                  <a:cubicBezTo>
                    <a:pt x="1167" y="1284"/>
                    <a:pt x="1101" y="1233"/>
                    <a:pt x="1022" y="1167"/>
                  </a:cubicBezTo>
                  <a:cubicBezTo>
                    <a:pt x="944" y="1114"/>
                    <a:pt x="852" y="1063"/>
                    <a:pt x="733" y="1035"/>
                  </a:cubicBezTo>
                  <a:cubicBezTo>
                    <a:pt x="679" y="1023"/>
                    <a:pt x="629" y="1010"/>
                    <a:pt x="550" y="997"/>
                  </a:cubicBezTo>
                  <a:cubicBezTo>
                    <a:pt x="510" y="997"/>
                    <a:pt x="472" y="997"/>
                    <a:pt x="431" y="985"/>
                  </a:cubicBezTo>
                  <a:cubicBezTo>
                    <a:pt x="381" y="969"/>
                    <a:pt x="340" y="957"/>
                    <a:pt x="302" y="931"/>
                  </a:cubicBezTo>
                  <a:cubicBezTo>
                    <a:pt x="129" y="828"/>
                    <a:pt x="38" y="655"/>
                    <a:pt x="25" y="497"/>
                  </a:cubicBezTo>
                  <a:cubicBezTo>
                    <a:pt x="0" y="340"/>
                    <a:pt x="25" y="211"/>
                    <a:pt x="50" y="132"/>
                  </a:cubicBezTo>
                  <a:cubicBezTo>
                    <a:pt x="79" y="41"/>
                    <a:pt x="104" y="0"/>
                    <a:pt x="116"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1"/>
            <p:cNvSpPr/>
            <p:nvPr/>
          </p:nvSpPr>
          <p:spPr>
            <a:xfrm>
              <a:off x="5047197" y="4661178"/>
              <a:ext cx="221919" cy="121962"/>
            </a:xfrm>
            <a:custGeom>
              <a:rect b="b" l="l" r="r" t="t"/>
              <a:pathLst>
                <a:path extrusionOk="0" h="1829" w="3328">
                  <a:moveTo>
                    <a:pt x="2135" y="0"/>
                  </a:moveTo>
                  <a:cubicBezTo>
                    <a:pt x="1983" y="0"/>
                    <a:pt x="1821" y="6"/>
                    <a:pt x="1651" y="16"/>
                  </a:cubicBezTo>
                  <a:cubicBezTo>
                    <a:pt x="758" y="82"/>
                    <a:pt x="0" y="201"/>
                    <a:pt x="38" y="818"/>
                  </a:cubicBezTo>
                  <a:cubicBezTo>
                    <a:pt x="76" y="1398"/>
                    <a:pt x="756" y="1829"/>
                    <a:pt x="1585" y="1829"/>
                  </a:cubicBezTo>
                  <a:cubicBezTo>
                    <a:pt x="1633" y="1829"/>
                    <a:pt x="1681" y="1827"/>
                    <a:pt x="1730" y="1824"/>
                  </a:cubicBezTo>
                  <a:cubicBezTo>
                    <a:pt x="2633" y="1774"/>
                    <a:pt x="3328" y="1224"/>
                    <a:pt x="3290" y="620"/>
                  </a:cubicBezTo>
                  <a:cubicBezTo>
                    <a:pt x="3257" y="119"/>
                    <a:pt x="2792" y="0"/>
                    <a:pt x="213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3" name="Google Shape;873;p21"/>
            <p:cNvSpPr/>
            <p:nvPr/>
          </p:nvSpPr>
          <p:spPr>
            <a:xfrm>
              <a:off x="5065402" y="4685918"/>
              <a:ext cx="178376" cy="29807"/>
            </a:xfrm>
            <a:custGeom>
              <a:rect b="b" l="l" r="r" t="t"/>
              <a:pathLst>
                <a:path extrusionOk="0" h="447" w="2675">
                  <a:moveTo>
                    <a:pt x="13" y="158"/>
                  </a:moveTo>
                  <a:cubicBezTo>
                    <a:pt x="13" y="145"/>
                    <a:pt x="79" y="183"/>
                    <a:pt x="170" y="195"/>
                  </a:cubicBezTo>
                  <a:cubicBezTo>
                    <a:pt x="265" y="224"/>
                    <a:pt x="394" y="236"/>
                    <a:pt x="564" y="236"/>
                  </a:cubicBezTo>
                  <a:cubicBezTo>
                    <a:pt x="878" y="236"/>
                    <a:pt x="1259" y="211"/>
                    <a:pt x="1561" y="170"/>
                  </a:cubicBezTo>
                  <a:cubicBezTo>
                    <a:pt x="2165" y="104"/>
                    <a:pt x="2636" y="0"/>
                    <a:pt x="2662" y="79"/>
                  </a:cubicBezTo>
                  <a:cubicBezTo>
                    <a:pt x="2674" y="117"/>
                    <a:pt x="2570" y="183"/>
                    <a:pt x="2372" y="249"/>
                  </a:cubicBezTo>
                  <a:cubicBezTo>
                    <a:pt x="2190" y="315"/>
                    <a:pt x="1916" y="381"/>
                    <a:pt x="1586" y="419"/>
                  </a:cubicBezTo>
                  <a:cubicBezTo>
                    <a:pt x="1287" y="447"/>
                    <a:pt x="878" y="447"/>
                    <a:pt x="551" y="393"/>
                  </a:cubicBezTo>
                  <a:cubicBezTo>
                    <a:pt x="381" y="368"/>
                    <a:pt x="237" y="327"/>
                    <a:pt x="145" y="274"/>
                  </a:cubicBezTo>
                  <a:cubicBezTo>
                    <a:pt x="42" y="224"/>
                    <a:pt x="1" y="170"/>
                    <a:pt x="13" y="158"/>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4" name="Google Shape;874;p21"/>
            <p:cNvSpPr/>
            <p:nvPr/>
          </p:nvSpPr>
          <p:spPr>
            <a:xfrm>
              <a:off x="4916897" y="4816284"/>
              <a:ext cx="153837" cy="176242"/>
            </a:xfrm>
            <a:custGeom>
              <a:rect b="b" l="l" r="r" t="t"/>
              <a:pathLst>
                <a:path extrusionOk="0" h="2643" w="2307">
                  <a:moveTo>
                    <a:pt x="955" y="0"/>
                  </a:moveTo>
                  <a:cubicBezTo>
                    <a:pt x="880" y="0"/>
                    <a:pt x="806" y="12"/>
                    <a:pt x="734" y="36"/>
                  </a:cubicBezTo>
                  <a:cubicBezTo>
                    <a:pt x="224" y="206"/>
                    <a:pt x="1" y="914"/>
                    <a:pt x="237" y="1621"/>
                  </a:cubicBezTo>
                  <a:cubicBezTo>
                    <a:pt x="438" y="2238"/>
                    <a:pt x="907" y="2643"/>
                    <a:pt x="1357" y="2643"/>
                  </a:cubicBezTo>
                  <a:cubicBezTo>
                    <a:pt x="1434" y="2643"/>
                    <a:pt x="1511" y="2631"/>
                    <a:pt x="1586" y="2606"/>
                  </a:cubicBezTo>
                  <a:cubicBezTo>
                    <a:pt x="2083" y="2436"/>
                    <a:pt x="2306" y="1728"/>
                    <a:pt x="2070" y="1021"/>
                  </a:cubicBezTo>
                  <a:cubicBezTo>
                    <a:pt x="1879" y="415"/>
                    <a:pt x="1402" y="0"/>
                    <a:pt x="955"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1"/>
            <p:cNvSpPr/>
            <p:nvPr/>
          </p:nvSpPr>
          <p:spPr>
            <a:xfrm>
              <a:off x="4582213" y="4167453"/>
              <a:ext cx="221919" cy="121962"/>
            </a:xfrm>
            <a:custGeom>
              <a:rect b="b" l="l" r="r" t="t"/>
              <a:pathLst>
                <a:path extrusionOk="0" h="1829" w="3328">
                  <a:moveTo>
                    <a:pt x="2144" y="0"/>
                  </a:moveTo>
                  <a:cubicBezTo>
                    <a:pt x="1993" y="0"/>
                    <a:pt x="1831" y="7"/>
                    <a:pt x="1664" y="16"/>
                  </a:cubicBezTo>
                  <a:cubicBezTo>
                    <a:pt x="761" y="82"/>
                    <a:pt x="0" y="202"/>
                    <a:pt x="41" y="815"/>
                  </a:cubicBezTo>
                  <a:cubicBezTo>
                    <a:pt x="77" y="1398"/>
                    <a:pt x="759" y="1829"/>
                    <a:pt x="1586" y="1829"/>
                  </a:cubicBezTo>
                  <a:cubicBezTo>
                    <a:pt x="1633" y="1829"/>
                    <a:pt x="1681" y="1827"/>
                    <a:pt x="1730" y="1825"/>
                  </a:cubicBezTo>
                  <a:cubicBezTo>
                    <a:pt x="2636" y="1774"/>
                    <a:pt x="3328" y="1224"/>
                    <a:pt x="3290" y="620"/>
                  </a:cubicBezTo>
                  <a:cubicBezTo>
                    <a:pt x="3270" y="119"/>
                    <a:pt x="2799" y="0"/>
                    <a:pt x="214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6" name="Google Shape;876;p21"/>
            <p:cNvSpPr/>
            <p:nvPr/>
          </p:nvSpPr>
          <p:spPr>
            <a:xfrm>
              <a:off x="4600618" y="4192193"/>
              <a:ext cx="178376" cy="29607"/>
            </a:xfrm>
            <a:custGeom>
              <a:rect b="b" l="l" r="r" t="t"/>
              <a:pathLst>
                <a:path extrusionOk="0" h="444" w="2675">
                  <a:moveTo>
                    <a:pt x="13" y="158"/>
                  </a:moveTo>
                  <a:cubicBezTo>
                    <a:pt x="26" y="145"/>
                    <a:pt x="79" y="183"/>
                    <a:pt x="171" y="195"/>
                  </a:cubicBezTo>
                  <a:cubicBezTo>
                    <a:pt x="262" y="224"/>
                    <a:pt x="407" y="236"/>
                    <a:pt x="564" y="236"/>
                  </a:cubicBezTo>
                  <a:cubicBezTo>
                    <a:pt x="878" y="236"/>
                    <a:pt x="1271" y="208"/>
                    <a:pt x="1558" y="170"/>
                  </a:cubicBezTo>
                  <a:cubicBezTo>
                    <a:pt x="2162" y="104"/>
                    <a:pt x="2646" y="0"/>
                    <a:pt x="2674" y="79"/>
                  </a:cubicBezTo>
                  <a:cubicBezTo>
                    <a:pt x="2674" y="117"/>
                    <a:pt x="2567" y="183"/>
                    <a:pt x="2385" y="249"/>
                  </a:cubicBezTo>
                  <a:cubicBezTo>
                    <a:pt x="2187" y="315"/>
                    <a:pt x="1913" y="381"/>
                    <a:pt x="1599" y="419"/>
                  </a:cubicBezTo>
                  <a:cubicBezTo>
                    <a:pt x="1284" y="444"/>
                    <a:pt x="878" y="444"/>
                    <a:pt x="551" y="394"/>
                  </a:cubicBezTo>
                  <a:cubicBezTo>
                    <a:pt x="394" y="365"/>
                    <a:pt x="237" y="328"/>
                    <a:pt x="142" y="274"/>
                  </a:cubicBezTo>
                  <a:cubicBezTo>
                    <a:pt x="51" y="224"/>
                    <a:pt x="1" y="170"/>
                    <a:pt x="13" y="158"/>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7" name="Google Shape;877;p21"/>
            <p:cNvSpPr/>
            <p:nvPr/>
          </p:nvSpPr>
          <p:spPr>
            <a:xfrm>
              <a:off x="4660833" y="4575823"/>
              <a:ext cx="178309" cy="183510"/>
            </a:xfrm>
            <a:custGeom>
              <a:rect b="b" l="l" r="r" t="t"/>
              <a:pathLst>
                <a:path extrusionOk="0" h="2752" w="2674">
                  <a:moveTo>
                    <a:pt x="1648" y="0"/>
                  </a:moveTo>
                  <a:cubicBezTo>
                    <a:pt x="1202" y="0"/>
                    <a:pt x="703" y="315"/>
                    <a:pt x="406" y="840"/>
                  </a:cubicBezTo>
                  <a:cubicBezTo>
                    <a:pt x="1" y="1547"/>
                    <a:pt x="104" y="2346"/>
                    <a:pt x="617" y="2648"/>
                  </a:cubicBezTo>
                  <a:cubicBezTo>
                    <a:pt x="742" y="2719"/>
                    <a:pt x="881" y="2752"/>
                    <a:pt x="1026" y="2752"/>
                  </a:cubicBezTo>
                  <a:cubicBezTo>
                    <a:pt x="1472" y="2752"/>
                    <a:pt x="1972" y="2437"/>
                    <a:pt x="2268" y="1912"/>
                  </a:cubicBezTo>
                  <a:cubicBezTo>
                    <a:pt x="2674" y="1205"/>
                    <a:pt x="2570" y="406"/>
                    <a:pt x="2057" y="104"/>
                  </a:cubicBezTo>
                  <a:cubicBezTo>
                    <a:pt x="1932" y="34"/>
                    <a:pt x="1793" y="0"/>
                    <a:pt x="164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8" name="Google Shape;878;p21"/>
            <p:cNvSpPr/>
            <p:nvPr/>
          </p:nvSpPr>
          <p:spPr>
            <a:xfrm>
              <a:off x="4709712" y="4605564"/>
              <a:ext cx="83953" cy="133698"/>
            </a:xfrm>
            <a:custGeom>
              <a:rect b="b" l="l" r="r" t="t"/>
              <a:pathLst>
                <a:path extrusionOk="0" h="2005" w="1259">
                  <a:moveTo>
                    <a:pt x="0" y="1992"/>
                  </a:moveTo>
                  <a:cubicBezTo>
                    <a:pt x="0" y="1979"/>
                    <a:pt x="54" y="1951"/>
                    <a:pt x="132" y="1900"/>
                  </a:cubicBezTo>
                  <a:cubicBezTo>
                    <a:pt x="198" y="1847"/>
                    <a:pt x="302" y="1756"/>
                    <a:pt x="381" y="1636"/>
                  </a:cubicBezTo>
                  <a:cubicBezTo>
                    <a:pt x="460" y="1520"/>
                    <a:pt x="526" y="1375"/>
                    <a:pt x="538" y="1230"/>
                  </a:cubicBezTo>
                  <a:cubicBezTo>
                    <a:pt x="566" y="1073"/>
                    <a:pt x="538" y="916"/>
                    <a:pt x="538" y="771"/>
                  </a:cubicBezTo>
                  <a:cubicBezTo>
                    <a:pt x="538" y="614"/>
                    <a:pt x="551" y="457"/>
                    <a:pt x="617" y="315"/>
                  </a:cubicBezTo>
                  <a:cubicBezTo>
                    <a:pt x="658" y="249"/>
                    <a:pt x="695" y="183"/>
                    <a:pt x="749" y="130"/>
                  </a:cubicBezTo>
                  <a:cubicBezTo>
                    <a:pt x="802" y="92"/>
                    <a:pt x="865" y="51"/>
                    <a:pt x="919" y="38"/>
                  </a:cubicBezTo>
                  <a:cubicBezTo>
                    <a:pt x="1038" y="1"/>
                    <a:pt x="1129" y="26"/>
                    <a:pt x="1196" y="51"/>
                  </a:cubicBezTo>
                  <a:cubicBezTo>
                    <a:pt x="1246" y="92"/>
                    <a:pt x="1258" y="130"/>
                    <a:pt x="1246" y="142"/>
                  </a:cubicBezTo>
                  <a:cubicBezTo>
                    <a:pt x="1221" y="170"/>
                    <a:pt x="1129" y="130"/>
                    <a:pt x="997" y="208"/>
                  </a:cubicBezTo>
                  <a:cubicBezTo>
                    <a:pt x="931" y="249"/>
                    <a:pt x="865" y="299"/>
                    <a:pt x="840" y="406"/>
                  </a:cubicBezTo>
                  <a:cubicBezTo>
                    <a:pt x="802" y="498"/>
                    <a:pt x="787" y="614"/>
                    <a:pt x="787" y="759"/>
                  </a:cubicBezTo>
                  <a:cubicBezTo>
                    <a:pt x="787" y="903"/>
                    <a:pt x="802" y="1073"/>
                    <a:pt x="761" y="1259"/>
                  </a:cubicBezTo>
                  <a:cubicBezTo>
                    <a:pt x="724" y="1454"/>
                    <a:pt x="617" y="1624"/>
                    <a:pt x="500" y="1743"/>
                  </a:cubicBezTo>
                  <a:cubicBezTo>
                    <a:pt x="393" y="1859"/>
                    <a:pt x="265" y="1926"/>
                    <a:pt x="158" y="1966"/>
                  </a:cubicBezTo>
                  <a:cubicBezTo>
                    <a:pt x="66" y="2004"/>
                    <a:pt x="0" y="2004"/>
                    <a:pt x="0" y="199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9" name="Google Shape;879;p21"/>
            <p:cNvSpPr/>
            <p:nvPr/>
          </p:nvSpPr>
          <p:spPr>
            <a:xfrm>
              <a:off x="4889024" y="4296353"/>
              <a:ext cx="181710" cy="176842"/>
            </a:xfrm>
            <a:custGeom>
              <a:rect b="b" l="l" r="r" t="t"/>
              <a:pathLst>
                <a:path extrusionOk="0" h="2652" w="2725">
                  <a:moveTo>
                    <a:pt x="1008" y="0"/>
                  </a:moveTo>
                  <a:cubicBezTo>
                    <a:pt x="805" y="0"/>
                    <a:pt x="613" y="59"/>
                    <a:pt x="457" y="181"/>
                  </a:cubicBezTo>
                  <a:cubicBezTo>
                    <a:pt x="1" y="533"/>
                    <a:pt x="13" y="1348"/>
                    <a:pt x="510" y="1989"/>
                  </a:cubicBezTo>
                  <a:cubicBezTo>
                    <a:pt x="844" y="2412"/>
                    <a:pt x="1303" y="2652"/>
                    <a:pt x="1711" y="2652"/>
                  </a:cubicBezTo>
                  <a:cubicBezTo>
                    <a:pt x="1910" y="2652"/>
                    <a:pt x="2098" y="2594"/>
                    <a:pt x="2252" y="2474"/>
                  </a:cubicBezTo>
                  <a:cubicBezTo>
                    <a:pt x="2724" y="2106"/>
                    <a:pt x="2699" y="1294"/>
                    <a:pt x="2202" y="665"/>
                  </a:cubicBezTo>
                  <a:cubicBezTo>
                    <a:pt x="1877" y="237"/>
                    <a:pt x="1418" y="0"/>
                    <a:pt x="100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0" name="Google Shape;880;p21"/>
            <p:cNvSpPr/>
            <p:nvPr/>
          </p:nvSpPr>
          <p:spPr>
            <a:xfrm>
              <a:off x="4932635" y="4324093"/>
              <a:ext cx="99690" cy="125096"/>
            </a:xfrm>
            <a:custGeom>
              <a:rect b="b" l="l" r="r" t="t"/>
              <a:pathLst>
                <a:path extrusionOk="0" h="1876" w="1495">
                  <a:moveTo>
                    <a:pt x="1454" y="1875"/>
                  </a:moveTo>
                  <a:cubicBezTo>
                    <a:pt x="1441" y="1875"/>
                    <a:pt x="1441" y="1809"/>
                    <a:pt x="1416" y="1718"/>
                  </a:cubicBezTo>
                  <a:cubicBezTo>
                    <a:pt x="1391" y="1627"/>
                    <a:pt x="1350" y="1507"/>
                    <a:pt x="1271" y="1391"/>
                  </a:cubicBezTo>
                  <a:cubicBezTo>
                    <a:pt x="1193" y="1271"/>
                    <a:pt x="1089" y="1155"/>
                    <a:pt x="957" y="1076"/>
                  </a:cubicBezTo>
                  <a:cubicBezTo>
                    <a:pt x="825" y="1010"/>
                    <a:pt x="668" y="957"/>
                    <a:pt x="526" y="903"/>
                  </a:cubicBezTo>
                  <a:cubicBezTo>
                    <a:pt x="381" y="853"/>
                    <a:pt x="249" y="774"/>
                    <a:pt x="145" y="655"/>
                  </a:cubicBezTo>
                  <a:cubicBezTo>
                    <a:pt x="92" y="605"/>
                    <a:pt x="54" y="539"/>
                    <a:pt x="26" y="473"/>
                  </a:cubicBezTo>
                  <a:cubicBezTo>
                    <a:pt x="1" y="406"/>
                    <a:pt x="1" y="340"/>
                    <a:pt x="1" y="274"/>
                  </a:cubicBezTo>
                  <a:cubicBezTo>
                    <a:pt x="13" y="158"/>
                    <a:pt x="67" y="79"/>
                    <a:pt x="117" y="39"/>
                  </a:cubicBezTo>
                  <a:cubicBezTo>
                    <a:pt x="171" y="1"/>
                    <a:pt x="211" y="1"/>
                    <a:pt x="224" y="13"/>
                  </a:cubicBezTo>
                  <a:cubicBezTo>
                    <a:pt x="249" y="39"/>
                    <a:pt x="158" y="117"/>
                    <a:pt x="183" y="274"/>
                  </a:cubicBezTo>
                  <a:cubicBezTo>
                    <a:pt x="196" y="353"/>
                    <a:pt x="224" y="419"/>
                    <a:pt x="303" y="498"/>
                  </a:cubicBezTo>
                  <a:cubicBezTo>
                    <a:pt x="381" y="564"/>
                    <a:pt x="485" y="630"/>
                    <a:pt x="617" y="683"/>
                  </a:cubicBezTo>
                  <a:cubicBezTo>
                    <a:pt x="746" y="734"/>
                    <a:pt x="919" y="787"/>
                    <a:pt x="1076" y="891"/>
                  </a:cubicBezTo>
                  <a:cubicBezTo>
                    <a:pt x="1234" y="998"/>
                    <a:pt x="1350" y="1155"/>
                    <a:pt x="1416" y="1312"/>
                  </a:cubicBezTo>
                  <a:cubicBezTo>
                    <a:pt x="1482" y="1470"/>
                    <a:pt x="1495" y="1611"/>
                    <a:pt x="1495" y="1718"/>
                  </a:cubicBezTo>
                  <a:cubicBezTo>
                    <a:pt x="1495" y="1809"/>
                    <a:pt x="1470" y="1875"/>
                    <a:pt x="1454" y="187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1" name="Google Shape;881;p21"/>
            <p:cNvSpPr/>
            <p:nvPr/>
          </p:nvSpPr>
          <p:spPr>
            <a:xfrm>
              <a:off x="4758791" y="4724261"/>
              <a:ext cx="229921" cy="157037"/>
            </a:xfrm>
            <a:custGeom>
              <a:rect b="b" l="l" r="r" t="t"/>
              <a:pathLst>
                <a:path extrusionOk="0" h="2355" w="3448">
                  <a:moveTo>
                    <a:pt x="2202" y="0"/>
                  </a:moveTo>
                  <a:cubicBezTo>
                    <a:pt x="1879" y="0"/>
                    <a:pt x="1518" y="95"/>
                    <a:pt x="1180" y="290"/>
                  </a:cubicBezTo>
                  <a:cubicBezTo>
                    <a:pt x="393" y="737"/>
                    <a:pt x="0" y="1523"/>
                    <a:pt x="302" y="2058"/>
                  </a:cubicBezTo>
                  <a:cubicBezTo>
                    <a:pt x="419" y="2269"/>
                    <a:pt x="589" y="2355"/>
                    <a:pt x="800" y="2355"/>
                  </a:cubicBezTo>
                  <a:cubicBezTo>
                    <a:pt x="1128" y="2355"/>
                    <a:pt x="1554" y="2147"/>
                    <a:pt x="2032" y="1875"/>
                  </a:cubicBezTo>
                  <a:cubicBezTo>
                    <a:pt x="2818" y="1429"/>
                    <a:pt x="3447" y="985"/>
                    <a:pt x="3146" y="460"/>
                  </a:cubicBezTo>
                  <a:cubicBezTo>
                    <a:pt x="2976" y="157"/>
                    <a:pt x="2619" y="0"/>
                    <a:pt x="2202"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1"/>
            <p:cNvSpPr/>
            <p:nvPr/>
          </p:nvSpPr>
          <p:spPr>
            <a:xfrm>
              <a:off x="4803269" y="4775007"/>
              <a:ext cx="158171" cy="90088"/>
            </a:xfrm>
            <a:custGeom>
              <a:rect b="b" l="l" r="r" t="t"/>
              <a:pathLst>
                <a:path extrusionOk="0" h="1351" w="2372">
                  <a:moveTo>
                    <a:pt x="2372" y="54"/>
                  </a:moveTo>
                  <a:cubicBezTo>
                    <a:pt x="2372" y="67"/>
                    <a:pt x="2309" y="67"/>
                    <a:pt x="2214" y="92"/>
                  </a:cubicBezTo>
                  <a:cubicBezTo>
                    <a:pt x="2123" y="105"/>
                    <a:pt x="1994" y="158"/>
                    <a:pt x="1850" y="237"/>
                  </a:cubicBezTo>
                  <a:cubicBezTo>
                    <a:pt x="1560" y="369"/>
                    <a:pt x="1220" y="564"/>
                    <a:pt x="972" y="721"/>
                  </a:cubicBezTo>
                  <a:cubicBezTo>
                    <a:pt x="459" y="1048"/>
                    <a:pt x="79" y="1350"/>
                    <a:pt x="28" y="1284"/>
                  </a:cubicBezTo>
                  <a:cubicBezTo>
                    <a:pt x="0" y="1259"/>
                    <a:pt x="66" y="1155"/>
                    <a:pt x="211" y="1011"/>
                  </a:cubicBezTo>
                  <a:cubicBezTo>
                    <a:pt x="356" y="866"/>
                    <a:pt x="563" y="696"/>
                    <a:pt x="840" y="526"/>
                  </a:cubicBezTo>
                  <a:cubicBezTo>
                    <a:pt x="1101" y="353"/>
                    <a:pt x="1482" y="183"/>
                    <a:pt x="1783" y="92"/>
                  </a:cubicBezTo>
                  <a:cubicBezTo>
                    <a:pt x="1941" y="39"/>
                    <a:pt x="2098" y="1"/>
                    <a:pt x="2202" y="14"/>
                  </a:cubicBezTo>
                  <a:cubicBezTo>
                    <a:pt x="2321" y="14"/>
                    <a:pt x="2372" y="54"/>
                    <a:pt x="2372"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3" name="Google Shape;883;p21"/>
            <p:cNvSpPr/>
            <p:nvPr/>
          </p:nvSpPr>
          <p:spPr>
            <a:xfrm>
              <a:off x="4847080" y="4481599"/>
              <a:ext cx="177309" cy="157637"/>
            </a:xfrm>
            <a:custGeom>
              <a:rect b="b" l="l" r="r" t="t"/>
              <a:pathLst>
                <a:path extrusionOk="0" h="2364" w="2659">
                  <a:moveTo>
                    <a:pt x="948" y="0"/>
                  </a:moveTo>
                  <a:cubicBezTo>
                    <a:pt x="728" y="0"/>
                    <a:pt x="528" y="68"/>
                    <a:pt x="378" y="208"/>
                  </a:cubicBezTo>
                  <a:cubicBezTo>
                    <a:pt x="0" y="586"/>
                    <a:pt x="117" y="1322"/>
                    <a:pt x="630" y="1860"/>
                  </a:cubicBezTo>
                  <a:cubicBezTo>
                    <a:pt x="949" y="2187"/>
                    <a:pt x="1350" y="2364"/>
                    <a:pt x="1702" y="2364"/>
                  </a:cubicBezTo>
                  <a:cubicBezTo>
                    <a:pt x="1925" y="2364"/>
                    <a:pt x="2129" y="2293"/>
                    <a:pt x="2281" y="2146"/>
                  </a:cubicBezTo>
                  <a:cubicBezTo>
                    <a:pt x="2658" y="1781"/>
                    <a:pt x="2542" y="1032"/>
                    <a:pt x="2029" y="507"/>
                  </a:cubicBezTo>
                  <a:cubicBezTo>
                    <a:pt x="1707" y="177"/>
                    <a:pt x="1302" y="0"/>
                    <a:pt x="948"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4" name="Google Shape;884;p21"/>
            <p:cNvSpPr/>
            <p:nvPr/>
          </p:nvSpPr>
          <p:spPr>
            <a:xfrm>
              <a:off x="4629358" y="4338030"/>
              <a:ext cx="229921" cy="157104"/>
            </a:xfrm>
            <a:custGeom>
              <a:rect b="b" l="l" r="r" t="t"/>
              <a:pathLst>
                <a:path extrusionOk="0" h="2356" w="3448">
                  <a:moveTo>
                    <a:pt x="2202" y="1"/>
                  </a:moveTo>
                  <a:cubicBezTo>
                    <a:pt x="1878" y="1"/>
                    <a:pt x="1518" y="95"/>
                    <a:pt x="1180" y="289"/>
                  </a:cubicBezTo>
                  <a:cubicBezTo>
                    <a:pt x="394" y="735"/>
                    <a:pt x="1" y="1522"/>
                    <a:pt x="303" y="2059"/>
                  </a:cubicBezTo>
                  <a:cubicBezTo>
                    <a:pt x="421" y="2269"/>
                    <a:pt x="590" y="2355"/>
                    <a:pt x="800" y="2355"/>
                  </a:cubicBezTo>
                  <a:cubicBezTo>
                    <a:pt x="1128" y="2355"/>
                    <a:pt x="1553" y="2146"/>
                    <a:pt x="2033" y="1874"/>
                  </a:cubicBezTo>
                  <a:cubicBezTo>
                    <a:pt x="2819" y="1443"/>
                    <a:pt x="3448" y="996"/>
                    <a:pt x="3146" y="459"/>
                  </a:cubicBezTo>
                  <a:cubicBezTo>
                    <a:pt x="2976" y="157"/>
                    <a:pt x="2619" y="1"/>
                    <a:pt x="2202"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1"/>
            <p:cNvSpPr/>
            <p:nvPr/>
          </p:nvSpPr>
          <p:spPr>
            <a:xfrm>
              <a:off x="4672969" y="4389576"/>
              <a:ext cx="159304" cy="89155"/>
            </a:xfrm>
            <a:custGeom>
              <a:rect b="b" l="l" r="r" t="t"/>
              <a:pathLst>
                <a:path extrusionOk="0" h="1337" w="2389">
                  <a:moveTo>
                    <a:pt x="2388" y="54"/>
                  </a:moveTo>
                  <a:cubicBezTo>
                    <a:pt x="2388" y="66"/>
                    <a:pt x="2322" y="66"/>
                    <a:pt x="2231" y="79"/>
                  </a:cubicBezTo>
                  <a:cubicBezTo>
                    <a:pt x="2124" y="107"/>
                    <a:pt x="2008" y="157"/>
                    <a:pt x="1863" y="223"/>
                  </a:cubicBezTo>
                  <a:cubicBezTo>
                    <a:pt x="1574" y="355"/>
                    <a:pt x="1234" y="550"/>
                    <a:pt x="985" y="723"/>
                  </a:cubicBezTo>
                  <a:cubicBezTo>
                    <a:pt x="473" y="1051"/>
                    <a:pt x="95" y="1337"/>
                    <a:pt x="29" y="1286"/>
                  </a:cubicBezTo>
                  <a:cubicBezTo>
                    <a:pt x="1" y="1258"/>
                    <a:pt x="80" y="1154"/>
                    <a:pt x="224" y="1010"/>
                  </a:cubicBezTo>
                  <a:cubicBezTo>
                    <a:pt x="369" y="865"/>
                    <a:pt x="580" y="683"/>
                    <a:pt x="853" y="513"/>
                  </a:cubicBezTo>
                  <a:cubicBezTo>
                    <a:pt x="1117" y="343"/>
                    <a:pt x="1482" y="173"/>
                    <a:pt x="1797" y="79"/>
                  </a:cubicBezTo>
                  <a:cubicBezTo>
                    <a:pt x="1954" y="28"/>
                    <a:pt x="2111" y="0"/>
                    <a:pt x="2218" y="0"/>
                  </a:cubicBezTo>
                  <a:cubicBezTo>
                    <a:pt x="2335" y="16"/>
                    <a:pt x="2388" y="41"/>
                    <a:pt x="2388"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9_1_1">
    <p:spTree>
      <p:nvGrpSpPr>
        <p:cNvPr id="886" name="Shape 886"/>
        <p:cNvGrpSpPr/>
        <p:nvPr/>
      </p:nvGrpSpPr>
      <p:grpSpPr>
        <a:xfrm>
          <a:off x="0" y="0"/>
          <a:ext cx="0" cy="0"/>
          <a:chOff x="0" y="0"/>
          <a:chExt cx="0" cy="0"/>
        </a:xfrm>
      </p:grpSpPr>
      <p:sp>
        <p:nvSpPr>
          <p:cNvPr id="887" name="Google Shape;887;p22"/>
          <p:cNvSpPr txBox="1"/>
          <p:nvPr>
            <p:ph type="title"/>
          </p:nvPr>
        </p:nvSpPr>
        <p:spPr>
          <a:xfrm>
            <a:off x="3832800" y="1396000"/>
            <a:ext cx="4591200" cy="6546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sz="4400"/>
            </a:lvl1pPr>
            <a:lvl2pPr lvl="1" rtl="0" algn="r">
              <a:spcBef>
                <a:spcPts val="0"/>
              </a:spcBef>
              <a:spcAft>
                <a:spcPts val="0"/>
              </a:spcAft>
              <a:buSzPts val="2800"/>
              <a:buNone/>
              <a:defRPr>
                <a:latin typeface="Roboto"/>
                <a:ea typeface="Roboto"/>
                <a:cs typeface="Roboto"/>
                <a:sym typeface="Roboto"/>
              </a:defRPr>
            </a:lvl2pPr>
            <a:lvl3pPr lvl="2" rtl="0" algn="r">
              <a:spcBef>
                <a:spcPts val="0"/>
              </a:spcBef>
              <a:spcAft>
                <a:spcPts val="0"/>
              </a:spcAft>
              <a:buSzPts val="2800"/>
              <a:buNone/>
              <a:defRPr>
                <a:latin typeface="Roboto"/>
                <a:ea typeface="Roboto"/>
                <a:cs typeface="Roboto"/>
                <a:sym typeface="Roboto"/>
              </a:defRPr>
            </a:lvl3pPr>
            <a:lvl4pPr lvl="3" rtl="0" algn="r">
              <a:spcBef>
                <a:spcPts val="0"/>
              </a:spcBef>
              <a:spcAft>
                <a:spcPts val="0"/>
              </a:spcAft>
              <a:buSzPts val="2800"/>
              <a:buNone/>
              <a:defRPr>
                <a:latin typeface="Roboto"/>
                <a:ea typeface="Roboto"/>
                <a:cs typeface="Roboto"/>
                <a:sym typeface="Roboto"/>
              </a:defRPr>
            </a:lvl4pPr>
            <a:lvl5pPr lvl="4" rtl="0" algn="r">
              <a:spcBef>
                <a:spcPts val="0"/>
              </a:spcBef>
              <a:spcAft>
                <a:spcPts val="0"/>
              </a:spcAft>
              <a:buSzPts val="2800"/>
              <a:buNone/>
              <a:defRPr>
                <a:latin typeface="Roboto"/>
                <a:ea typeface="Roboto"/>
                <a:cs typeface="Roboto"/>
                <a:sym typeface="Roboto"/>
              </a:defRPr>
            </a:lvl5pPr>
            <a:lvl6pPr lvl="5" rtl="0" algn="r">
              <a:spcBef>
                <a:spcPts val="0"/>
              </a:spcBef>
              <a:spcAft>
                <a:spcPts val="0"/>
              </a:spcAft>
              <a:buSzPts val="2800"/>
              <a:buNone/>
              <a:defRPr>
                <a:latin typeface="Roboto"/>
                <a:ea typeface="Roboto"/>
                <a:cs typeface="Roboto"/>
                <a:sym typeface="Roboto"/>
              </a:defRPr>
            </a:lvl6pPr>
            <a:lvl7pPr lvl="6" rtl="0" algn="r">
              <a:spcBef>
                <a:spcPts val="0"/>
              </a:spcBef>
              <a:spcAft>
                <a:spcPts val="0"/>
              </a:spcAft>
              <a:buSzPts val="2800"/>
              <a:buNone/>
              <a:defRPr>
                <a:latin typeface="Roboto"/>
                <a:ea typeface="Roboto"/>
                <a:cs typeface="Roboto"/>
                <a:sym typeface="Roboto"/>
              </a:defRPr>
            </a:lvl7pPr>
            <a:lvl8pPr lvl="7" rtl="0" algn="r">
              <a:spcBef>
                <a:spcPts val="0"/>
              </a:spcBef>
              <a:spcAft>
                <a:spcPts val="0"/>
              </a:spcAft>
              <a:buSzPts val="2800"/>
              <a:buNone/>
              <a:defRPr>
                <a:latin typeface="Roboto"/>
                <a:ea typeface="Roboto"/>
                <a:cs typeface="Roboto"/>
                <a:sym typeface="Roboto"/>
              </a:defRPr>
            </a:lvl8pPr>
            <a:lvl9pPr lvl="8" rtl="0" algn="r">
              <a:spcBef>
                <a:spcPts val="0"/>
              </a:spcBef>
              <a:spcAft>
                <a:spcPts val="0"/>
              </a:spcAft>
              <a:buSzPts val="2800"/>
              <a:buNone/>
              <a:defRPr>
                <a:latin typeface="Roboto"/>
                <a:ea typeface="Roboto"/>
                <a:cs typeface="Roboto"/>
                <a:sym typeface="Roboto"/>
              </a:defRPr>
            </a:lvl9pPr>
          </a:lstStyle>
          <a:p/>
        </p:txBody>
      </p:sp>
      <p:sp>
        <p:nvSpPr>
          <p:cNvPr id="888" name="Google Shape;888;p22"/>
          <p:cNvSpPr txBox="1"/>
          <p:nvPr>
            <p:ph idx="1" type="subTitle"/>
          </p:nvPr>
        </p:nvSpPr>
        <p:spPr>
          <a:xfrm>
            <a:off x="3832800" y="1941354"/>
            <a:ext cx="4591200" cy="17610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sz="1800"/>
            </a:lvl1pPr>
            <a:lvl2pPr lvl="1" rtl="0" algn="r">
              <a:lnSpc>
                <a:spcPct val="100000"/>
              </a:lnSpc>
              <a:spcBef>
                <a:spcPts val="0"/>
              </a:spcBef>
              <a:spcAft>
                <a:spcPts val="0"/>
              </a:spcAft>
              <a:buSzPts val="2100"/>
              <a:buNone/>
              <a:defRPr sz="2100"/>
            </a:lvl2pPr>
            <a:lvl3pPr lvl="2" rtl="0" algn="r">
              <a:lnSpc>
                <a:spcPct val="100000"/>
              </a:lnSpc>
              <a:spcBef>
                <a:spcPts val="0"/>
              </a:spcBef>
              <a:spcAft>
                <a:spcPts val="0"/>
              </a:spcAft>
              <a:buSzPts val="2100"/>
              <a:buNone/>
              <a:defRPr sz="2100"/>
            </a:lvl3pPr>
            <a:lvl4pPr lvl="3" rtl="0" algn="r">
              <a:lnSpc>
                <a:spcPct val="100000"/>
              </a:lnSpc>
              <a:spcBef>
                <a:spcPts val="0"/>
              </a:spcBef>
              <a:spcAft>
                <a:spcPts val="0"/>
              </a:spcAft>
              <a:buSzPts val="2100"/>
              <a:buNone/>
              <a:defRPr sz="2100"/>
            </a:lvl4pPr>
            <a:lvl5pPr lvl="4" rtl="0" algn="r">
              <a:lnSpc>
                <a:spcPct val="100000"/>
              </a:lnSpc>
              <a:spcBef>
                <a:spcPts val="0"/>
              </a:spcBef>
              <a:spcAft>
                <a:spcPts val="0"/>
              </a:spcAft>
              <a:buSzPts val="2100"/>
              <a:buNone/>
              <a:defRPr sz="2100"/>
            </a:lvl5pPr>
            <a:lvl6pPr lvl="5" rtl="0" algn="r">
              <a:lnSpc>
                <a:spcPct val="100000"/>
              </a:lnSpc>
              <a:spcBef>
                <a:spcPts val="0"/>
              </a:spcBef>
              <a:spcAft>
                <a:spcPts val="0"/>
              </a:spcAft>
              <a:buSzPts val="2100"/>
              <a:buNone/>
              <a:defRPr sz="2100"/>
            </a:lvl6pPr>
            <a:lvl7pPr lvl="6" rtl="0" algn="r">
              <a:lnSpc>
                <a:spcPct val="100000"/>
              </a:lnSpc>
              <a:spcBef>
                <a:spcPts val="0"/>
              </a:spcBef>
              <a:spcAft>
                <a:spcPts val="0"/>
              </a:spcAft>
              <a:buSzPts val="2100"/>
              <a:buNone/>
              <a:defRPr sz="2100"/>
            </a:lvl7pPr>
            <a:lvl8pPr lvl="7" rtl="0" algn="r">
              <a:lnSpc>
                <a:spcPct val="100000"/>
              </a:lnSpc>
              <a:spcBef>
                <a:spcPts val="0"/>
              </a:spcBef>
              <a:spcAft>
                <a:spcPts val="0"/>
              </a:spcAft>
              <a:buSzPts val="2100"/>
              <a:buNone/>
              <a:defRPr sz="2100"/>
            </a:lvl8pPr>
            <a:lvl9pPr lvl="8" rtl="0" algn="r">
              <a:lnSpc>
                <a:spcPct val="100000"/>
              </a:lnSpc>
              <a:spcBef>
                <a:spcPts val="0"/>
              </a:spcBef>
              <a:spcAft>
                <a:spcPts val="0"/>
              </a:spcAft>
              <a:buSzPts val="2100"/>
              <a:buNone/>
              <a:defRPr sz="2100"/>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9_1_1_1">
    <p:spTree>
      <p:nvGrpSpPr>
        <p:cNvPr id="889" name="Shape 889"/>
        <p:cNvGrpSpPr/>
        <p:nvPr/>
      </p:nvGrpSpPr>
      <p:grpSpPr>
        <a:xfrm>
          <a:off x="0" y="0"/>
          <a:ext cx="0" cy="0"/>
          <a:chOff x="0" y="0"/>
          <a:chExt cx="0" cy="0"/>
        </a:xfrm>
      </p:grpSpPr>
      <p:sp>
        <p:nvSpPr>
          <p:cNvPr id="890" name="Google Shape;890;p23"/>
          <p:cNvSpPr txBox="1"/>
          <p:nvPr>
            <p:ph type="title"/>
          </p:nvPr>
        </p:nvSpPr>
        <p:spPr>
          <a:xfrm>
            <a:off x="5171100" y="1658838"/>
            <a:ext cx="3252900" cy="555600"/>
          </a:xfrm>
          <a:prstGeom prst="rect">
            <a:avLst/>
          </a:prstGeom>
        </p:spPr>
        <p:txBody>
          <a:bodyPr anchorCtr="0" anchor="b" bIns="91425" lIns="91425" spcFirstLastPara="1" rIns="91425" wrap="square" tIns="91425">
            <a:noAutofit/>
          </a:bodyPr>
          <a:lstStyle>
            <a:lvl1pPr lvl="0" rtl="0" algn="l">
              <a:spcBef>
                <a:spcPts val="0"/>
              </a:spcBef>
              <a:spcAft>
                <a:spcPts val="0"/>
              </a:spcAft>
              <a:buSzPts val="3000"/>
              <a:buNone/>
              <a:defRPr/>
            </a:lvl1pPr>
            <a:lvl2pPr lvl="1" rtl="0" algn="r">
              <a:spcBef>
                <a:spcPts val="0"/>
              </a:spcBef>
              <a:spcAft>
                <a:spcPts val="0"/>
              </a:spcAft>
              <a:buSzPts val="2800"/>
              <a:buNone/>
              <a:defRPr>
                <a:latin typeface="Roboto"/>
                <a:ea typeface="Roboto"/>
                <a:cs typeface="Roboto"/>
                <a:sym typeface="Roboto"/>
              </a:defRPr>
            </a:lvl2pPr>
            <a:lvl3pPr lvl="2" rtl="0" algn="r">
              <a:spcBef>
                <a:spcPts val="0"/>
              </a:spcBef>
              <a:spcAft>
                <a:spcPts val="0"/>
              </a:spcAft>
              <a:buSzPts val="2800"/>
              <a:buNone/>
              <a:defRPr>
                <a:latin typeface="Roboto"/>
                <a:ea typeface="Roboto"/>
                <a:cs typeface="Roboto"/>
                <a:sym typeface="Roboto"/>
              </a:defRPr>
            </a:lvl3pPr>
            <a:lvl4pPr lvl="3" rtl="0" algn="r">
              <a:spcBef>
                <a:spcPts val="0"/>
              </a:spcBef>
              <a:spcAft>
                <a:spcPts val="0"/>
              </a:spcAft>
              <a:buSzPts val="2800"/>
              <a:buNone/>
              <a:defRPr>
                <a:latin typeface="Roboto"/>
                <a:ea typeface="Roboto"/>
                <a:cs typeface="Roboto"/>
                <a:sym typeface="Roboto"/>
              </a:defRPr>
            </a:lvl4pPr>
            <a:lvl5pPr lvl="4" rtl="0" algn="r">
              <a:spcBef>
                <a:spcPts val="0"/>
              </a:spcBef>
              <a:spcAft>
                <a:spcPts val="0"/>
              </a:spcAft>
              <a:buSzPts val="2800"/>
              <a:buNone/>
              <a:defRPr>
                <a:latin typeface="Roboto"/>
                <a:ea typeface="Roboto"/>
                <a:cs typeface="Roboto"/>
                <a:sym typeface="Roboto"/>
              </a:defRPr>
            </a:lvl5pPr>
            <a:lvl6pPr lvl="5" rtl="0" algn="r">
              <a:spcBef>
                <a:spcPts val="0"/>
              </a:spcBef>
              <a:spcAft>
                <a:spcPts val="0"/>
              </a:spcAft>
              <a:buSzPts val="2800"/>
              <a:buNone/>
              <a:defRPr>
                <a:latin typeface="Roboto"/>
                <a:ea typeface="Roboto"/>
                <a:cs typeface="Roboto"/>
                <a:sym typeface="Roboto"/>
              </a:defRPr>
            </a:lvl6pPr>
            <a:lvl7pPr lvl="6" rtl="0" algn="r">
              <a:spcBef>
                <a:spcPts val="0"/>
              </a:spcBef>
              <a:spcAft>
                <a:spcPts val="0"/>
              </a:spcAft>
              <a:buSzPts val="2800"/>
              <a:buNone/>
              <a:defRPr>
                <a:latin typeface="Roboto"/>
                <a:ea typeface="Roboto"/>
                <a:cs typeface="Roboto"/>
                <a:sym typeface="Roboto"/>
              </a:defRPr>
            </a:lvl7pPr>
            <a:lvl8pPr lvl="7" rtl="0" algn="r">
              <a:spcBef>
                <a:spcPts val="0"/>
              </a:spcBef>
              <a:spcAft>
                <a:spcPts val="0"/>
              </a:spcAft>
              <a:buSzPts val="2800"/>
              <a:buNone/>
              <a:defRPr>
                <a:latin typeface="Roboto"/>
                <a:ea typeface="Roboto"/>
                <a:cs typeface="Roboto"/>
                <a:sym typeface="Roboto"/>
              </a:defRPr>
            </a:lvl8pPr>
            <a:lvl9pPr lvl="8" rtl="0" algn="r">
              <a:spcBef>
                <a:spcPts val="0"/>
              </a:spcBef>
              <a:spcAft>
                <a:spcPts val="0"/>
              </a:spcAft>
              <a:buSzPts val="2800"/>
              <a:buNone/>
              <a:defRPr>
                <a:latin typeface="Roboto"/>
                <a:ea typeface="Roboto"/>
                <a:cs typeface="Roboto"/>
                <a:sym typeface="Roboto"/>
              </a:defRPr>
            </a:lvl9pPr>
          </a:lstStyle>
          <a:p/>
        </p:txBody>
      </p:sp>
      <p:sp>
        <p:nvSpPr>
          <p:cNvPr id="891" name="Google Shape;891;p23"/>
          <p:cNvSpPr txBox="1"/>
          <p:nvPr>
            <p:ph idx="1" type="subTitle"/>
          </p:nvPr>
        </p:nvSpPr>
        <p:spPr>
          <a:xfrm>
            <a:off x="5171100" y="2175980"/>
            <a:ext cx="3252900" cy="1334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r">
              <a:lnSpc>
                <a:spcPct val="100000"/>
              </a:lnSpc>
              <a:spcBef>
                <a:spcPts val="0"/>
              </a:spcBef>
              <a:spcAft>
                <a:spcPts val="0"/>
              </a:spcAft>
              <a:buSzPts val="2100"/>
              <a:buNone/>
              <a:defRPr sz="2100"/>
            </a:lvl2pPr>
            <a:lvl3pPr lvl="2" rtl="0" algn="r">
              <a:lnSpc>
                <a:spcPct val="100000"/>
              </a:lnSpc>
              <a:spcBef>
                <a:spcPts val="0"/>
              </a:spcBef>
              <a:spcAft>
                <a:spcPts val="0"/>
              </a:spcAft>
              <a:buSzPts val="2100"/>
              <a:buNone/>
              <a:defRPr sz="2100"/>
            </a:lvl3pPr>
            <a:lvl4pPr lvl="3" rtl="0" algn="r">
              <a:lnSpc>
                <a:spcPct val="100000"/>
              </a:lnSpc>
              <a:spcBef>
                <a:spcPts val="0"/>
              </a:spcBef>
              <a:spcAft>
                <a:spcPts val="0"/>
              </a:spcAft>
              <a:buSzPts val="2100"/>
              <a:buNone/>
              <a:defRPr sz="2100"/>
            </a:lvl4pPr>
            <a:lvl5pPr lvl="4" rtl="0" algn="r">
              <a:lnSpc>
                <a:spcPct val="100000"/>
              </a:lnSpc>
              <a:spcBef>
                <a:spcPts val="0"/>
              </a:spcBef>
              <a:spcAft>
                <a:spcPts val="0"/>
              </a:spcAft>
              <a:buSzPts val="2100"/>
              <a:buNone/>
              <a:defRPr sz="2100"/>
            </a:lvl5pPr>
            <a:lvl6pPr lvl="5" rtl="0" algn="r">
              <a:lnSpc>
                <a:spcPct val="100000"/>
              </a:lnSpc>
              <a:spcBef>
                <a:spcPts val="0"/>
              </a:spcBef>
              <a:spcAft>
                <a:spcPts val="0"/>
              </a:spcAft>
              <a:buSzPts val="2100"/>
              <a:buNone/>
              <a:defRPr sz="2100"/>
            </a:lvl6pPr>
            <a:lvl7pPr lvl="6" rtl="0" algn="r">
              <a:lnSpc>
                <a:spcPct val="100000"/>
              </a:lnSpc>
              <a:spcBef>
                <a:spcPts val="0"/>
              </a:spcBef>
              <a:spcAft>
                <a:spcPts val="0"/>
              </a:spcAft>
              <a:buSzPts val="2100"/>
              <a:buNone/>
              <a:defRPr sz="2100"/>
            </a:lvl7pPr>
            <a:lvl8pPr lvl="7" rtl="0" algn="r">
              <a:lnSpc>
                <a:spcPct val="100000"/>
              </a:lnSpc>
              <a:spcBef>
                <a:spcPts val="0"/>
              </a:spcBef>
              <a:spcAft>
                <a:spcPts val="0"/>
              </a:spcAft>
              <a:buSzPts val="2100"/>
              <a:buNone/>
              <a:defRPr sz="2100"/>
            </a:lvl8pPr>
            <a:lvl9pPr lvl="8" rtl="0" algn="r">
              <a:lnSpc>
                <a:spcPct val="100000"/>
              </a:lnSpc>
              <a:spcBef>
                <a:spcPts val="0"/>
              </a:spcBef>
              <a:spcAft>
                <a:spcPts val="0"/>
              </a:spcAft>
              <a:buSzPts val="2100"/>
              <a:buNone/>
              <a:defRPr sz="2100"/>
            </a:lvl9pPr>
          </a:lstStyle>
          <a:p/>
        </p:txBody>
      </p:sp>
      <p:grpSp>
        <p:nvGrpSpPr>
          <p:cNvPr id="892" name="Google Shape;892;p23"/>
          <p:cNvGrpSpPr/>
          <p:nvPr/>
        </p:nvGrpSpPr>
        <p:grpSpPr>
          <a:xfrm>
            <a:off x="7412601" y="3872434"/>
            <a:ext cx="2467840" cy="2158378"/>
            <a:chOff x="3070431" y="1341472"/>
            <a:chExt cx="1298521" cy="1135749"/>
          </a:xfrm>
        </p:grpSpPr>
        <p:grpSp>
          <p:nvGrpSpPr>
            <p:cNvPr id="893" name="Google Shape;893;p23"/>
            <p:cNvGrpSpPr/>
            <p:nvPr/>
          </p:nvGrpSpPr>
          <p:grpSpPr>
            <a:xfrm>
              <a:off x="3821087" y="2147276"/>
              <a:ext cx="547865" cy="329946"/>
              <a:chOff x="3821087" y="2147276"/>
              <a:chExt cx="547865" cy="329946"/>
            </a:xfrm>
          </p:grpSpPr>
          <p:sp>
            <p:nvSpPr>
              <p:cNvPr id="894" name="Google Shape;894;p23"/>
              <p:cNvSpPr/>
              <p:nvPr/>
            </p:nvSpPr>
            <p:spPr>
              <a:xfrm>
                <a:off x="3919845" y="2147276"/>
                <a:ext cx="449107" cy="327678"/>
              </a:xfrm>
              <a:custGeom>
                <a:rect b="b" l="l" r="r" t="t"/>
                <a:pathLst>
                  <a:path extrusionOk="0" h="4914" w="6735">
                    <a:moveTo>
                      <a:pt x="4611" y="957"/>
                    </a:moveTo>
                    <a:cubicBezTo>
                      <a:pt x="2922" y="1"/>
                      <a:pt x="261" y="315"/>
                      <a:pt x="13" y="353"/>
                    </a:cubicBezTo>
                    <a:lnTo>
                      <a:pt x="0" y="353"/>
                    </a:lnTo>
                    <a:cubicBezTo>
                      <a:pt x="0" y="353"/>
                      <a:pt x="1114" y="3001"/>
                      <a:pt x="2881" y="3998"/>
                    </a:cubicBezTo>
                    <a:cubicBezTo>
                      <a:pt x="4482" y="4913"/>
                      <a:pt x="6357" y="4155"/>
                      <a:pt x="6684" y="4011"/>
                    </a:cubicBezTo>
                    <a:cubicBezTo>
                      <a:pt x="6722" y="3998"/>
                      <a:pt x="6734" y="3982"/>
                      <a:pt x="6734" y="3982"/>
                    </a:cubicBezTo>
                    <a:cubicBezTo>
                      <a:pt x="6734" y="3982"/>
                      <a:pt x="6382" y="1966"/>
                      <a:pt x="4611" y="95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3"/>
              <p:cNvSpPr/>
              <p:nvPr/>
            </p:nvSpPr>
            <p:spPr>
              <a:xfrm>
                <a:off x="3821087" y="2199356"/>
                <a:ext cx="449307" cy="277866"/>
              </a:xfrm>
              <a:custGeom>
                <a:rect b="b" l="l" r="r" t="t"/>
                <a:pathLst>
                  <a:path extrusionOk="0" h="4167" w="6738">
                    <a:moveTo>
                      <a:pt x="1311" y="0"/>
                    </a:moveTo>
                    <a:cubicBezTo>
                      <a:pt x="626" y="0"/>
                      <a:pt x="115" y="60"/>
                      <a:pt x="13" y="72"/>
                    </a:cubicBezTo>
                    <a:lnTo>
                      <a:pt x="0" y="72"/>
                    </a:lnTo>
                    <a:cubicBezTo>
                      <a:pt x="0" y="72"/>
                      <a:pt x="1113" y="2717"/>
                      <a:pt x="2884" y="3727"/>
                    </a:cubicBezTo>
                    <a:cubicBezTo>
                      <a:pt x="3465" y="4056"/>
                      <a:pt x="4080" y="4167"/>
                      <a:pt x="4645" y="4167"/>
                    </a:cubicBezTo>
                    <a:cubicBezTo>
                      <a:pt x="5634" y="4167"/>
                      <a:pt x="6467" y="3827"/>
                      <a:pt x="6684" y="3727"/>
                    </a:cubicBezTo>
                    <a:cubicBezTo>
                      <a:pt x="6721" y="3714"/>
                      <a:pt x="6737" y="3702"/>
                      <a:pt x="6737" y="3702"/>
                    </a:cubicBezTo>
                    <a:cubicBezTo>
                      <a:pt x="6737" y="3702"/>
                      <a:pt x="6369" y="1682"/>
                      <a:pt x="4614" y="685"/>
                    </a:cubicBezTo>
                    <a:cubicBezTo>
                      <a:pt x="3619" y="123"/>
                      <a:pt x="2288" y="0"/>
                      <a:pt x="1311"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6" name="Google Shape;896;p23"/>
              <p:cNvSpPr/>
              <p:nvPr/>
            </p:nvSpPr>
            <p:spPr>
              <a:xfrm>
                <a:off x="3821887" y="2199356"/>
                <a:ext cx="448506" cy="248526"/>
              </a:xfrm>
              <a:custGeom>
                <a:rect b="b" l="l" r="r" t="t"/>
                <a:pathLst>
                  <a:path extrusionOk="0" h="3727" w="6726">
                    <a:moveTo>
                      <a:pt x="1299" y="0"/>
                    </a:moveTo>
                    <a:cubicBezTo>
                      <a:pt x="614" y="0"/>
                      <a:pt x="103" y="60"/>
                      <a:pt x="1" y="72"/>
                    </a:cubicBezTo>
                    <a:lnTo>
                      <a:pt x="6672" y="3727"/>
                    </a:lnTo>
                    <a:cubicBezTo>
                      <a:pt x="6709" y="3714"/>
                      <a:pt x="6725" y="3702"/>
                      <a:pt x="6725" y="3702"/>
                    </a:cubicBezTo>
                    <a:cubicBezTo>
                      <a:pt x="6725" y="3702"/>
                      <a:pt x="6357" y="1682"/>
                      <a:pt x="4602" y="685"/>
                    </a:cubicBezTo>
                    <a:cubicBezTo>
                      <a:pt x="3607" y="123"/>
                      <a:pt x="2276" y="0"/>
                      <a:pt x="1299"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7" name="Google Shape;897;p23"/>
            <p:cNvGrpSpPr/>
            <p:nvPr/>
          </p:nvGrpSpPr>
          <p:grpSpPr>
            <a:xfrm>
              <a:off x="3070431" y="1341472"/>
              <a:ext cx="1032118" cy="637025"/>
              <a:chOff x="3070431" y="1341472"/>
              <a:chExt cx="1032118" cy="637025"/>
            </a:xfrm>
          </p:grpSpPr>
          <p:sp>
            <p:nvSpPr>
              <p:cNvPr id="898" name="Google Shape;898;p23"/>
              <p:cNvSpPr/>
              <p:nvPr/>
            </p:nvSpPr>
            <p:spPr>
              <a:xfrm>
                <a:off x="3489870" y="1341472"/>
                <a:ext cx="612679" cy="611879"/>
              </a:xfrm>
              <a:custGeom>
                <a:rect b="b" l="l" r="r" t="t"/>
                <a:pathLst>
                  <a:path extrusionOk="0" h="9176" w="9188">
                    <a:moveTo>
                      <a:pt x="6920" y="9005"/>
                    </a:moveTo>
                    <a:cubicBezTo>
                      <a:pt x="7364" y="8848"/>
                      <a:pt x="7521" y="8219"/>
                      <a:pt x="7301" y="7615"/>
                    </a:cubicBezTo>
                    <a:cubicBezTo>
                      <a:pt x="7077" y="7052"/>
                      <a:pt x="6606" y="6709"/>
                      <a:pt x="6184" y="6788"/>
                    </a:cubicBezTo>
                    <a:cubicBezTo>
                      <a:pt x="6357" y="6568"/>
                      <a:pt x="6448" y="6200"/>
                      <a:pt x="6540" y="5766"/>
                    </a:cubicBezTo>
                    <a:cubicBezTo>
                      <a:pt x="6697" y="5008"/>
                      <a:pt x="6763" y="4351"/>
                      <a:pt x="6250" y="4234"/>
                    </a:cubicBezTo>
                    <a:cubicBezTo>
                      <a:pt x="6027" y="4193"/>
                      <a:pt x="5791" y="4259"/>
                      <a:pt x="5596" y="4417"/>
                    </a:cubicBezTo>
                    <a:cubicBezTo>
                      <a:pt x="5766" y="3973"/>
                      <a:pt x="5700" y="3526"/>
                      <a:pt x="5385" y="3316"/>
                    </a:cubicBezTo>
                    <a:cubicBezTo>
                      <a:pt x="5319" y="3265"/>
                      <a:pt x="5228" y="3237"/>
                      <a:pt x="5137" y="3225"/>
                    </a:cubicBezTo>
                    <a:cubicBezTo>
                      <a:pt x="5215" y="3108"/>
                      <a:pt x="5256" y="2976"/>
                      <a:pt x="5241" y="2831"/>
                    </a:cubicBezTo>
                    <a:cubicBezTo>
                      <a:pt x="5241" y="2753"/>
                      <a:pt x="5215" y="2687"/>
                      <a:pt x="5190" y="2621"/>
                    </a:cubicBezTo>
                    <a:cubicBezTo>
                      <a:pt x="5451" y="3080"/>
                      <a:pt x="5911" y="3328"/>
                      <a:pt x="6291" y="3199"/>
                    </a:cubicBezTo>
                    <a:cubicBezTo>
                      <a:pt x="6370" y="3159"/>
                      <a:pt x="6436" y="3121"/>
                      <a:pt x="6499" y="3055"/>
                    </a:cubicBezTo>
                    <a:cubicBezTo>
                      <a:pt x="6514" y="3080"/>
                      <a:pt x="6540" y="3092"/>
                      <a:pt x="6565" y="3121"/>
                    </a:cubicBezTo>
                    <a:cubicBezTo>
                      <a:pt x="6697" y="3212"/>
                      <a:pt x="6867" y="3265"/>
                      <a:pt x="7037" y="3265"/>
                    </a:cubicBezTo>
                    <a:cubicBezTo>
                      <a:pt x="7049" y="3382"/>
                      <a:pt x="7090" y="3514"/>
                      <a:pt x="7128" y="3643"/>
                    </a:cubicBezTo>
                    <a:cubicBezTo>
                      <a:pt x="7260" y="3986"/>
                      <a:pt x="7483" y="4234"/>
                      <a:pt x="7732" y="4379"/>
                    </a:cubicBezTo>
                    <a:cubicBezTo>
                      <a:pt x="7339" y="4351"/>
                      <a:pt x="6986" y="4508"/>
                      <a:pt x="6854" y="4810"/>
                    </a:cubicBezTo>
                    <a:cubicBezTo>
                      <a:pt x="6672" y="5244"/>
                      <a:pt x="7011" y="5794"/>
                      <a:pt x="7600" y="6043"/>
                    </a:cubicBezTo>
                    <a:cubicBezTo>
                      <a:pt x="8203" y="6291"/>
                      <a:pt x="8833" y="6146"/>
                      <a:pt x="9015" y="5728"/>
                    </a:cubicBezTo>
                    <a:cubicBezTo>
                      <a:pt x="9188" y="5294"/>
                      <a:pt x="8858" y="4744"/>
                      <a:pt x="8257" y="4495"/>
                    </a:cubicBezTo>
                    <a:cubicBezTo>
                      <a:pt x="8244" y="4483"/>
                      <a:pt x="8216" y="4483"/>
                      <a:pt x="8191" y="4470"/>
                    </a:cubicBezTo>
                    <a:cubicBezTo>
                      <a:pt x="8244" y="4470"/>
                      <a:pt x="8295" y="4457"/>
                      <a:pt x="8336" y="4429"/>
                    </a:cubicBezTo>
                    <a:cubicBezTo>
                      <a:pt x="8766" y="4272"/>
                      <a:pt x="8936" y="3643"/>
                      <a:pt x="8700" y="3042"/>
                    </a:cubicBezTo>
                    <a:cubicBezTo>
                      <a:pt x="8609" y="2794"/>
                      <a:pt x="8465" y="2583"/>
                      <a:pt x="8282" y="2438"/>
                    </a:cubicBezTo>
                    <a:cubicBezTo>
                      <a:pt x="8663" y="1850"/>
                      <a:pt x="8675" y="1180"/>
                      <a:pt x="8282" y="878"/>
                    </a:cubicBezTo>
                    <a:cubicBezTo>
                      <a:pt x="7864" y="551"/>
                      <a:pt x="7442" y="998"/>
                      <a:pt x="6971" y="1614"/>
                    </a:cubicBezTo>
                    <a:cubicBezTo>
                      <a:pt x="6879" y="1731"/>
                      <a:pt x="6788" y="1850"/>
                      <a:pt x="6709" y="1966"/>
                    </a:cubicBezTo>
                    <a:cubicBezTo>
                      <a:pt x="6697" y="1900"/>
                      <a:pt x="6684" y="1850"/>
                      <a:pt x="6656" y="1797"/>
                    </a:cubicBezTo>
                    <a:cubicBezTo>
                      <a:pt x="6436" y="1193"/>
                      <a:pt x="5898" y="840"/>
                      <a:pt x="5464" y="1010"/>
                    </a:cubicBezTo>
                    <a:cubicBezTo>
                      <a:pt x="5020" y="1168"/>
                      <a:pt x="4863" y="1797"/>
                      <a:pt x="5083" y="2401"/>
                    </a:cubicBezTo>
                    <a:cubicBezTo>
                      <a:pt x="5112" y="2451"/>
                      <a:pt x="5124" y="2492"/>
                      <a:pt x="5149" y="2542"/>
                    </a:cubicBezTo>
                    <a:cubicBezTo>
                      <a:pt x="4967" y="2228"/>
                      <a:pt x="4533" y="2033"/>
                      <a:pt x="4036" y="2058"/>
                    </a:cubicBezTo>
                    <a:cubicBezTo>
                      <a:pt x="3800" y="2070"/>
                      <a:pt x="3577" y="2136"/>
                      <a:pt x="3394" y="2228"/>
                    </a:cubicBezTo>
                    <a:cubicBezTo>
                      <a:pt x="3394" y="2086"/>
                      <a:pt x="3369" y="1941"/>
                      <a:pt x="3316" y="1809"/>
                    </a:cubicBezTo>
                    <a:cubicBezTo>
                      <a:pt x="3709" y="1677"/>
                      <a:pt x="3970" y="1391"/>
                      <a:pt x="3998" y="1048"/>
                    </a:cubicBezTo>
                    <a:cubicBezTo>
                      <a:pt x="4023" y="539"/>
                      <a:pt x="3486" y="79"/>
                      <a:pt x="2791" y="42"/>
                    </a:cubicBezTo>
                    <a:cubicBezTo>
                      <a:pt x="2095" y="1"/>
                      <a:pt x="1507" y="394"/>
                      <a:pt x="1482" y="907"/>
                    </a:cubicBezTo>
                    <a:cubicBezTo>
                      <a:pt x="1466" y="1180"/>
                      <a:pt x="1611" y="1429"/>
                      <a:pt x="1860" y="1614"/>
                    </a:cubicBezTo>
                    <a:cubicBezTo>
                      <a:pt x="1768" y="1822"/>
                      <a:pt x="1718" y="2058"/>
                      <a:pt x="1718" y="2322"/>
                    </a:cubicBezTo>
                    <a:cubicBezTo>
                      <a:pt x="1731" y="2401"/>
                      <a:pt x="1731" y="2479"/>
                      <a:pt x="1743" y="2558"/>
                    </a:cubicBezTo>
                    <a:cubicBezTo>
                      <a:pt x="1690" y="2372"/>
                      <a:pt x="1586" y="2256"/>
                      <a:pt x="1375" y="2202"/>
                    </a:cubicBezTo>
                    <a:cubicBezTo>
                      <a:pt x="866" y="2099"/>
                      <a:pt x="315" y="2636"/>
                      <a:pt x="158" y="3394"/>
                    </a:cubicBezTo>
                    <a:cubicBezTo>
                      <a:pt x="1" y="4156"/>
                      <a:pt x="287" y="4863"/>
                      <a:pt x="800" y="4967"/>
                    </a:cubicBezTo>
                    <a:cubicBezTo>
                      <a:pt x="903" y="4995"/>
                      <a:pt x="982" y="4980"/>
                      <a:pt x="1061" y="4967"/>
                    </a:cubicBezTo>
                    <a:cubicBezTo>
                      <a:pt x="1010" y="5203"/>
                      <a:pt x="1035" y="5492"/>
                      <a:pt x="1139" y="5766"/>
                    </a:cubicBezTo>
                    <a:cubicBezTo>
                      <a:pt x="1363" y="6370"/>
                      <a:pt x="1900" y="6725"/>
                      <a:pt x="2331" y="6568"/>
                    </a:cubicBezTo>
                    <a:cubicBezTo>
                      <a:pt x="2529" y="6489"/>
                      <a:pt x="2662" y="6332"/>
                      <a:pt x="2740" y="6121"/>
                    </a:cubicBezTo>
                    <a:cubicBezTo>
                      <a:pt x="3001" y="6659"/>
                      <a:pt x="3511" y="6974"/>
                      <a:pt x="3957" y="6816"/>
                    </a:cubicBezTo>
                    <a:cubicBezTo>
                      <a:pt x="4429" y="6647"/>
                      <a:pt x="4640" y="6002"/>
                      <a:pt x="4429" y="5360"/>
                    </a:cubicBezTo>
                    <a:cubicBezTo>
                      <a:pt x="4653" y="5360"/>
                      <a:pt x="4901" y="5269"/>
                      <a:pt x="5124" y="5087"/>
                    </a:cubicBezTo>
                    <a:cubicBezTo>
                      <a:pt x="5083" y="5190"/>
                      <a:pt x="5046" y="5310"/>
                      <a:pt x="5020" y="5426"/>
                    </a:cubicBezTo>
                    <a:cubicBezTo>
                      <a:pt x="4863" y="6187"/>
                      <a:pt x="5149" y="6895"/>
                      <a:pt x="5675" y="6999"/>
                    </a:cubicBezTo>
                    <a:cubicBezTo>
                      <a:pt x="5728" y="7011"/>
                      <a:pt x="5778" y="7011"/>
                      <a:pt x="5832" y="7011"/>
                    </a:cubicBezTo>
                    <a:cubicBezTo>
                      <a:pt x="5609" y="7288"/>
                      <a:pt x="5555" y="7760"/>
                      <a:pt x="5728" y="8219"/>
                    </a:cubicBezTo>
                    <a:cubicBezTo>
                      <a:pt x="5948" y="8820"/>
                      <a:pt x="6486" y="9175"/>
                      <a:pt x="6920" y="9005"/>
                    </a:cubicBezTo>
                    <a:close/>
                    <a:moveTo>
                      <a:pt x="2633" y="4995"/>
                    </a:moveTo>
                    <a:cubicBezTo>
                      <a:pt x="2372" y="4495"/>
                      <a:pt x="1900" y="4234"/>
                      <a:pt x="1507" y="4379"/>
                    </a:cubicBezTo>
                    <a:cubicBezTo>
                      <a:pt x="1573" y="4193"/>
                      <a:pt x="1624" y="3973"/>
                      <a:pt x="1677" y="3737"/>
                    </a:cubicBezTo>
                    <a:cubicBezTo>
                      <a:pt x="1756" y="3328"/>
                      <a:pt x="1822" y="2951"/>
                      <a:pt x="1768" y="2674"/>
                    </a:cubicBezTo>
                    <a:cubicBezTo>
                      <a:pt x="1900" y="3133"/>
                      <a:pt x="2228" y="3473"/>
                      <a:pt x="2608" y="3460"/>
                    </a:cubicBezTo>
                    <a:cubicBezTo>
                      <a:pt x="2753" y="3448"/>
                      <a:pt x="2897" y="3394"/>
                      <a:pt x="3014" y="3291"/>
                    </a:cubicBezTo>
                    <a:cubicBezTo>
                      <a:pt x="3212" y="3564"/>
                      <a:pt x="3618" y="3750"/>
                      <a:pt x="4090" y="3737"/>
                    </a:cubicBezTo>
                    <a:cubicBezTo>
                      <a:pt x="4077" y="3762"/>
                      <a:pt x="4049" y="3788"/>
                      <a:pt x="4036" y="3800"/>
                    </a:cubicBezTo>
                    <a:cubicBezTo>
                      <a:pt x="3879" y="4036"/>
                      <a:pt x="3800" y="4288"/>
                      <a:pt x="3775" y="4508"/>
                    </a:cubicBezTo>
                    <a:cubicBezTo>
                      <a:pt x="3564" y="4391"/>
                      <a:pt x="3341" y="4366"/>
                      <a:pt x="3118" y="4429"/>
                    </a:cubicBezTo>
                    <a:cubicBezTo>
                      <a:pt x="2882" y="4524"/>
                      <a:pt x="2712" y="4731"/>
                      <a:pt x="2633" y="499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9" name="Google Shape;899;p23"/>
              <p:cNvSpPr/>
              <p:nvPr/>
            </p:nvSpPr>
            <p:spPr>
              <a:xfrm>
                <a:off x="3120004" y="1394137"/>
                <a:ext cx="138300" cy="165906"/>
              </a:xfrm>
              <a:custGeom>
                <a:rect b="b" l="l" r="r" t="t"/>
                <a:pathLst>
                  <a:path extrusionOk="0" h="2488" w="2074">
                    <a:moveTo>
                      <a:pt x="1680" y="2252"/>
                    </a:moveTo>
                    <a:cubicBezTo>
                      <a:pt x="2058" y="2016"/>
                      <a:pt x="2073" y="1362"/>
                      <a:pt x="1718" y="811"/>
                    </a:cubicBezTo>
                    <a:cubicBezTo>
                      <a:pt x="1366" y="248"/>
                      <a:pt x="774" y="0"/>
                      <a:pt x="394" y="236"/>
                    </a:cubicBezTo>
                    <a:cubicBezTo>
                      <a:pt x="29" y="472"/>
                      <a:pt x="1" y="1113"/>
                      <a:pt x="356" y="1676"/>
                    </a:cubicBezTo>
                    <a:cubicBezTo>
                      <a:pt x="708" y="2227"/>
                      <a:pt x="1300" y="2488"/>
                      <a:pt x="1680" y="2252"/>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0" name="Google Shape;900;p23"/>
              <p:cNvSpPr/>
              <p:nvPr/>
            </p:nvSpPr>
            <p:spPr>
              <a:xfrm>
                <a:off x="3912802" y="1778567"/>
                <a:ext cx="133632" cy="174775"/>
              </a:xfrm>
              <a:custGeom>
                <a:rect b="b" l="l" r="r" t="t"/>
                <a:pathLst>
                  <a:path extrusionOk="0" h="2621" w="2004">
                    <a:moveTo>
                      <a:pt x="79" y="1205"/>
                    </a:moveTo>
                    <a:cubicBezTo>
                      <a:pt x="0" y="1900"/>
                      <a:pt x="353" y="2504"/>
                      <a:pt x="853" y="2570"/>
                    </a:cubicBezTo>
                    <a:cubicBezTo>
                      <a:pt x="1362" y="2620"/>
                      <a:pt x="1847" y="2111"/>
                      <a:pt x="1925" y="1428"/>
                    </a:cubicBezTo>
                    <a:cubicBezTo>
                      <a:pt x="2004" y="733"/>
                      <a:pt x="1664" y="117"/>
                      <a:pt x="1151" y="66"/>
                    </a:cubicBezTo>
                    <a:cubicBezTo>
                      <a:pt x="642" y="0"/>
                      <a:pt x="170" y="510"/>
                      <a:pt x="79" y="120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1" name="Google Shape;901;p23"/>
              <p:cNvSpPr/>
              <p:nvPr/>
            </p:nvSpPr>
            <p:spPr>
              <a:xfrm>
                <a:off x="3288646" y="1628996"/>
                <a:ext cx="139100" cy="176642"/>
              </a:xfrm>
              <a:custGeom>
                <a:rect b="b" l="l" r="r" t="t"/>
                <a:pathLst>
                  <a:path extrusionOk="0" h="2649" w="2086">
                    <a:moveTo>
                      <a:pt x="1626" y="2438"/>
                    </a:moveTo>
                    <a:cubicBezTo>
                      <a:pt x="2020" y="2231"/>
                      <a:pt x="2086" y="1561"/>
                      <a:pt x="1759" y="944"/>
                    </a:cubicBezTo>
                    <a:cubicBezTo>
                      <a:pt x="1431" y="331"/>
                      <a:pt x="840" y="1"/>
                      <a:pt x="447" y="211"/>
                    </a:cubicBezTo>
                    <a:cubicBezTo>
                      <a:pt x="54" y="422"/>
                      <a:pt x="0" y="1089"/>
                      <a:pt x="331" y="1705"/>
                    </a:cubicBezTo>
                    <a:cubicBezTo>
                      <a:pt x="658" y="2322"/>
                      <a:pt x="1233" y="2649"/>
                      <a:pt x="1626" y="243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3"/>
              <p:cNvSpPr/>
              <p:nvPr/>
            </p:nvSpPr>
            <p:spPr>
              <a:xfrm>
                <a:off x="3111402" y="1595854"/>
                <a:ext cx="141634" cy="107692"/>
              </a:xfrm>
              <a:custGeom>
                <a:rect b="b" l="l" r="r" t="t"/>
                <a:pathLst>
                  <a:path extrusionOk="0" h="1615" w="2124">
                    <a:moveTo>
                      <a:pt x="969" y="1561"/>
                    </a:moveTo>
                    <a:cubicBezTo>
                      <a:pt x="1532" y="1614"/>
                      <a:pt x="2029" y="1337"/>
                      <a:pt x="2070" y="919"/>
                    </a:cubicBezTo>
                    <a:cubicBezTo>
                      <a:pt x="2124" y="513"/>
                      <a:pt x="1702" y="133"/>
                      <a:pt x="1139" y="67"/>
                    </a:cubicBezTo>
                    <a:cubicBezTo>
                      <a:pt x="576" y="1"/>
                      <a:pt x="92" y="290"/>
                      <a:pt x="38" y="696"/>
                    </a:cubicBezTo>
                    <a:cubicBezTo>
                      <a:pt x="1" y="1114"/>
                      <a:pt x="419" y="1495"/>
                      <a:pt x="969" y="15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3"/>
              <p:cNvSpPr/>
              <p:nvPr/>
            </p:nvSpPr>
            <p:spPr>
              <a:xfrm>
                <a:off x="3256372" y="1413208"/>
                <a:ext cx="170574" cy="192379"/>
              </a:xfrm>
              <a:custGeom>
                <a:rect b="b" l="l" r="r" t="t"/>
                <a:pathLst>
                  <a:path extrusionOk="0" h="2885" w="2558">
                    <a:moveTo>
                      <a:pt x="2136" y="327"/>
                    </a:moveTo>
                    <a:cubicBezTo>
                      <a:pt x="1717" y="0"/>
                      <a:pt x="1299" y="434"/>
                      <a:pt x="827" y="1051"/>
                    </a:cubicBezTo>
                    <a:cubicBezTo>
                      <a:pt x="343" y="1664"/>
                      <a:pt x="0" y="2230"/>
                      <a:pt x="421" y="2557"/>
                    </a:cubicBezTo>
                    <a:cubicBezTo>
                      <a:pt x="840" y="2884"/>
                      <a:pt x="1560" y="2648"/>
                      <a:pt x="2032" y="2032"/>
                    </a:cubicBezTo>
                    <a:cubicBezTo>
                      <a:pt x="2516" y="1416"/>
                      <a:pt x="2557" y="642"/>
                      <a:pt x="2136" y="32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3"/>
              <p:cNvSpPr/>
              <p:nvPr/>
            </p:nvSpPr>
            <p:spPr>
              <a:xfrm>
                <a:off x="3635840" y="1588802"/>
                <a:ext cx="140633" cy="143767"/>
              </a:xfrm>
              <a:custGeom>
                <a:rect b="b" l="l" r="r" t="t"/>
                <a:pathLst>
                  <a:path extrusionOk="0" h="2156" w="2109">
                    <a:moveTo>
                      <a:pt x="1337" y="0"/>
                    </a:moveTo>
                    <a:cubicBezTo>
                      <a:pt x="1004" y="0"/>
                      <a:pt x="626" y="223"/>
                      <a:pt x="366" y="604"/>
                    </a:cubicBezTo>
                    <a:cubicBezTo>
                      <a:pt x="1" y="1129"/>
                      <a:pt x="13" y="1783"/>
                      <a:pt x="394" y="2044"/>
                    </a:cubicBezTo>
                    <a:cubicBezTo>
                      <a:pt x="502" y="2120"/>
                      <a:pt x="629" y="2155"/>
                      <a:pt x="764" y="2155"/>
                    </a:cubicBezTo>
                    <a:cubicBezTo>
                      <a:pt x="1102" y="2155"/>
                      <a:pt x="1489" y="1932"/>
                      <a:pt x="1743" y="1547"/>
                    </a:cubicBezTo>
                    <a:cubicBezTo>
                      <a:pt x="2108" y="1022"/>
                      <a:pt x="2096" y="380"/>
                      <a:pt x="1715" y="119"/>
                    </a:cubicBezTo>
                    <a:cubicBezTo>
                      <a:pt x="1604" y="38"/>
                      <a:pt x="1475" y="0"/>
                      <a:pt x="133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3"/>
              <p:cNvSpPr/>
              <p:nvPr/>
            </p:nvSpPr>
            <p:spPr>
              <a:xfrm>
                <a:off x="3503740" y="1449900"/>
                <a:ext cx="115427" cy="155570"/>
              </a:xfrm>
              <a:custGeom>
                <a:rect b="b" l="l" r="r" t="t"/>
                <a:pathLst>
                  <a:path extrusionOk="0" h="2333" w="1731">
                    <a:moveTo>
                      <a:pt x="845" y="1"/>
                    </a:moveTo>
                    <a:cubicBezTo>
                      <a:pt x="839" y="1"/>
                      <a:pt x="833" y="1"/>
                      <a:pt x="827" y="1"/>
                    </a:cubicBezTo>
                    <a:cubicBezTo>
                      <a:pt x="368" y="13"/>
                      <a:pt x="0" y="551"/>
                      <a:pt x="29" y="1193"/>
                    </a:cubicBezTo>
                    <a:cubicBezTo>
                      <a:pt x="53" y="1830"/>
                      <a:pt x="426" y="2333"/>
                      <a:pt x="870" y="2333"/>
                    </a:cubicBezTo>
                    <a:cubicBezTo>
                      <a:pt x="882" y="2333"/>
                      <a:pt x="894" y="2332"/>
                      <a:pt x="906" y="2331"/>
                    </a:cubicBezTo>
                    <a:cubicBezTo>
                      <a:pt x="1378" y="2319"/>
                      <a:pt x="1730" y="1781"/>
                      <a:pt x="1705" y="1139"/>
                    </a:cubicBezTo>
                    <a:cubicBezTo>
                      <a:pt x="1680" y="493"/>
                      <a:pt x="1296" y="1"/>
                      <a:pt x="845"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6" name="Google Shape;906;p23"/>
              <p:cNvSpPr/>
              <p:nvPr/>
            </p:nvSpPr>
            <p:spPr>
              <a:xfrm>
                <a:off x="3451260" y="1664087"/>
                <a:ext cx="135566" cy="151303"/>
              </a:xfrm>
              <a:custGeom>
                <a:rect b="b" l="l" r="r" t="t"/>
                <a:pathLst>
                  <a:path extrusionOk="0" h="2269" w="2033">
                    <a:moveTo>
                      <a:pt x="819" y="1"/>
                    </a:moveTo>
                    <a:cubicBezTo>
                      <a:pt x="746" y="1"/>
                      <a:pt x="674" y="13"/>
                      <a:pt x="605" y="38"/>
                    </a:cubicBezTo>
                    <a:cubicBezTo>
                      <a:pt x="174" y="208"/>
                      <a:pt x="1" y="824"/>
                      <a:pt x="237" y="1428"/>
                    </a:cubicBezTo>
                    <a:cubicBezTo>
                      <a:pt x="423" y="1929"/>
                      <a:pt x="828" y="2268"/>
                      <a:pt x="1210" y="2268"/>
                    </a:cubicBezTo>
                    <a:cubicBezTo>
                      <a:pt x="1285" y="2268"/>
                      <a:pt x="1360" y="2255"/>
                      <a:pt x="1432" y="2227"/>
                    </a:cubicBezTo>
                    <a:cubicBezTo>
                      <a:pt x="1863" y="2057"/>
                      <a:pt x="2033" y="1441"/>
                      <a:pt x="1797" y="837"/>
                    </a:cubicBezTo>
                    <a:cubicBezTo>
                      <a:pt x="1609" y="332"/>
                      <a:pt x="1202" y="1"/>
                      <a:pt x="819"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7" name="Google Shape;907;p23"/>
              <p:cNvSpPr/>
              <p:nvPr/>
            </p:nvSpPr>
            <p:spPr>
              <a:xfrm>
                <a:off x="3851695" y="1522251"/>
                <a:ext cx="135566" cy="151303"/>
              </a:xfrm>
              <a:custGeom>
                <a:rect b="b" l="l" r="r" t="t"/>
                <a:pathLst>
                  <a:path extrusionOk="0" h="2269" w="2033">
                    <a:moveTo>
                      <a:pt x="823" y="0"/>
                    </a:moveTo>
                    <a:cubicBezTo>
                      <a:pt x="748" y="0"/>
                      <a:pt x="673" y="14"/>
                      <a:pt x="601" y="42"/>
                    </a:cubicBezTo>
                    <a:cubicBezTo>
                      <a:pt x="157" y="199"/>
                      <a:pt x="0" y="828"/>
                      <a:pt x="224" y="1432"/>
                    </a:cubicBezTo>
                    <a:cubicBezTo>
                      <a:pt x="422" y="1937"/>
                      <a:pt x="831" y="2268"/>
                      <a:pt x="1214" y="2268"/>
                    </a:cubicBezTo>
                    <a:cubicBezTo>
                      <a:pt x="1287" y="2268"/>
                      <a:pt x="1359" y="2256"/>
                      <a:pt x="1428" y="2231"/>
                    </a:cubicBezTo>
                    <a:cubicBezTo>
                      <a:pt x="1859" y="2061"/>
                      <a:pt x="2032" y="1445"/>
                      <a:pt x="1796" y="841"/>
                    </a:cubicBezTo>
                    <a:cubicBezTo>
                      <a:pt x="1610" y="339"/>
                      <a:pt x="1205" y="0"/>
                      <a:pt x="82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8" name="Google Shape;908;p23"/>
              <p:cNvSpPr/>
              <p:nvPr/>
            </p:nvSpPr>
            <p:spPr>
              <a:xfrm>
                <a:off x="3715327" y="1439164"/>
                <a:ext cx="134499" cy="151303"/>
              </a:xfrm>
              <a:custGeom>
                <a:rect b="b" l="l" r="r" t="t"/>
                <a:pathLst>
                  <a:path extrusionOk="0" h="2269" w="2017">
                    <a:moveTo>
                      <a:pt x="811" y="1"/>
                    </a:moveTo>
                    <a:cubicBezTo>
                      <a:pt x="736" y="1"/>
                      <a:pt x="661" y="14"/>
                      <a:pt x="589" y="42"/>
                    </a:cubicBezTo>
                    <a:cubicBezTo>
                      <a:pt x="158" y="212"/>
                      <a:pt x="1" y="829"/>
                      <a:pt x="224" y="1432"/>
                    </a:cubicBezTo>
                    <a:cubicBezTo>
                      <a:pt x="422" y="1939"/>
                      <a:pt x="830" y="2269"/>
                      <a:pt x="1213" y="2269"/>
                    </a:cubicBezTo>
                    <a:cubicBezTo>
                      <a:pt x="1287" y="2269"/>
                      <a:pt x="1359" y="2257"/>
                      <a:pt x="1429" y="2231"/>
                    </a:cubicBezTo>
                    <a:cubicBezTo>
                      <a:pt x="1860" y="2061"/>
                      <a:pt x="2017" y="1445"/>
                      <a:pt x="1797" y="841"/>
                    </a:cubicBezTo>
                    <a:cubicBezTo>
                      <a:pt x="1600" y="340"/>
                      <a:pt x="1193" y="1"/>
                      <a:pt x="81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9" name="Google Shape;909;p23"/>
              <p:cNvSpPr/>
              <p:nvPr/>
            </p:nvSpPr>
            <p:spPr>
              <a:xfrm>
                <a:off x="3757271" y="1827128"/>
                <a:ext cx="135566" cy="151369"/>
              </a:xfrm>
              <a:custGeom>
                <a:rect b="b" l="l" r="r" t="t"/>
                <a:pathLst>
                  <a:path extrusionOk="0" h="2270" w="2033">
                    <a:moveTo>
                      <a:pt x="828" y="1"/>
                    </a:moveTo>
                    <a:cubicBezTo>
                      <a:pt x="751" y="1"/>
                      <a:pt x="675" y="14"/>
                      <a:pt x="602" y="43"/>
                    </a:cubicBezTo>
                    <a:cubicBezTo>
                      <a:pt x="171" y="200"/>
                      <a:pt x="1" y="829"/>
                      <a:pt x="237" y="1433"/>
                    </a:cubicBezTo>
                    <a:cubicBezTo>
                      <a:pt x="424" y="1940"/>
                      <a:pt x="831" y="2269"/>
                      <a:pt x="1213" y="2269"/>
                    </a:cubicBezTo>
                    <a:cubicBezTo>
                      <a:pt x="1287" y="2269"/>
                      <a:pt x="1359" y="2257"/>
                      <a:pt x="1429" y="2232"/>
                    </a:cubicBezTo>
                    <a:cubicBezTo>
                      <a:pt x="1860" y="2062"/>
                      <a:pt x="2033" y="1446"/>
                      <a:pt x="1797" y="842"/>
                    </a:cubicBezTo>
                    <a:cubicBezTo>
                      <a:pt x="1611" y="332"/>
                      <a:pt x="1208" y="1"/>
                      <a:pt x="82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0" name="Google Shape;910;p23"/>
              <p:cNvSpPr/>
              <p:nvPr/>
            </p:nvSpPr>
            <p:spPr>
              <a:xfrm>
                <a:off x="3079033" y="1423960"/>
                <a:ext cx="138233" cy="146435"/>
              </a:xfrm>
              <a:custGeom>
                <a:rect b="b" l="l" r="r" t="t"/>
                <a:pathLst>
                  <a:path extrusionOk="0" h="2196" w="2073">
                    <a:moveTo>
                      <a:pt x="712" y="1"/>
                    </a:moveTo>
                    <a:cubicBezTo>
                      <a:pt x="597" y="1"/>
                      <a:pt x="489" y="29"/>
                      <a:pt x="393" y="88"/>
                    </a:cubicBezTo>
                    <a:cubicBezTo>
                      <a:pt x="16" y="336"/>
                      <a:pt x="0" y="978"/>
                      <a:pt x="356" y="1528"/>
                    </a:cubicBezTo>
                    <a:cubicBezTo>
                      <a:pt x="619" y="1949"/>
                      <a:pt x="1015" y="2195"/>
                      <a:pt x="1357" y="2195"/>
                    </a:cubicBezTo>
                    <a:cubicBezTo>
                      <a:pt x="1473" y="2195"/>
                      <a:pt x="1583" y="2167"/>
                      <a:pt x="1680" y="2107"/>
                    </a:cubicBezTo>
                    <a:cubicBezTo>
                      <a:pt x="2045" y="1871"/>
                      <a:pt x="2073" y="1226"/>
                      <a:pt x="1718" y="663"/>
                    </a:cubicBezTo>
                    <a:cubicBezTo>
                      <a:pt x="1453" y="251"/>
                      <a:pt x="1055" y="1"/>
                      <a:pt x="71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1" name="Google Shape;911;p23"/>
              <p:cNvSpPr/>
              <p:nvPr/>
            </p:nvSpPr>
            <p:spPr>
              <a:xfrm>
                <a:off x="3109641" y="1441098"/>
                <a:ext cx="73484" cy="108492"/>
              </a:xfrm>
              <a:custGeom>
                <a:rect b="b" l="l" r="r" t="t"/>
                <a:pathLst>
                  <a:path extrusionOk="0" h="1627" w="1102">
                    <a:moveTo>
                      <a:pt x="41" y="1"/>
                    </a:moveTo>
                    <a:cubicBezTo>
                      <a:pt x="54" y="1"/>
                      <a:pt x="54" y="54"/>
                      <a:pt x="66" y="120"/>
                    </a:cubicBezTo>
                    <a:cubicBezTo>
                      <a:pt x="79" y="199"/>
                      <a:pt x="107" y="303"/>
                      <a:pt x="158" y="406"/>
                    </a:cubicBezTo>
                    <a:cubicBezTo>
                      <a:pt x="211" y="513"/>
                      <a:pt x="290" y="605"/>
                      <a:pt x="394" y="683"/>
                    </a:cubicBezTo>
                    <a:cubicBezTo>
                      <a:pt x="485" y="762"/>
                      <a:pt x="604" y="800"/>
                      <a:pt x="708" y="866"/>
                    </a:cubicBezTo>
                    <a:cubicBezTo>
                      <a:pt x="815" y="919"/>
                      <a:pt x="919" y="998"/>
                      <a:pt x="997" y="1102"/>
                    </a:cubicBezTo>
                    <a:cubicBezTo>
                      <a:pt x="1035" y="1155"/>
                      <a:pt x="1064" y="1205"/>
                      <a:pt x="1076" y="1259"/>
                    </a:cubicBezTo>
                    <a:cubicBezTo>
                      <a:pt x="1089" y="1325"/>
                      <a:pt x="1101" y="1378"/>
                      <a:pt x="1089" y="1416"/>
                    </a:cubicBezTo>
                    <a:cubicBezTo>
                      <a:pt x="1076" y="1507"/>
                      <a:pt x="1023" y="1573"/>
                      <a:pt x="985" y="1598"/>
                    </a:cubicBezTo>
                    <a:cubicBezTo>
                      <a:pt x="944" y="1627"/>
                      <a:pt x="919" y="1614"/>
                      <a:pt x="906" y="1598"/>
                    </a:cubicBezTo>
                    <a:cubicBezTo>
                      <a:pt x="894" y="1573"/>
                      <a:pt x="957" y="1520"/>
                      <a:pt x="944" y="1403"/>
                    </a:cubicBezTo>
                    <a:cubicBezTo>
                      <a:pt x="944" y="1337"/>
                      <a:pt x="919" y="1284"/>
                      <a:pt x="865" y="1221"/>
                    </a:cubicBezTo>
                    <a:cubicBezTo>
                      <a:pt x="815" y="1155"/>
                      <a:pt x="736" y="1089"/>
                      <a:pt x="629" y="1035"/>
                    </a:cubicBezTo>
                    <a:cubicBezTo>
                      <a:pt x="538" y="985"/>
                      <a:pt x="406" y="919"/>
                      <a:pt x="290" y="812"/>
                    </a:cubicBezTo>
                    <a:cubicBezTo>
                      <a:pt x="170" y="708"/>
                      <a:pt x="92" y="576"/>
                      <a:pt x="54" y="447"/>
                    </a:cubicBezTo>
                    <a:cubicBezTo>
                      <a:pt x="0" y="315"/>
                      <a:pt x="0" y="199"/>
                      <a:pt x="0" y="120"/>
                    </a:cubicBezTo>
                    <a:cubicBezTo>
                      <a:pt x="13" y="42"/>
                      <a:pt x="29" y="1"/>
                      <a:pt x="41"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3"/>
              <p:cNvSpPr/>
              <p:nvPr/>
            </p:nvSpPr>
            <p:spPr>
              <a:xfrm>
                <a:off x="3894439" y="1802656"/>
                <a:ext cx="133698" cy="167640"/>
              </a:xfrm>
              <a:custGeom>
                <a:rect b="b" l="l" r="r" t="t"/>
                <a:pathLst>
                  <a:path extrusionOk="0" h="2514" w="2005">
                    <a:moveTo>
                      <a:pt x="1082" y="0"/>
                    </a:moveTo>
                    <a:cubicBezTo>
                      <a:pt x="597" y="0"/>
                      <a:pt x="154" y="496"/>
                      <a:pt x="79" y="1146"/>
                    </a:cubicBezTo>
                    <a:cubicBezTo>
                      <a:pt x="1" y="1838"/>
                      <a:pt x="341" y="2454"/>
                      <a:pt x="853" y="2508"/>
                    </a:cubicBezTo>
                    <a:cubicBezTo>
                      <a:pt x="883" y="2512"/>
                      <a:pt x="912" y="2513"/>
                      <a:pt x="942" y="2513"/>
                    </a:cubicBezTo>
                    <a:cubicBezTo>
                      <a:pt x="1418" y="2513"/>
                      <a:pt x="1852" y="2021"/>
                      <a:pt x="1926" y="1366"/>
                    </a:cubicBezTo>
                    <a:cubicBezTo>
                      <a:pt x="2004" y="674"/>
                      <a:pt x="1665" y="70"/>
                      <a:pt x="1155" y="4"/>
                    </a:cubicBezTo>
                    <a:cubicBezTo>
                      <a:pt x="1131" y="2"/>
                      <a:pt x="1106" y="0"/>
                      <a:pt x="1082"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3"/>
              <p:cNvSpPr/>
              <p:nvPr/>
            </p:nvSpPr>
            <p:spPr>
              <a:xfrm>
                <a:off x="3943318" y="1816126"/>
                <a:ext cx="31541" cy="130098"/>
              </a:xfrm>
              <a:custGeom>
                <a:rect b="b" l="l" r="r" t="t"/>
                <a:pathLst>
                  <a:path extrusionOk="0" h="1951" w="473">
                    <a:moveTo>
                      <a:pt x="394" y="0"/>
                    </a:moveTo>
                    <a:cubicBezTo>
                      <a:pt x="394" y="13"/>
                      <a:pt x="369" y="51"/>
                      <a:pt x="328" y="129"/>
                    </a:cubicBezTo>
                    <a:cubicBezTo>
                      <a:pt x="290" y="195"/>
                      <a:pt x="237" y="299"/>
                      <a:pt x="211" y="419"/>
                    </a:cubicBezTo>
                    <a:cubicBezTo>
                      <a:pt x="186" y="535"/>
                      <a:pt x="186" y="680"/>
                      <a:pt x="211" y="799"/>
                    </a:cubicBezTo>
                    <a:cubicBezTo>
                      <a:pt x="249" y="916"/>
                      <a:pt x="328" y="1048"/>
                      <a:pt x="381" y="1164"/>
                    </a:cubicBezTo>
                    <a:cubicBezTo>
                      <a:pt x="435" y="1284"/>
                      <a:pt x="472" y="1416"/>
                      <a:pt x="460" y="1545"/>
                    </a:cubicBezTo>
                    <a:cubicBezTo>
                      <a:pt x="460" y="1623"/>
                      <a:pt x="447" y="1677"/>
                      <a:pt x="422" y="1743"/>
                    </a:cubicBezTo>
                    <a:cubicBezTo>
                      <a:pt x="394" y="1793"/>
                      <a:pt x="356" y="1834"/>
                      <a:pt x="315" y="1872"/>
                    </a:cubicBezTo>
                    <a:cubicBezTo>
                      <a:pt x="237" y="1938"/>
                      <a:pt x="158" y="1950"/>
                      <a:pt x="92" y="1950"/>
                    </a:cubicBezTo>
                    <a:cubicBezTo>
                      <a:pt x="42" y="1938"/>
                      <a:pt x="13" y="1913"/>
                      <a:pt x="29" y="1900"/>
                    </a:cubicBezTo>
                    <a:cubicBezTo>
                      <a:pt x="29" y="1872"/>
                      <a:pt x="120" y="1872"/>
                      <a:pt x="199" y="1768"/>
                    </a:cubicBezTo>
                    <a:cubicBezTo>
                      <a:pt x="237" y="1714"/>
                      <a:pt x="265" y="1652"/>
                      <a:pt x="265" y="1557"/>
                    </a:cubicBezTo>
                    <a:cubicBezTo>
                      <a:pt x="265" y="1466"/>
                      <a:pt x="237" y="1362"/>
                      <a:pt x="186" y="1258"/>
                    </a:cubicBezTo>
                    <a:cubicBezTo>
                      <a:pt x="133" y="1139"/>
                      <a:pt x="67" y="1007"/>
                      <a:pt x="29" y="837"/>
                    </a:cubicBezTo>
                    <a:cubicBezTo>
                      <a:pt x="1" y="680"/>
                      <a:pt x="29" y="510"/>
                      <a:pt x="79" y="378"/>
                    </a:cubicBezTo>
                    <a:cubicBezTo>
                      <a:pt x="133" y="249"/>
                      <a:pt x="211" y="142"/>
                      <a:pt x="277" y="79"/>
                    </a:cubicBezTo>
                    <a:cubicBezTo>
                      <a:pt x="344" y="25"/>
                      <a:pt x="381" y="0"/>
                      <a:pt x="394"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3"/>
              <p:cNvSpPr/>
              <p:nvPr/>
            </p:nvSpPr>
            <p:spPr>
              <a:xfrm>
                <a:off x="3246809" y="1658819"/>
                <a:ext cx="139100" cy="157104"/>
              </a:xfrm>
              <a:custGeom>
                <a:rect b="b" l="l" r="r" t="t"/>
                <a:pathLst>
                  <a:path extrusionOk="0" h="2356" w="2086">
                    <a:moveTo>
                      <a:pt x="721" y="1"/>
                    </a:moveTo>
                    <a:cubicBezTo>
                      <a:pt x="628" y="1"/>
                      <a:pt x="540" y="21"/>
                      <a:pt x="460" y="63"/>
                    </a:cubicBezTo>
                    <a:cubicBezTo>
                      <a:pt x="66" y="274"/>
                      <a:pt x="0" y="944"/>
                      <a:pt x="331" y="1557"/>
                    </a:cubicBezTo>
                    <a:cubicBezTo>
                      <a:pt x="591" y="2048"/>
                      <a:pt x="1017" y="2356"/>
                      <a:pt x="1378" y="2356"/>
                    </a:cubicBezTo>
                    <a:cubicBezTo>
                      <a:pt x="1471" y="2356"/>
                      <a:pt x="1559" y="2336"/>
                      <a:pt x="1639" y="2293"/>
                    </a:cubicBezTo>
                    <a:cubicBezTo>
                      <a:pt x="2032" y="2083"/>
                      <a:pt x="2086" y="1416"/>
                      <a:pt x="1771" y="799"/>
                    </a:cubicBezTo>
                    <a:cubicBezTo>
                      <a:pt x="1511" y="308"/>
                      <a:pt x="1083" y="1"/>
                      <a:pt x="72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3"/>
              <p:cNvSpPr/>
              <p:nvPr/>
            </p:nvSpPr>
            <p:spPr>
              <a:xfrm>
                <a:off x="3268814" y="1674557"/>
                <a:ext cx="82086" cy="125897"/>
              </a:xfrm>
              <a:custGeom>
                <a:rect b="b" l="l" r="r" t="t"/>
                <a:pathLst>
                  <a:path extrusionOk="0" h="1888" w="1231">
                    <a:moveTo>
                      <a:pt x="1230" y="1872"/>
                    </a:moveTo>
                    <a:cubicBezTo>
                      <a:pt x="1230" y="1887"/>
                      <a:pt x="1164" y="1887"/>
                      <a:pt x="1073" y="1859"/>
                    </a:cubicBezTo>
                    <a:cubicBezTo>
                      <a:pt x="982" y="1834"/>
                      <a:pt x="850" y="1780"/>
                      <a:pt x="733" y="1664"/>
                    </a:cubicBezTo>
                    <a:cubicBezTo>
                      <a:pt x="680" y="1598"/>
                      <a:pt x="630" y="1532"/>
                      <a:pt x="589" y="1453"/>
                    </a:cubicBezTo>
                    <a:cubicBezTo>
                      <a:pt x="564" y="1416"/>
                      <a:pt x="551" y="1362"/>
                      <a:pt x="535" y="1309"/>
                    </a:cubicBezTo>
                    <a:cubicBezTo>
                      <a:pt x="535" y="1243"/>
                      <a:pt x="551" y="1192"/>
                      <a:pt x="564" y="1151"/>
                    </a:cubicBezTo>
                    <a:cubicBezTo>
                      <a:pt x="576" y="1114"/>
                      <a:pt x="589" y="1073"/>
                      <a:pt x="589" y="1035"/>
                    </a:cubicBezTo>
                    <a:cubicBezTo>
                      <a:pt x="601" y="1007"/>
                      <a:pt x="601" y="969"/>
                      <a:pt x="601" y="928"/>
                    </a:cubicBezTo>
                    <a:cubicBezTo>
                      <a:pt x="601" y="865"/>
                      <a:pt x="601" y="799"/>
                      <a:pt x="589" y="733"/>
                    </a:cubicBezTo>
                    <a:cubicBezTo>
                      <a:pt x="551" y="485"/>
                      <a:pt x="394" y="299"/>
                      <a:pt x="249" y="195"/>
                    </a:cubicBezTo>
                    <a:cubicBezTo>
                      <a:pt x="117" y="92"/>
                      <a:pt x="1" y="51"/>
                      <a:pt x="13" y="25"/>
                    </a:cubicBezTo>
                    <a:cubicBezTo>
                      <a:pt x="13" y="0"/>
                      <a:pt x="38" y="0"/>
                      <a:pt x="104" y="0"/>
                    </a:cubicBezTo>
                    <a:cubicBezTo>
                      <a:pt x="158" y="0"/>
                      <a:pt x="237" y="13"/>
                      <a:pt x="328" y="63"/>
                    </a:cubicBezTo>
                    <a:cubicBezTo>
                      <a:pt x="419" y="104"/>
                      <a:pt x="523" y="170"/>
                      <a:pt x="614" y="287"/>
                    </a:cubicBezTo>
                    <a:cubicBezTo>
                      <a:pt x="693" y="393"/>
                      <a:pt x="771" y="535"/>
                      <a:pt x="800" y="692"/>
                    </a:cubicBezTo>
                    <a:cubicBezTo>
                      <a:pt x="812" y="771"/>
                      <a:pt x="825" y="865"/>
                      <a:pt x="812" y="944"/>
                    </a:cubicBezTo>
                    <a:cubicBezTo>
                      <a:pt x="812" y="994"/>
                      <a:pt x="800" y="1035"/>
                      <a:pt x="787" y="1085"/>
                    </a:cubicBezTo>
                    <a:cubicBezTo>
                      <a:pt x="771" y="1126"/>
                      <a:pt x="759" y="1180"/>
                      <a:pt x="746" y="1205"/>
                    </a:cubicBezTo>
                    <a:cubicBezTo>
                      <a:pt x="733" y="1243"/>
                      <a:pt x="721" y="1271"/>
                      <a:pt x="721" y="1296"/>
                    </a:cubicBezTo>
                    <a:cubicBezTo>
                      <a:pt x="721" y="1321"/>
                      <a:pt x="721" y="1350"/>
                      <a:pt x="733" y="1387"/>
                    </a:cubicBezTo>
                    <a:cubicBezTo>
                      <a:pt x="759" y="1453"/>
                      <a:pt x="800" y="1519"/>
                      <a:pt x="837" y="1573"/>
                    </a:cubicBezTo>
                    <a:cubicBezTo>
                      <a:pt x="916" y="1677"/>
                      <a:pt x="1023" y="1755"/>
                      <a:pt x="1101" y="1793"/>
                    </a:cubicBezTo>
                    <a:cubicBezTo>
                      <a:pt x="1180" y="1847"/>
                      <a:pt x="1230" y="1859"/>
                      <a:pt x="1230" y="1872"/>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6" name="Google Shape;916;p23"/>
              <p:cNvSpPr/>
              <p:nvPr/>
            </p:nvSpPr>
            <p:spPr>
              <a:xfrm>
                <a:off x="3070431" y="1619809"/>
                <a:ext cx="140767" cy="100757"/>
              </a:xfrm>
              <a:custGeom>
                <a:rect b="b" l="l" r="r" t="t"/>
                <a:pathLst>
                  <a:path extrusionOk="0" h="1511" w="2111">
                    <a:moveTo>
                      <a:pt x="1006" y="1"/>
                    </a:moveTo>
                    <a:cubicBezTo>
                      <a:pt x="502" y="1"/>
                      <a:pt x="87" y="263"/>
                      <a:pt x="38" y="648"/>
                    </a:cubicBezTo>
                    <a:cubicBezTo>
                      <a:pt x="0" y="1057"/>
                      <a:pt x="419" y="1435"/>
                      <a:pt x="969" y="1501"/>
                    </a:cubicBezTo>
                    <a:cubicBezTo>
                      <a:pt x="1023" y="1507"/>
                      <a:pt x="1076" y="1510"/>
                      <a:pt x="1129" y="1510"/>
                    </a:cubicBezTo>
                    <a:cubicBezTo>
                      <a:pt x="1621" y="1510"/>
                      <a:pt x="2021" y="1238"/>
                      <a:pt x="2070" y="872"/>
                    </a:cubicBezTo>
                    <a:cubicBezTo>
                      <a:pt x="2111" y="453"/>
                      <a:pt x="1702" y="73"/>
                      <a:pt x="1139" y="7"/>
                    </a:cubicBezTo>
                    <a:cubicBezTo>
                      <a:pt x="1094" y="3"/>
                      <a:pt x="1050" y="1"/>
                      <a:pt x="100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7" name="Google Shape;917;p23"/>
              <p:cNvSpPr/>
              <p:nvPr/>
            </p:nvSpPr>
            <p:spPr>
              <a:xfrm>
                <a:off x="3083434" y="1650817"/>
                <a:ext cx="113694" cy="39543"/>
              </a:xfrm>
              <a:custGeom>
                <a:rect b="b" l="l" r="r" t="t"/>
                <a:pathLst>
                  <a:path extrusionOk="0" h="593" w="1705">
                    <a:moveTo>
                      <a:pt x="0" y="133"/>
                    </a:moveTo>
                    <a:cubicBezTo>
                      <a:pt x="13" y="133"/>
                      <a:pt x="54" y="158"/>
                      <a:pt x="107" y="212"/>
                    </a:cubicBezTo>
                    <a:cubicBezTo>
                      <a:pt x="158" y="249"/>
                      <a:pt x="236" y="315"/>
                      <a:pt x="343" y="356"/>
                    </a:cubicBezTo>
                    <a:cubicBezTo>
                      <a:pt x="434" y="394"/>
                      <a:pt x="551" y="407"/>
                      <a:pt x="642" y="369"/>
                    </a:cubicBezTo>
                    <a:cubicBezTo>
                      <a:pt x="695" y="341"/>
                      <a:pt x="721" y="315"/>
                      <a:pt x="761" y="278"/>
                    </a:cubicBezTo>
                    <a:cubicBezTo>
                      <a:pt x="799" y="224"/>
                      <a:pt x="853" y="171"/>
                      <a:pt x="906" y="146"/>
                    </a:cubicBezTo>
                    <a:cubicBezTo>
                      <a:pt x="1022" y="67"/>
                      <a:pt x="1142" y="26"/>
                      <a:pt x="1246" y="13"/>
                    </a:cubicBezTo>
                    <a:cubicBezTo>
                      <a:pt x="1312" y="1"/>
                      <a:pt x="1350" y="1"/>
                      <a:pt x="1403" y="13"/>
                    </a:cubicBezTo>
                    <a:cubicBezTo>
                      <a:pt x="1469" y="13"/>
                      <a:pt x="1507" y="26"/>
                      <a:pt x="1548" y="54"/>
                    </a:cubicBezTo>
                    <a:cubicBezTo>
                      <a:pt x="1626" y="92"/>
                      <a:pt x="1680" y="158"/>
                      <a:pt x="1692" y="212"/>
                    </a:cubicBezTo>
                    <a:cubicBezTo>
                      <a:pt x="1705" y="262"/>
                      <a:pt x="1692" y="290"/>
                      <a:pt x="1680" y="290"/>
                    </a:cubicBezTo>
                    <a:cubicBezTo>
                      <a:pt x="1652" y="290"/>
                      <a:pt x="1639" y="278"/>
                      <a:pt x="1614" y="249"/>
                    </a:cubicBezTo>
                    <a:cubicBezTo>
                      <a:pt x="1585" y="237"/>
                      <a:pt x="1560" y="212"/>
                      <a:pt x="1494" y="199"/>
                    </a:cubicBezTo>
                    <a:cubicBezTo>
                      <a:pt x="1444" y="183"/>
                      <a:pt x="1378" y="183"/>
                      <a:pt x="1287" y="212"/>
                    </a:cubicBezTo>
                    <a:cubicBezTo>
                      <a:pt x="1208" y="224"/>
                      <a:pt x="1114" y="262"/>
                      <a:pt x="1035" y="315"/>
                    </a:cubicBezTo>
                    <a:cubicBezTo>
                      <a:pt x="997" y="341"/>
                      <a:pt x="956" y="369"/>
                      <a:pt x="906" y="419"/>
                    </a:cubicBezTo>
                    <a:cubicBezTo>
                      <a:pt x="878" y="448"/>
                      <a:pt x="853" y="460"/>
                      <a:pt x="827" y="485"/>
                    </a:cubicBezTo>
                    <a:cubicBezTo>
                      <a:pt x="787" y="514"/>
                      <a:pt x="749" y="526"/>
                      <a:pt x="708" y="539"/>
                    </a:cubicBezTo>
                    <a:cubicBezTo>
                      <a:pt x="551" y="592"/>
                      <a:pt x="393" y="551"/>
                      <a:pt x="277" y="473"/>
                    </a:cubicBezTo>
                    <a:cubicBezTo>
                      <a:pt x="158" y="407"/>
                      <a:pt x="91" y="315"/>
                      <a:pt x="54" y="249"/>
                    </a:cubicBezTo>
                    <a:cubicBezTo>
                      <a:pt x="13" y="183"/>
                      <a:pt x="0" y="146"/>
                      <a:pt x="0" y="13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8" name="Google Shape;918;p23"/>
              <p:cNvSpPr/>
              <p:nvPr/>
            </p:nvSpPr>
            <p:spPr>
              <a:xfrm>
                <a:off x="3800949" y="1426694"/>
                <a:ext cx="170574" cy="165839"/>
              </a:xfrm>
              <a:custGeom>
                <a:rect b="b" l="l" r="r" t="t"/>
                <a:pathLst>
                  <a:path extrusionOk="0" h="2487" w="2558">
                    <a:moveTo>
                      <a:pt x="1838" y="0"/>
                    </a:moveTo>
                    <a:cubicBezTo>
                      <a:pt x="1516" y="0"/>
                      <a:pt x="1187" y="363"/>
                      <a:pt x="827" y="833"/>
                    </a:cubicBezTo>
                    <a:cubicBezTo>
                      <a:pt x="340" y="1450"/>
                      <a:pt x="0" y="2013"/>
                      <a:pt x="418" y="2340"/>
                    </a:cubicBezTo>
                    <a:cubicBezTo>
                      <a:pt x="547" y="2439"/>
                      <a:pt x="703" y="2487"/>
                      <a:pt x="871" y="2487"/>
                    </a:cubicBezTo>
                    <a:cubicBezTo>
                      <a:pt x="1255" y="2487"/>
                      <a:pt x="1704" y="2239"/>
                      <a:pt x="2032" y="1802"/>
                    </a:cubicBezTo>
                    <a:cubicBezTo>
                      <a:pt x="2516" y="1185"/>
                      <a:pt x="2557" y="427"/>
                      <a:pt x="2136" y="113"/>
                    </a:cubicBezTo>
                    <a:cubicBezTo>
                      <a:pt x="2037" y="35"/>
                      <a:pt x="1937" y="0"/>
                      <a:pt x="183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3"/>
              <p:cNvSpPr/>
              <p:nvPr/>
            </p:nvSpPr>
            <p:spPr>
              <a:xfrm>
                <a:off x="3825488" y="1441098"/>
                <a:ext cx="99690" cy="120695"/>
              </a:xfrm>
              <a:custGeom>
                <a:rect b="b" l="l" r="r" t="t"/>
                <a:pathLst>
                  <a:path extrusionOk="0" h="1810" w="1495">
                    <a:moveTo>
                      <a:pt x="0" y="1797"/>
                    </a:moveTo>
                    <a:cubicBezTo>
                      <a:pt x="0" y="1784"/>
                      <a:pt x="50" y="1771"/>
                      <a:pt x="116" y="1718"/>
                    </a:cubicBezTo>
                    <a:cubicBezTo>
                      <a:pt x="195" y="1665"/>
                      <a:pt x="274" y="1586"/>
                      <a:pt x="365" y="1482"/>
                    </a:cubicBezTo>
                    <a:cubicBezTo>
                      <a:pt x="550" y="1271"/>
                      <a:pt x="745" y="1010"/>
                      <a:pt x="890" y="800"/>
                    </a:cubicBezTo>
                    <a:cubicBezTo>
                      <a:pt x="1192" y="369"/>
                      <a:pt x="1403" y="1"/>
                      <a:pt x="1466" y="26"/>
                    </a:cubicBezTo>
                    <a:cubicBezTo>
                      <a:pt x="1494" y="42"/>
                      <a:pt x="1466" y="145"/>
                      <a:pt x="1403" y="303"/>
                    </a:cubicBezTo>
                    <a:cubicBezTo>
                      <a:pt x="1337" y="472"/>
                      <a:pt x="1230" y="683"/>
                      <a:pt x="1073" y="919"/>
                    </a:cubicBezTo>
                    <a:cubicBezTo>
                      <a:pt x="915" y="1142"/>
                      <a:pt x="679" y="1403"/>
                      <a:pt x="459" y="1573"/>
                    </a:cubicBezTo>
                    <a:cubicBezTo>
                      <a:pt x="352" y="1677"/>
                      <a:pt x="236" y="1743"/>
                      <a:pt x="157" y="1784"/>
                    </a:cubicBezTo>
                    <a:cubicBezTo>
                      <a:pt x="66" y="1809"/>
                      <a:pt x="0" y="1809"/>
                      <a:pt x="0" y="1797"/>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0" name="Google Shape;920;p23"/>
              <p:cNvSpPr/>
              <p:nvPr/>
            </p:nvSpPr>
            <p:spPr>
              <a:xfrm>
                <a:off x="3835958" y="1666288"/>
                <a:ext cx="167840" cy="120095"/>
              </a:xfrm>
              <a:custGeom>
                <a:rect b="b" l="l" r="r" t="t"/>
                <a:pathLst>
                  <a:path extrusionOk="0" h="1801" w="2517">
                    <a:moveTo>
                      <a:pt x="1001" y="1"/>
                    </a:moveTo>
                    <a:cubicBezTo>
                      <a:pt x="625" y="1"/>
                      <a:pt x="305" y="162"/>
                      <a:pt x="183" y="451"/>
                    </a:cubicBezTo>
                    <a:cubicBezTo>
                      <a:pt x="0" y="870"/>
                      <a:pt x="340" y="1420"/>
                      <a:pt x="931" y="1669"/>
                    </a:cubicBezTo>
                    <a:cubicBezTo>
                      <a:pt x="1136" y="1758"/>
                      <a:pt x="1343" y="1801"/>
                      <a:pt x="1535" y="1801"/>
                    </a:cubicBezTo>
                    <a:cubicBezTo>
                      <a:pt x="1907" y="1801"/>
                      <a:pt x="2219" y="1641"/>
                      <a:pt x="2331" y="1354"/>
                    </a:cubicBezTo>
                    <a:cubicBezTo>
                      <a:pt x="2517" y="923"/>
                      <a:pt x="2174" y="373"/>
                      <a:pt x="1586" y="124"/>
                    </a:cubicBezTo>
                    <a:cubicBezTo>
                      <a:pt x="1389" y="41"/>
                      <a:pt x="1188" y="1"/>
                      <a:pt x="1001"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1" name="Google Shape;921;p23"/>
              <p:cNvSpPr/>
              <p:nvPr/>
            </p:nvSpPr>
            <p:spPr>
              <a:xfrm>
                <a:off x="3214534" y="1447633"/>
                <a:ext cx="171374" cy="165906"/>
              </a:xfrm>
              <a:custGeom>
                <a:rect b="b" l="l" r="r" t="t"/>
                <a:pathLst>
                  <a:path extrusionOk="0" h="2488" w="2570">
                    <a:moveTo>
                      <a:pt x="1851" y="1"/>
                    </a:moveTo>
                    <a:cubicBezTo>
                      <a:pt x="1528" y="1"/>
                      <a:pt x="1197" y="363"/>
                      <a:pt x="827" y="834"/>
                    </a:cubicBezTo>
                    <a:cubicBezTo>
                      <a:pt x="355" y="1463"/>
                      <a:pt x="0" y="2026"/>
                      <a:pt x="421" y="2340"/>
                    </a:cubicBezTo>
                    <a:cubicBezTo>
                      <a:pt x="553" y="2440"/>
                      <a:pt x="712" y="2488"/>
                      <a:pt x="882" y="2488"/>
                    </a:cubicBezTo>
                    <a:cubicBezTo>
                      <a:pt x="1269" y="2488"/>
                      <a:pt x="1717" y="2243"/>
                      <a:pt x="2044" y="1815"/>
                    </a:cubicBezTo>
                    <a:cubicBezTo>
                      <a:pt x="2529" y="1202"/>
                      <a:pt x="2570" y="441"/>
                      <a:pt x="2151" y="113"/>
                    </a:cubicBezTo>
                    <a:cubicBezTo>
                      <a:pt x="2051" y="36"/>
                      <a:pt x="1952" y="1"/>
                      <a:pt x="185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3"/>
              <p:cNvSpPr/>
              <p:nvPr/>
            </p:nvSpPr>
            <p:spPr>
              <a:xfrm>
                <a:off x="3239874" y="1462103"/>
                <a:ext cx="99690" cy="121496"/>
              </a:xfrm>
              <a:custGeom>
                <a:rect b="b" l="l" r="r" t="t"/>
                <a:pathLst>
                  <a:path extrusionOk="0" h="1822" w="1495">
                    <a:moveTo>
                      <a:pt x="1" y="1809"/>
                    </a:moveTo>
                    <a:cubicBezTo>
                      <a:pt x="1" y="1796"/>
                      <a:pt x="54" y="1771"/>
                      <a:pt x="120" y="1730"/>
                    </a:cubicBezTo>
                    <a:cubicBezTo>
                      <a:pt x="183" y="1677"/>
                      <a:pt x="277" y="1598"/>
                      <a:pt x="369" y="1494"/>
                    </a:cubicBezTo>
                    <a:cubicBezTo>
                      <a:pt x="538" y="1283"/>
                      <a:pt x="749" y="1022"/>
                      <a:pt x="891" y="799"/>
                    </a:cubicBezTo>
                    <a:cubicBezTo>
                      <a:pt x="1193" y="368"/>
                      <a:pt x="1403" y="0"/>
                      <a:pt x="1457" y="25"/>
                    </a:cubicBezTo>
                    <a:cubicBezTo>
                      <a:pt x="1495" y="41"/>
                      <a:pt x="1469" y="157"/>
                      <a:pt x="1403" y="315"/>
                    </a:cubicBezTo>
                    <a:cubicBezTo>
                      <a:pt x="1337" y="472"/>
                      <a:pt x="1221" y="695"/>
                      <a:pt x="1064" y="919"/>
                    </a:cubicBezTo>
                    <a:cubicBezTo>
                      <a:pt x="919" y="1142"/>
                      <a:pt x="683" y="1403"/>
                      <a:pt x="460" y="1585"/>
                    </a:cubicBezTo>
                    <a:cubicBezTo>
                      <a:pt x="356" y="1677"/>
                      <a:pt x="236" y="1755"/>
                      <a:pt x="145" y="1784"/>
                    </a:cubicBezTo>
                    <a:cubicBezTo>
                      <a:pt x="67" y="1821"/>
                      <a:pt x="1" y="1809"/>
                      <a:pt x="1" y="180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3" name="Google Shape;923;p23"/>
              <p:cNvSpPr/>
              <p:nvPr/>
            </p:nvSpPr>
            <p:spPr>
              <a:xfrm>
                <a:off x="3552819" y="1668355"/>
                <a:ext cx="147702" cy="163439"/>
              </a:xfrm>
              <a:custGeom>
                <a:rect b="b" l="l" r="r" t="t"/>
                <a:pathLst>
                  <a:path extrusionOk="0" h="2451" w="2215">
                    <a:moveTo>
                      <a:pt x="929" y="0"/>
                    </a:moveTo>
                    <a:cubicBezTo>
                      <a:pt x="850" y="0"/>
                      <a:pt x="772" y="13"/>
                      <a:pt x="695" y="40"/>
                    </a:cubicBezTo>
                    <a:cubicBezTo>
                      <a:pt x="208" y="210"/>
                      <a:pt x="0" y="880"/>
                      <a:pt x="236" y="1534"/>
                    </a:cubicBezTo>
                    <a:cubicBezTo>
                      <a:pt x="424" y="2085"/>
                      <a:pt x="863" y="2451"/>
                      <a:pt x="1286" y="2451"/>
                    </a:cubicBezTo>
                    <a:cubicBezTo>
                      <a:pt x="1365" y="2451"/>
                      <a:pt x="1443" y="2438"/>
                      <a:pt x="1519" y="2411"/>
                    </a:cubicBezTo>
                    <a:cubicBezTo>
                      <a:pt x="2004" y="2254"/>
                      <a:pt x="2215" y="1572"/>
                      <a:pt x="1991" y="917"/>
                    </a:cubicBezTo>
                    <a:cubicBezTo>
                      <a:pt x="1792" y="366"/>
                      <a:pt x="1353" y="0"/>
                      <a:pt x="92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4" name="Google Shape;924;p23"/>
              <p:cNvSpPr/>
              <p:nvPr/>
            </p:nvSpPr>
            <p:spPr>
              <a:xfrm>
                <a:off x="3598097" y="1690294"/>
                <a:ext cx="61348" cy="126697"/>
              </a:xfrm>
              <a:custGeom>
                <a:rect b="b" l="l" r="r" t="t"/>
                <a:pathLst>
                  <a:path extrusionOk="0" h="1900" w="920">
                    <a:moveTo>
                      <a:pt x="787" y="1900"/>
                    </a:moveTo>
                    <a:cubicBezTo>
                      <a:pt x="774" y="1887"/>
                      <a:pt x="787" y="1846"/>
                      <a:pt x="787" y="1755"/>
                    </a:cubicBezTo>
                    <a:cubicBezTo>
                      <a:pt x="803" y="1677"/>
                      <a:pt x="803" y="1573"/>
                      <a:pt x="762" y="1441"/>
                    </a:cubicBezTo>
                    <a:cubicBezTo>
                      <a:pt x="737" y="1321"/>
                      <a:pt x="683" y="1205"/>
                      <a:pt x="592" y="1114"/>
                    </a:cubicBezTo>
                    <a:cubicBezTo>
                      <a:pt x="513" y="1007"/>
                      <a:pt x="394" y="928"/>
                      <a:pt x="290" y="849"/>
                    </a:cubicBezTo>
                    <a:cubicBezTo>
                      <a:pt x="186" y="758"/>
                      <a:pt x="95" y="654"/>
                      <a:pt x="42" y="535"/>
                    </a:cubicBezTo>
                    <a:cubicBezTo>
                      <a:pt x="16" y="472"/>
                      <a:pt x="1" y="419"/>
                      <a:pt x="1" y="352"/>
                    </a:cubicBezTo>
                    <a:cubicBezTo>
                      <a:pt x="1" y="286"/>
                      <a:pt x="16" y="236"/>
                      <a:pt x="29" y="183"/>
                    </a:cubicBezTo>
                    <a:cubicBezTo>
                      <a:pt x="67" y="91"/>
                      <a:pt x="145" y="38"/>
                      <a:pt x="199" y="25"/>
                    </a:cubicBezTo>
                    <a:cubicBezTo>
                      <a:pt x="252" y="0"/>
                      <a:pt x="277" y="13"/>
                      <a:pt x="290" y="25"/>
                    </a:cubicBezTo>
                    <a:cubicBezTo>
                      <a:pt x="290" y="63"/>
                      <a:pt x="211" y="104"/>
                      <a:pt x="186" y="236"/>
                    </a:cubicBezTo>
                    <a:cubicBezTo>
                      <a:pt x="174" y="299"/>
                      <a:pt x="174" y="365"/>
                      <a:pt x="224" y="444"/>
                    </a:cubicBezTo>
                    <a:cubicBezTo>
                      <a:pt x="265" y="522"/>
                      <a:pt x="331" y="601"/>
                      <a:pt x="422" y="680"/>
                    </a:cubicBezTo>
                    <a:cubicBezTo>
                      <a:pt x="513" y="758"/>
                      <a:pt x="645" y="849"/>
                      <a:pt x="737" y="982"/>
                    </a:cubicBezTo>
                    <a:cubicBezTo>
                      <a:pt x="840" y="1114"/>
                      <a:pt x="894" y="1283"/>
                      <a:pt x="906" y="1428"/>
                    </a:cubicBezTo>
                    <a:cubicBezTo>
                      <a:pt x="919" y="1573"/>
                      <a:pt x="894" y="1689"/>
                      <a:pt x="853" y="1780"/>
                    </a:cubicBezTo>
                    <a:cubicBezTo>
                      <a:pt x="828" y="1859"/>
                      <a:pt x="787" y="1900"/>
                      <a:pt x="787" y="190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5" name="Google Shape;925;p23"/>
              <p:cNvSpPr/>
              <p:nvPr/>
            </p:nvSpPr>
            <p:spPr>
              <a:xfrm>
                <a:off x="3488003" y="1378015"/>
                <a:ext cx="171441" cy="123763"/>
              </a:xfrm>
              <a:custGeom>
                <a:rect b="b" l="l" r="r" t="t"/>
                <a:pathLst>
                  <a:path extrusionOk="0" h="1856" w="2571">
                    <a:moveTo>
                      <a:pt x="1242" y="1"/>
                    </a:moveTo>
                    <a:cubicBezTo>
                      <a:pt x="592" y="1"/>
                      <a:pt x="53" y="366"/>
                      <a:pt x="29" y="855"/>
                    </a:cubicBezTo>
                    <a:cubicBezTo>
                      <a:pt x="0" y="1365"/>
                      <a:pt x="538" y="1812"/>
                      <a:pt x="1233" y="1853"/>
                    </a:cubicBezTo>
                    <a:cubicBezTo>
                      <a:pt x="1265" y="1854"/>
                      <a:pt x="1297" y="1855"/>
                      <a:pt x="1328" y="1855"/>
                    </a:cubicBezTo>
                    <a:cubicBezTo>
                      <a:pt x="1980" y="1855"/>
                      <a:pt x="2506" y="1486"/>
                      <a:pt x="2545" y="1000"/>
                    </a:cubicBezTo>
                    <a:cubicBezTo>
                      <a:pt x="2570" y="487"/>
                      <a:pt x="2032" y="44"/>
                      <a:pt x="1337" y="3"/>
                    </a:cubicBezTo>
                    <a:cubicBezTo>
                      <a:pt x="1305" y="1"/>
                      <a:pt x="1273" y="1"/>
                      <a:pt x="124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6" name="Google Shape;926;p23"/>
              <p:cNvSpPr/>
              <p:nvPr/>
            </p:nvSpPr>
            <p:spPr>
              <a:xfrm>
                <a:off x="3513343" y="1420159"/>
                <a:ext cx="131164" cy="35075"/>
              </a:xfrm>
              <a:custGeom>
                <a:rect b="b" l="l" r="r" t="t"/>
                <a:pathLst>
                  <a:path extrusionOk="0" h="526" w="1967">
                    <a:moveTo>
                      <a:pt x="1954" y="356"/>
                    </a:moveTo>
                    <a:cubicBezTo>
                      <a:pt x="1954" y="368"/>
                      <a:pt x="1901" y="327"/>
                      <a:pt x="1838" y="290"/>
                    </a:cubicBezTo>
                    <a:cubicBezTo>
                      <a:pt x="1759" y="261"/>
                      <a:pt x="1665" y="211"/>
                      <a:pt x="1536" y="198"/>
                    </a:cubicBezTo>
                    <a:cubicBezTo>
                      <a:pt x="1416" y="170"/>
                      <a:pt x="1272" y="183"/>
                      <a:pt x="1155" y="223"/>
                    </a:cubicBezTo>
                    <a:cubicBezTo>
                      <a:pt x="1036" y="261"/>
                      <a:pt x="919" y="340"/>
                      <a:pt x="800" y="406"/>
                    </a:cubicBezTo>
                    <a:cubicBezTo>
                      <a:pt x="683" y="472"/>
                      <a:pt x="551" y="525"/>
                      <a:pt x="422" y="525"/>
                    </a:cubicBezTo>
                    <a:cubicBezTo>
                      <a:pt x="356" y="525"/>
                      <a:pt x="290" y="513"/>
                      <a:pt x="237" y="485"/>
                    </a:cubicBezTo>
                    <a:cubicBezTo>
                      <a:pt x="171" y="459"/>
                      <a:pt x="133" y="434"/>
                      <a:pt x="92" y="393"/>
                    </a:cubicBezTo>
                    <a:cubicBezTo>
                      <a:pt x="14" y="315"/>
                      <a:pt x="1" y="236"/>
                      <a:pt x="1" y="183"/>
                    </a:cubicBezTo>
                    <a:cubicBezTo>
                      <a:pt x="1" y="120"/>
                      <a:pt x="29" y="91"/>
                      <a:pt x="42" y="104"/>
                    </a:cubicBezTo>
                    <a:cubicBezTo>
                      <a:pt x="80" y="104"/>
                      <a:pt x="80" y="198"/>
                      <a:pt x="199" y="277"/>
                    </a:cubicBezTo>
                    <a:cubicBezTo>
                      <a:pt x="249" y="315"/>
                      <a:pt x="316" y="327"/>
                      <a:pt x="407" y="315"/>
                    </a:cubicBezTo>
                    <a:cubicBezTo>
                      <a:pt x="501" y="315"/>
                      <a:pt x="592" y="277"/>
                      <a:pt x="709" y="223"/>
                    </a:cubicBezTo>
                    <a:cubicBezTo>
                      <a:pt x="816" y="170"/>
                      <a:pt x="945" y="91"/>
                      <a:pt x="1102" y="54"/>
                    </a:cubicBezTo>
                    <a:cubicBezTo>
                      <a:pt x="1259" y="0"/>
                      <a:pt x="1429" y="13"/>
                      <a:pt x="1561" y="66"/>
                    </a:cubicBezTo>
                    <a:cubicBezTo>
                      <a:pt x="1706" y="104"/>
                      <a:pt x="1809" y="183"/>
                      <a:pt x="1876" y="236"/>
                    </a:cubicBezTo>
                    <a:cubicBezTo>
                      <a:pt x="1942" y="302"/>
                      <a:pt x="1967" y="340"/>
                      <a:pt x="1954" y="35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7" name="Google Shape;927;p23"/>
              <p:cNvSpPr/>
              <p:nvPr/>
            </p:nvSpPr>
            <p:spPr>
              <a:xfrm>
                <a:off x="3715327" y="1656885"/>
                <a:ext cx="126763" cy="185511"/>
              </a:xfrm>
              <a:custGeom>
                <a:rect b="b" l="l" r="r" t="t"/>
                <a:pathLst>
                  <a:path extrusionOk="0" h="2782" w="1901">
                    <a:moveTo>
                      <a:pt x="1255" y="1"/>
                    </a:moveTo>
                    <a:cubicBezTo>
                      <a:pt x="775" y="1"/>
                      <a:pt x="302" y="499"/>
                      <a:pt x="158" y="1193"/>
                    </a:cubicBezTo>
                    <a:cubicBezTo>
                      <a:pt x="1" y="1954"/>
                      <a:pt x="287" y="2662"/>
                      <a:pt x="812" y="2766"/>
                    </a:cubicBezTo>
                    <a:cubicBezTo>
                      <a:pt x="858" y="2776"/>
                      <a:pt x="901" y="2782"/>
                      <a:pt x="942" y="2782"/>
                    </a:cubicBezTo>
                    <a:cubicBezTo>
                      <a:pt x="1359" y="2782"/>
                      <a:pt x="1534" y="2242"/>
                      <a:pt x="1677" y="1549"/>
                    </a:cubicBezTo>
                    <a:cubicBezTo>
                      <a:pt x="1834" y="787"/>
                      <a:pt x="1901" y="121"/>
                      <a:pt x="1388" y="14"/>
                    </a:cubicBezTo>
                    <a:cubicBezTo>
                      <a:pt x="1344" y="5"/>
                      <a:pt x="1299" y="1"/>
                      <a:pt x="1255"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8" name="Google Shape;928;p23"/>
              <p:cNvSpPr/>
              <p:nvPr/>
            </p:nvSpPr>
            <p:spPr>
              <a:xfrm>
                <a:off x="3778276" y="1675357"/>
                <a:ext cx="42010" cy="149435"/>
              </a:xfrm>
              <a:custGeom>
                <a:rect b="b" l="l" r="r" t="t"/>
                <a:pathLst>
                  <a:path extrusionOk="0" h="2241" w="630">
                    <a:moveTo>
                      <a:pt x="617" y="13"/>
                    </a:moveTo>
                    <a:cubicBezTo>
                      <a:pt x="629" y="13"/>
                      <a:pt x="589" y="51"/>
                      <a:pt x="551" y="130"/>
                    </a:cubicBezTo>
                    <a:cubicBezTo>
                      <a:pt x="510" y="208"/>
                      <a:pt x="472" y="315"/>
                      <a:pt x="431" y="444"/>
                    </a:cubicBezTo>
                    <a:cubicBezTo>
                      <a:pt x="365" y="709"/>
                      <a:pt x="302" y="1048"/>
                      <a:pt x="261" y="1297"/>
                    </a:cubicBezTo>
                    <a:cubicBezTo>
                      <a:pt x="183" y="1822"/>
                      <a:pt x="158" y="2240"/>
                      <a:pt x="92" y="2240"/>
                    </a:cubicBezTo>
                    <a:cubicBezTo>
                      <a:pt x="51" y="2240"/>
                      <a:pt x="26" y="2136"/>
                      <a:pt x="13" y="1967"/>
                    </a:cubicBezTo>
                    <a:cubicBezTo>
                      <a:pt x="0" y="1781"/>
                      <a:pt x="13" y="1545"/>
                      <a:pt x="51" y="1272"/>
                    </a:cubicBezTo>
                    <a:cubicBezTo>
                      <a:pt x="92" y="995"/>
                      <a:pt x="195" y="668"/>
                      <a:pt x="315" y="407"/>
                    </a:cubicBezTo>
                    <a:cubicBezTo>
                      <a:pt x="365" y="275"/>
                      <a:pt x="431" y="158"/>
                      <a:pt x="497" y="92"/>
                    </a:cubicBezTo>
                    <a:cubicBezTo>
                      <a:pt x="563" y="26"/>
                      <a:pt x="617" y="1"/>
                      <a:pt x="617"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3"/>
              <p:cNvSpPr/>
              <p:nvPr/>
            </p:nvSpPr>
            <p:spPr>
              <a:xfrm>
                <a:off x="3583427" y="1512649"/>
                <a:ext cx="159038" cy="112160"/>
              </a:xfrm>
              <a:custGeom>
                <a:rect b="b" l="l" r="r" t="t"/>
                <a:pathLst>
                  <a:path extrusionOk="0" h="1682" w="2385">
                    <a:moveTo>
                      <a:pt x="1244" y="0"/>
                    </a:moveTo>
                    <a:cubicBezTo>
                      <a:pt x="1210" y="0"/>
                      <a:pt x="1175" y="1"/>
                      <a:pt x="1139" y="3"/>
                    </a:cubicBezTo>
                    <a:cubicBezTo>
                      <a:pt x="497" y="29"/>
                      <a:pt x="0" y="434"/>
                      <a:pt x="26" y="893"/>
                    </a:cubicBezTo>
                    <a:cubicBezTo>
                      <a:pt x="50" y="1349"/>
                      <a:pt x="552" y="1681"/>
                      <a:pt x="1164" y="1681"/>
                    </a:cubicBezTo>
                    <a:cubicBezTo>
                      <a:pt x="1186" y="1681"/>
                      <a:pt x="1208" y="1681"/>
                      <a:pt x="1230" y="1680"/>
                    </a:cubicBezTo>
                    <a:cubicBezTo>
                      <a:pt x="1888" y="1642"/>
                      <a:pt x="2385" y="1233"/>
                      <a:pt x="2359" y="777"/>
                    </a:cubicBezTo>
                    <a:cubicBezTo>
                      <a:pt x="2333" y="331"/>
                      <a:pt x="1850" y="0"/>
                      <a:pt x="124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0" name="Google Shape;930;p23"/>
              <p:cNvSpPr/>
              <p:nvPr/>
            </p:nvSpPr>
            <p:spPr>
              <a:xfrm>
                <a:off x="3390245" y="1521585"/>
                <a:ext cx="127630" cy="186111"/>
              </a:xfrm>
              <a:custGeom>
                <a:rect b="b" l="l" r="r" t="t"/>
                <a:pathLst>
                  <a:path extrusionOk="0" h="2791" w="1914">
                    <a:moveTo>
                      <a:pt x="1251" y="0"/>
                    </a:moveTo>
                    <a:cubicBezTo>
                      <a:pt x="775" y="0"/>
                      <a:pt x="313" y="499"/>
                      <a:pt x="158" y="1193"/>
                    </a:cubicBezTo>
                    <a:cubicBezTo>
                      <a:pt x="1" y="1951"/>
                      <a:pt x="303" y="2659"/>
                      <a:pt x="812" y="2779"/>
                    </a:cubicBezTo>
                    <a:cubicBezTo>
                      <a:pt x="854" y="2787"/>
                      <a:pt x="893" y="2791"/>
                      <a:pt x="930" y="2791"/>
                    </a:cubicBezTo>
                    <a:cubicBezTo>
                      <a:pt x="1366" y="2791"/>
                      <a:pt x="1532" y="2247"/>
                      <a:pt x="1677" y="1546"/>
                    </a:cubicBezTo>
                    <a:cubicBezTo>
                      <a:pt x="1847" y="785"/>
                      <a:pt x="1913" y="118"/>
                      <a:pt x="1388" y="14"/>
                    </a:cubicBezTo>
                    <a:cubicBezTo>
                      <a:pt x="1342" y="5"/>
                      <a:pt x="1297" y="0"/>
                      <a:pt x="125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1" name="Google Shape;931;p23"/>
              <p:cNvSpPr/>
              <p:nvPr/>
            </p:nvSpPr>
            <p:spPr>
              <a:xfrm>
                <a:off x="3453194" y="1539923"/>
                <a:ext cx="42010" cy="149369"/>
              </a:xfrm>
              <a:custGeom>
                <a:rect b="b" l="l" r="r" t="t"/>
                <a:pathLst>
                  <a:path extrusionOk="0" h="2240" w="630">
                    <a:moveTo>
                      <a:pt x="629" y="13"/>
                    </a:moveTo>
                    <a:cubicBezTo>
                      <a:pt x="629" y="13"/>
                      <a:pt x="601" y="54"/>
                      <a:pt x="563" y="132"/>
                    </a:cubicBezTo>
                    <a:cubicBezTo>
                      <a:pt x="510" y="211"/>
                      <a:pt x="472" y="315"/>
                      <a:pt x="444" y="447"/>
                    </a:cubicBezTo>
                    <a:cubicBezTo>
                      <a:pt x="365" y="708"/>
                      <a:pt x="302" y="1047"/>
                      <a:pt x="261" y="1296"/>
                    </a:cubicBezTo>
                    <a:cubicBezTo>
                      <a:pt x="183" y="1821"/>
                      <a:pt x="158" y="2239"/>
                      <a:pt x="92" y="2239"/>
                    </a:cubicBezTo>
                    <a:cubicBezTo>
                      <a:pt x="51" y="2239"/>
                      <a:pt x="25" y="2136"/>
                      <a:pt x="13" y="1966"/>
                    </a:cubicBezTo>
                    <a:cubicBezTo>
                      <a:pt x="0" y="1783"/>
                      <a:pt x="13" y="1548"/>
                      <a:pt x="51" y="1271"/>
                    </a:cubicBezTo>
                    <a:cubicBezTo>
                      <a:pt x="92" y="997"/>
                      <a:pt x="195" y="667"/>
                      <a:pt x="315" y="406"/>
                    </a:cubicBezTo>
                    <a:cubicBezTo>
                      <a:pt x="365" y="274"/>
                      <a:pt x="431" y="157"/>
                      <a:pt x="497" y="91"/>
                    </a:cubicBezTo>
                    <a:cubicBezTo>
                      <a:pt x="563" y="25"/>
                      <a:pt x="617" y="0"/>
                      <a:pt x="629"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32" name="Google Shape;932;p23"/>
          <p:cNvGrpSpPr/>
          <p:nvPr/>
        </p:nvGrpSpPr>
        <p:grpSpPr>
          <a:xfrm>
            <a:off x="7287140" y="7"/>
            <a:ext cx="2879103" cy="2579797"/>
            <a:chOff x="1259573" y="3375920"/>
            <a:chExt cx="1882382" cy="1686803"/>
          </a:xfrm>
        </p:grpSpPr>
        <p:sp>
          <p:nvSpPr>
            <p:cNvPr id="933" name="Google Shape;933;p23"/>
            <p:cNvSpPr/>
            <p:nvPr/>
          </p:nvSpPr>
          <p:spPr>
            <a:xfrm>
              <a:off x="1358331" y="3375920"/>
              <a:ext cx="1783624" cy="1664862"/>
            </a:xfrm>
            <a:custGeom>
              <a:rect b="b" l="l" r="r" t="t"/>
              <a:pathLst>
                <a:path extrusionOk="0" h="24967" w="26748">
                  <a:moveTo>
                    <a:pt x="26094" y="21611"/>
                  </a:moveTo>
                  <a:lnTo>
                    <a:pt x="18715" y="14758"/>
                  </a:lnTo>
                  <a:cubicBezTo>
                    <a:pt x="18193" y="14258"/>
                    <a:pt x="17969" y="13512"/>
                    <a:pt x="18152" y="12817"/>
                  </a:cubicBezTo>
                  <a:cubicBezTo>
                    <a:pt x="18649" y="10983"/>
                    <a:pt x="18086" y="8911"/>
                    <a:pt x="15884" y="6866"/>
                  </a:cubicBezTo>
                  <a:cubicBezTo>
                    <a:pt x="12582" y="3787"/>
                    <a:pt x="8600" y="0"/>
                    <a:pt x="4681" y="4271"/>
                  </a:cubicBezTo>
                  <a:cubicBezTo>
                    <a:pt x="1" y="9370"/>
                    <a:pt x="4838" y="12241"/>
                    <a:pt x="8141" y="15321"/>
                  </a:cubicBezTo>
                  <a:cubicBezTo>
                    <a:pt x="10342" y="17365"/>
                    <a:pt x="12437" y="17758"/>
                    <a:pt x="14220" y="17117"/>
                  </a:cubicBezTo>
                  <a:cubicBezTo>
                    <a:pt x="14890" y="16881"/>
                    <a:pt x="15648" y="17038"/>
                    <a:pt x="16174" y="17522"/>
                  </a:cubicBezTo>
                  <a:lnTo>
                    <a:pt x="23552" y="24388"/>
                  </a:lnTo>
                  <a:cubicBezTo>
                    <a:pt x="24169" y="24967"/>
                    <a:pt x="25137" y="24926"/>
                    <a:pt x="25713" y="24310"/>
                  </a:cubicBezTo>
                  <a:lnTo>
                    <a:pt x="26185" y="23787"/>
                  </a:lnTo>
                  <a:cubicBezTo>
                    <a:pt x="26748" y="23171"/>
                    <a:pt x="26710" y="22187"/>
                    <a:pt x="26094" y="2161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4" name="Google Shape;934;p23"/>
            <p:cNvSpPr/>
            <p:nvPr/>
          </p:nvSpPr>
          <p:spPr>
            <a:xfrm>
              <a:off x="1561185" y="3460692"/>
              <a:ext cx="111893" cy="164239"/>
            </a:xfrm>
            <a:custGeom>
              <a:rect b="b" l="l" r="r" t="t"/>
              <a:pathLst>
                <a:path extrusionOk="0" h="2463" w="1678">
                  <a:moveTo>
                    <a:pt x="812" y="2450"/>
                  </a:moveTo>
                  <a:cubicBezTo>
                    <a:pt x="1271" y="2463"/>
                    <a:pt x="1652" y="1925"/>
                    <a:pt x="1665" y="1243"/>
                  </a:cubicBezTo>
                  <a:cubicBezTo>
                    <a:pt x="1677" y="576"/>
                    <a:pt x="1309" y="13"/>
                    <a:pt x="853" y="13"/>
                  </a:cubicBezTo>
                  <a:cubicBezTo>
                    <a:pt x="406" y="0"/>
                    <a:pt x="26" y="535"/>
                    <a:pt x="13" y="1205"/>
                  </a:cubicBezTo>
                  <a:cubicBezTo>
                    <a:pt x="1" y="1887"/>
                    <a:pt x="366" y="2450"/>
                    <a:pt x="812" y="245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5" name="Google Shape;935;p23"/>
            <p:cNvSpPr/>
            <p:nvPr/>
          </p:nvSpPr>
          <p:spPr>
            <a:xfrm>
              <a:off x="1405613" y="3600490"/>
              <a:ext cx="143301" cy="132832"/>
            </a:xfrm>
            <a:custGeom>
              <a:rect b="b" l="l" r="r" t="t"/>
              <a:pathLst>
                <a:path extrusionOk="0" h="1992" w="2149">
                  <a:moveTo>
                    <a:pt x="592" y="1585"/>
                  </a:moveTo>
                  <a:cubicBezTo>
                    <a:pt x="1035" y="1966"/>
                    <a:pt x="1614" y="1991"/>
                    <a:pt x="1875" y="1677"/>
                  </a:cubicBezTo>
                  <a:cubicBezTo>
                    <a:pt x="2149" y="1350"/>
                    <a:pt x="2007" y="787"/>
                    <a:pt x="1560" y="406"/>
                  </a:cubicBezTo>
                  <a:cubicBezTo>
                    <a:pt x="1114" y="38"/>
                    <a:pt x="538" y="0"/>
                    <a:pt x="277" y="327"/>
                  </a:cubicBezTo>
                  <a:cubicBezTo>
                    <a:pt x="0" y="655"/>
                    <a:pt x="145" y="1218"/>
                    <a:pt x="592" y="158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6" name="Google Shape;936;p23"/>
            <p:cNvSpPr/>
            <p:nvPr/>
          </p:nvSpPr>
          <p:spPr>
            <a:xfrm>
              <a:off x="1259573" y="3566635"/>
              <a:ext cx="1783824" cy="1496089"/>
            </a:xfrm>
            <a:custGeom>
              <a:rect b="b" l="l" r="r" t="t"/>
              <a:pathLst>
                <a:path extrusionOk="0" h="22436" w="26751">
                  <a:moveTo>
                    <a:pt x="8446" y="1"/>
                  </a:moveTo>
                  <a:cubicBezTo>
                    <a:pt x="7201" y="1"/>
                    <a:pt x="5937" y="541"/>
                    <a:pt x="4680" y="1912"/>
                  </a:cubicBezTo>
                  <a:cubicBezTo>
                    <a:pt x="0" y="7010"/>
                    <a:pt x="4825" y="9878"/>
                    <a:pt x="8140" y="12958"/>
                  </a:cubicBezTo>
                  <a:cubicBezTo>
                    <a:pt x="9717" y="14422"/>
                    <a:pt x="11233" y="15046"/>
                    <a:pt x="12627" y="15046"/>
                  </a:cubicBezTo>
                  <a:cubicBezTo>
                    <a:pt x="13178" y="15046"/>
                    <a:pt x="13711" y="14948"/>
                    <a:pt x="14220" y="14766"/>
                  </a:cubicBezTo>
                  <a:cubicBezTo>
                    <a:pt x="14430" y="14688"/>
                    <a:pt x="14648" y="14650"/>
                    <a:pt x="14865" y="14650"/>
                  </a:cubicBezTo>
                  <a:cubicBezTo>
                    <a:pt x="15338" y="14650"/>
                    <a:pt x="15804" y="14831"/>
                    <a:pt x="16173" y="15172"/>
                  </a:cubicBezTo>
                  <a:lnTo>
                    <a:pt x="23552" y="22028"/>
                  </a:lnTo>
                  <a:cubicBezTo>
                    <a:pt x="23845" y="22302"/>
                    <a:pt x="24217" y="22436"/>
                    <a:pt x="24589" y="22436"/>
                  </a:cubicBezTo>
                  <a:cubicBezTo>
                    <a:pt x="25000" y="22436"/>
                    <a:pt x="25410" y="22272"/>
                    <a:pt x="25713" y="21950"/>
                  </a:cubicBezTo>
                  <a:lnTo>
                    <a:pt x="26184" y="21437"/>
                  </a:lnTo>
                  <a:cubicBezTo>
                    <a:pt x="26751" y="20808"/>
                    <a:pt x="26710" y="19839"/>
                    <a:pt x="26093" y="19261"/>
                  </a:cubicBezTo>
                  <a:lnTo>
                    <a:pt x="18714" y="12395"/>
                  </a:lnTo>
                  <a:cubicBezTo>
                    <a:pt x="18180" y="11910"/>
                    <a:pt x="17969" y="11162"/>
                    <a:pt x="18151" y="10470"/>
                  </a:cubicBezTo>
                  <a:cubicBezTo>
                    <a:pt x="18652" y="8620"/>
                    <a:pt x="18085" y="6551"/>
                    <a:pt x="15884" y="4506"/>
                  </a:cubicBezTo>
                  <a:cubicBezTo>
                    <a:pt x="13640" y="2423"/>
                    <a:pt x="11084" y="1"/>
                    <a:pt x="844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7" name="Google Shape;937;p23"/>
            <p:cNvSpPr/>
            <p:nvPr/>
          </p:nvSpPr>
          <p:spPr>
            <a:xfrm>
              <a:off x="1315587" y="3601177"/>
              <a:ext cx="1187749" cy="936156"/>
            </a:xfrm>
            <a:custGeom>
              <a:rect b="b" l="l" r="r" t="t"/>
              <a:pathLst>
                <a:path extrusionOk="0" h="14039" w="17812">
                  <a:moveTo>
                    <a:pt x="7707" y="0"/>
                  </a:moveTo>
                  <a:cubicBezTo>
                    <a:pt x="6543" y="0"/>
                    <a:pt x="5371" y="495"/>
                    <a:pt x="4221" y="1746"/>
                  </a:cubicBezTo>
                  <a:cubicBezTo>
                    <a:pt x="0" y="6360"/>
                    <a:pt x="4366" y="9216"/>
                    <a:pt x="7457" y="12087"/>
                  </a:cubicBezTo>
                  <a:cubicBezTo>
                    <a:pt x="8932" y="13456"/>
                    <a:pt x="10355" y="14039"/>
                    <a:pt x="11656" y="14039"/>
                  </a:cubicBezTo>
                  <a:cubicBezTo>
                    <a:pt x="13095" y="14039"/>
                    <a:pt x="14385" y="13328"/>
                    <a:pt x="15437" y="12178"/>
                  </a:cubicBezTo>
                  <a:cubicBezTo>
                    <a:pt x="17444" y="10002"/>
                    <a:pt x="17812" y="7068"/>
                    <a:pt x="14717" y="4183"/>
                  </a:cubicBezTo>
                  <a:cubicBezTo>
                    <a:pt x="12607" y="2226"/>
                    <a:pt x="10175" y="0"/>
                    <a:pt x="7707" y="0"/>
                  </a:cubicBezTo>
                  <a:close/>
                </a:path>
              </a:pathLst>
            </a:custGeom>
            <a:solidFill>
              <a:srgbClr val="E1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8" name="Google Shape;938;p23"/>
            <p:cNvSpPr/>
            <p:nvPr/>
          </p:nvSpPr>
          <p:spPr>
            <a:xfrm>
              <a:off x="1634601" y="4119575"/>
              <a:ext cx="160905" cy="115561"/>
            </a:xfrm>
            <a:custGeom>
              <a:rect b="b" l="l" r="r" t="t"/>
              <a:pathLst>
                <a:path extrusionOk="0" h="1733" w="2413">
                  <a:moveTo>
                    <a:pt x="1199" y="1"/>
                  </a:moveTo>
                  <a:cubicBezTo>
                    <a:pt x="557" y="1"/>
                    <a:pt x="25" y="349"/>
                    <a:pt x="13" y="825"/>
                  </a:cubicBezTo>
                  <a:cubicBezTo>
                    <a:pt x="0" y="1297"/>
                    <a:pt x="525" y="1706"/>
                    <a:pt x="1180" y="1731"/>
                  </a:cubicBezTo>
                  <a:cubicBezTo>
                    <a:pt x="1201" y="1732"/>
                    <a:pt x="1222" y="1732"/>
                    <a:pt x="1243" y="1732"/>
                  </a:cubicBezTo>
                  <a:cubicBezTo>
                    <a:pt x="1869" y="1732"/>
                    <a:pt x="2385" y="1376"/>
                    <a:pt x="2397" y="920"/>
                  </a:cubicBezTo>
                  <a:cubicBezTo>
                    <a:pt x="2412" y="432"/>
                    <a:pt x="1887" y="26"/>
                    <a:pt x="1233" y="1"/>
                  </a:cubicBezTo>
                  <a:cubicBezTo>
                    <a:pt x="1222" y="1"/>
                    <a:pt x="1210" y="1"/>
                    <a:pt x="1199"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3"/>
            <p:cNvSpPr/>
            <p:nvPr/>
          </p:nvSpPr>
          <p:spPr>
            <a:xfrm>
              <a:off x="1619664" y="3956733"/>
              <a:ext cx="143301" cy="170907"/>
            </a:xfrm>
            <a:custGeom>
              <a:rect b="b" l="l" r="r" t="t"/>
              <a:pathLst>
                <a:path extrusionOk="0" h="2563" w="2149">
                  <a:moveTo>
                    <a:pt x="1180" y="1"/>
                  </a:moveTo>
                  <a:cubicBezTo>
                    <a:pt x="711" y="1"/>
                    <a:pt x="276" y="456"/>
                    <a:pt x="145" y="1081"/>
                  </a:cubicBezTo>
                  <a:cubicBezTo>
                    <a:pt x="1" y="1773"/>
                    <a:pt x="303" y="2431"/>
                    <a:pt x="812" y="2547"/>
                  </a:cubicBezTo>
                  <a:cubicBezTo>
                    <a:pt x="861" y="2557"/>
                    <a:pt x="910" y="2562"/>
                    <a:pt x="959" y="2562"/>
                  </a:cubicBezTo>
                  <a:cubicBezTo>
                    <a:pt x="1424" y="2562"/>
                    <a:pt x="1876" y="2115"/>
                    <a:pt x="2007" y="1474"/>
                  </a:cubicBezTo>
                  <a:cubicBezTo>
                    <a:pt x="2149" y="779"/>
                    <a:pt x="1850" y="122"/>
                    <a:pt x="1337" y="18"/>
                  </a:cubicBezTo>
                  <a:cubicBezTo>
                    <a:pt x="1285" y="7"/>
                    <a:pt x="1232" y="1"/>
                    <a:pt x="118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3"/>
            <p:cNvSpPr/>
            <p:nvPr/>
          </p:nvSpPr>
          <p:spPr>
            <a:xfrm>
              <a:off x="1676545" y="3981606"/>
              <a:ext cx="36742" cy="131965"/>
            </a:xfrm>
            <a:custGeom>
              <a:rect b="b" l="l" r="r" t="t"/>
              <a:pathLst>
                <a:path extrusionOk="0" h="1979" w="551">
                  <a:moveTo>
                    <a:pt x="13" y="1966"/>
                  </a:moveTo>
                  <a:cubicBezTo>
                    <a:pt x="0" y="1966"/>
                    <a:pt x="38" y="1926"/>
                    <a:pt x="91" y="1859"/>
                  </a:cubicBezTo>
                  <a:cubicBezTo>
                    <a:pt x="132" y="1781"/>
                    <a:pt x="195" y="1690"/>
                    <a:pt x="236" y="1573"/>
                  </a:cubicBezTo>
                  <a:cubicBezTo>
                    <a:pt x="261" y="1454"/>
                    <a:pt x="274" y="1309"/>
                    <a:pt x="249" y="1180"/>
                  </a:cubicBezTo>
                  <a:cubicBezTo>
                    <a:pt x="236" y="1048"/>
                    <a:pt x="170" y="916"/>
                    <a:pt x="132" y="787"/>
                  </a:cubicBezTo>
                  <a:cubicBezTo>
                    <a:pt x="79" y="655"/>
                    <a:pt x="54" y="523"/>
                    <a:pt x="66" y="378"/>
                  </a:cubicBezTo>
                  <a:cubicBezTo>
                    <a:pt x="79" y="315"/>
                    <a:pt x="91" y="249"/>
                    <a:pt x="132" y="196"/>
                  </a:cubicBezTo>
                  <a:cubicBezTo>
                    <a:pt x="157" y="142"/>
                    <a:pt x="195" y="104"/>
                    <a:pt x="249" y="64"/>
                  </a:cubicBezTo>
                  <a:cubicBezTo>
                    <a:pt x="327" y="13"/>
                    <a:pt x="418" y="1"/>
                    <a:pt x="472" y="13"/>
                  </a:cubicBezTo>
                  <a:cubicBezTo>
                    <a:pt x="525" y="26"/>
                    <a:pt x="551" y="51"/>
                    <a:pt x="551" y="64"/>
                  </a:cubicBezTo>
                  <a:cubicBezTo>
                    <a:pt x="538" y="104"/>
                    <a:pt x="447" y="92"/>
                    <a:pt x="352" y="196"/>
                  </a:cubicBezTo>
                  <a:cubicBezTo>
                    <a:pt x="302" y="237"/>
                    <a:pt x="274" y="299"/>
                    <a:pt x="274" y="406"/>
                  </a:cubicBezTo>
                  <a:cubicBezTo>
                    <a:pt x="261" y="498"/>
                    <a:pt x="289" y="601"/>
                    <a:pt x="327" y="721"/>
                  </a:cubicBezTo>
                  <a:cubicBezTo>
                    <a:pt x="368" y="837"/>
                    <a:pt x="431" y="982"/>
                    <a:pt x="447" y="1152"/>
                  </a:cubicBezTo>
                  <a:cubicBezTo>
                    <a:pt x="459" y="1322"/>
                    <a:pt x="418" y="1479"/>
                    <a:pt x="368" y="1624"/>
                  </a:cubicBezTo>
                  <a:cubicBezTo>
                    <a:pt x="302" y="1756"/>
                    <a:pt x="211" y="1847"/>
                    <a:pt x="145" y="1900"/>
                  </a:cubicBezTo>
                  <a:cubicBezTo>
                    <a:pt x="66" y="1966"/>
                    <a:pt x="13" y="1979"/>
                    <a:pt x="13" y="196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3"/>
            <p:cNvSpPr/>
            <p:nvPr/>
          </p:nvSpPr>
          <p:spPr>
            <a:xfrm>
              <a:off x="1735893" y="3649256"/>
              <a:ext cx="142434" cy="171041"/>
            </a:xfrm>
            <a:custGeom>
              <a:rect b="b" l="l" r="r" t="t"/>
              <a:pathLst>
                <a:path extrusionOk="0" h="2565" w="2136">
                  <a:moveTo>
                    <a:pt x="1182" y="1"/>
                  </a:moveTo>
                  <a:cubicBezTo>
                    <a:pt x="718" y="1"/>
                    <a:pt x="264" y="449"/>
                    <a:pt x="132" y="1091"/>
                  </a:cubicBezTo>
                  <a:cubicBezTo>
                    <a:pt x="0" y="1786"/>
                    <a:pt x="302" y="2440"/>
                    <a:pt x="815" y="2547"/>
                  </a:cubicBezTo>
                  <a:cubicBezTo>
                    <a:pt x="866" y="2559"/>
                    <a:pt x="917" y="2564"/>
                    <a:pt x="968" y="2564"/>
                  </a:cubicBezTo>
                  <a:cubicBezTo>
                    <a:pt x="1426" y="2564"/>
                    <a:pt x="1864" y="2110"/>
                    <a:pt x="1994" y="1484"/>
                  </a:cubicBezTo>
                  <a:cubicBezTo>
                    <a:pt x="2136" y="789"/>
                    <a:pt x="1837" y="135"/>
                    <a:pt x="1324" y="15"/>
                  </a:cubicBezTo>
                  <a:cubicBezTo>
                    <a:pt x="1277" y="6"/>
                    <a:pt x="1230" y="1"/>
                    <a:pt x="118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3"/>
            <p:cNvSpPr/>
            <p:nvPr/>
          </p:nvSpPr>
          <p:spPr>
            <a:xfrm>
              <a:off x="1792708" y="3673929"/>
              <a:ext cx="35942" cy="131965"/>
            </a:xfrm>
            <a:custGeom>
              <a:rect b="b" l="l" r="r" t="t"/>
              <a:pathLst>
                <a:path extrusionOk="0" h="1979" w="539">
                  <a:moveTo>
                    <a:pt x="1" y="1979"/>
                  </a:moveTo>
                  <a:cubicBezTo>
                    <a:pt x="1" y="1966"/>
                    <a:pt x="26" y="1925"/>
                    <a:pt x="79" y="1863"/>
                  </a:cubicBezTo>
                  <a:cubicBezTo>
                    <a:pt x="133" y="1797"/>
                    <a:pt x="183" y="1690"/>
                    <a:pt x="224" y="1573"/>
                  </a:cubicBezTo>
                  <a:cubicBezTo>
                    <a:pt x="262" y="1454"/>
                    <a:pt x="277" y="1312"/>
                    <a:pt x="249" y="1180"/>
                  </a:cubicBezTo>
                  <a:cubicBezTo>
                    <a:pt x="224" y="1048"/>
                    <a:pt x="158" y="919"/>
                    <a:pt x="120" y="799"/>
                  </a:cubicBezTo>
                  <a:cubicBezTo>
                    <a:pt x="67" y="667"/>
                    <a:pt x="41" y="526"/>
                    <a:pt x="54" y="394"/>
                  </a:cubicBezTo>
                  <a:cubicBezTo>
                    <a:pt x="67" y="328"/>
                    <a:pt x="92" y="262"/>
                    <a:pt x="120" y="196"/>
                  </a:cubicBezTo>
                  <a:cubicBezTo>
                    <a:pt x="158" y="145"/>
                    <a:pt x="199" y="104"/>
                    <a:pt x="236" y="79"/>
                  </a:cubicBezTo>
                  <a:cubicBezTo>
                    <a:pt x="315" y="13"/>
                    <a:pt x="406" y="1"/>
                    <a:pt x="472" y="13"/>
                  </a:cubicBezTo>
                  <a:cubicBezTo>
                    <a:pt x="526" y="26"/>
                    <a:pt x="538" y="54"/>
                    <a:pt x="538" y="79"/>
                  </a:cubicBezTo>
                  <a:cubicBezTo>
                    <a:pt x="526" y="104"/>
                    <a:pt x="435" y="92"/>
                    <a:pt x="340" y="196"/>
                  </a:cubicBezTo>
                  <a:cubicBezTo>
                    <a:pt x="302" y="249"/>
                    <a:pt x="262" y="315"/>
                    <a:pt x="262" y="406"/>
                  </a:cubicBezTo>
                  <a:cubicBezTo>
                    <a:pt x="262" y="498"/>
                    <a:pt x="277" y="604"/>
                    <a:pt x="328" y="721"/>
                  </a:cubicBezTo>
                  <a:cubicBezTo>
                    <a:pt x="356" y="840"/>
                    <a:pt x="419" y="982"/>
                    <a:pt x="435" y="1155"/>
                  </a:cubicBezTo>
                  <a:cubicBezTo>
                    <a:pt x="460" y="1325"/>
                    <a:pt x="419" y="1495"/>
                    <a:pt x="356" y="1627"/>
                  </a:cubicBezTo>
                  <a:cubicBezTo>
                    <a:pt x="290" y="1756"/>
                    <a:pt x="199" y="1847"/>
                    <a:pt x="133" y="1913"/>
                  </a:cubicBezTo>
                  <a:cubicBezTo>
                    <a:pt x="54" y="1966"/>
                    <a:pt x="13" y="1979"/>
                    <a:pt x="1" y="197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3" name="Google Shape;943;p23"/>
            <p:cNvSpPr/>
            <p:nvPr/>
          </p:nvSpPr>
          <p:spPr>
            <a:xfrm>
              <a:off x="1912471" y="4188592"/>
              <a:ext cx="160905" cy="147768"/>
            </a:xfrm>
            <a:custGeom>
              <a:rect b="b" l="l" r="r" t="t"/>
              <a:pathLst>
                <a:path extrusionOk="0" h="2216" w="2413">
                  <a:moveTo>
                    <a:pt x="1633" y="0"/>
                  </a:moveTo>
                  <a:cubicBezTo>
                    <a:pt x="1305" y="0"/>
                    <a:pt x="910" y="192"/>
                    <a:pt x="589" y="539"/>
                  </a:cubicBezTo>
                  <a:cubicBezTo>
                    <a:pt x="117" y="1064"/>
                    <a:pt x="0" y="1743"/>
                    <a:pt x="340" y="2058"/>
                  </a:cubicBezTo>
                  <a:cubicBezTo>
                    <a:pt x="451" y="2165"/>
                    <a:pt x="602" y="2216"/>
                    <a:pt x="772" y="2216"/>
                  </a:cubicBezTo>
                  <a:cubicBezTo>
                    <a:pt x="1100" y="2216"/>
                    <a:pt x="1498" y="2024"/>
                    <a:pt x="1809" y="1677"/>
                  </a:cubicBezTo>
                  <a:cubicBezTo>
                    <a:pt x="2293" y="1155"/>
                    <a:pt x="2413" y="473"/>
                    <a:pt x="2070" y="158"/>
                  </a:cubicBezTo>
                  <a:cubicBezTo>
                    <a:pt x="1955" y="51"/>
                    <a:pt x="1803" y="0"/>
                    <a:pt x="163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4" name="Google Shape;944;p23"/>
            <p:cNvSpPr/>
            <p:nvPr/>
          </p:nvSpPr>
          <p:spPr>
            <a:xfrm>
              <a:off x="1943946" y="4208730"/>
              <a:ext cx="100491" cy="120695"/>
            </a:xfrm>
            <a:custGeom>
              <a:rect b="b" l="l" r="r" t="t"/>
              <a:pathLst>
                <a:path extrusionOk="0" h="1810" w="1507">
                  <a:moveTo>
                    <a:pt x="1453" y="1"/>
                  </a:moveTo>
                  <a:cubicBezTo>
                    <a:pt x="1469" y="1"/>
                    <a:pt x="1482" y="54"/>
                    <a:pt x="1494" y="158"/>
                  </a:cubicBezTo>
                  <a:cubicBezTo>
                    <a:pt x="1507" y="249"/>
                    <a:pt x="1482" y="407"/>
                    <a:pt x="1416" y="551"/>
                  </a:cubicBezTo>
                  <a:cubicBezTo>
                    <a:pt x="1375" y="630"/>
                    <a:pt x="1324" y="696"/>
                    <a:pt x="1271" y="775"/>
                  </a:cubicBezTo>
                  <a:cubicBezTo>
                    <a:pt x="1233" y="800"/>
                    <a:pt x="1192" y="841"/>
                    <a:pt x="1139" y="866"/>
                  </a:cubicBezTo>
                  <a:cubicBezTo>
                    <a:pt x="1089" y="878"/>
                    <a:pt x="1022" y="891"/>
                    <a:pt x="982" y="891"/>
                  </a:cubicBezTo>
                  <a:cubicBezTo>
                    <a:pt x="944" y="891"/>
                    <a:pt x="903" y="891"/>
                    <a:pt x="865" y="904"/>
                  </a:cubicBezTo>
                  <a:cubicBezTo>
                    <a:pt x="824" y="904"/>
                    <a:pt x="799" y="919"/>
                    <a:pt x="761" y="919"/>
                  </a:cubicBezTo>
                  <a:cubicBezTo>
                    <a:pt x="695" y="944"/>
                    <a:pt x="629" y="970"/>
                    <a:pt x="576" y="998"/>
                  </a:cubicBezTo>
                  <a:cubicBezTo>
                    <a:pt x="340" y="1127"/>
                    <a:pt x="224" y="1350"/>
                    <a:pt x="170" y="1507"/>
                  </a:cubicBezTo>
                  <a:cubicBezTo>
                    <a:pt x="117" y="1677"/>
                    <a:pt x="117" y="1797"/>
                    <a:pt x="79" y="1809"/>
                  </a:cubicBezTo>
                  <a:cubicBezTo>
                    <a:pt x="66" y="1809"/>
                    <a:pt x="54" y="1784"/>
                    <a:pt x="25" y="1731"/>
                  </a:cubicBezTo>
                  <a:cubicBezTo>
                    <a:pt x="13" y="1677"/>
                    <a:pt x="0" y="1586"/>
                    <a:pt x="13" y="1482"/>
                  </a:cubicBezTo>
                  <a:cubicBezTo>
                    <a:pt x="25" y="1375"/>
                    <a:pt x="66" y="1259"/>
                    <a:pt x="132" y="1139"/>
                  </a:cubicBezTo>
                  <a:cubicBezTo>
                    <a:pt x="211" y="1011"/>
                    <a:pt x="315" y="891"/>
                    <a:pt x="459" y="812"/>
                  </a:cubicBezTo>
                  <a:cubicBezTo>
                    <a:pt x="538" y="775"/>
                    <a:pt x="617" y="734"/>
                    <a:pt x="708" y="721"/>
                  </a:cubicBezTo>
                  <a:cubicBezTo>
                    <a:pt x="746" y="709"/>
                    <a:pt x="799" y="696"/>
                    <a:pt x="840" y="696"/>
                  </a:cubicBezTo>
                  <a:lnTo>
                    <a:pt x="982" y="696"/>
                  </a:lnTo>
                  <a:lnTo>
                    <a:pt x="1076" y="696"/>
                  </a:lnTo>
                  <a:cubicBezTo>
                    <a:pt x="1089" y="683"/>
                    <a:pt x="1126" y="668"/>
                    <a:pt x="1155" y="643"/>
                  </a:cubicBezTo>
                  <a:cubicBezTo>
                    <a:pt x="1205" y="605"/>
                    <a:pt x="1258" y="539"/>
                    <a:pt x="1284" y="485"/>
                  </a:cubicBezTo>
                  <a:cubicBezTo>
                    <a:pt x="1362" y="369"/>
                    <a:pt x="1403" y="237"/>
                    <a:pt x="1428" y="146"/>
                  </a:cubicBezTo>
                  <a:cubicBezTo>
                    <a:pt x="1441" y="54"/>
                    <a:pt x="1441" y="1"/>
                    <a:pt x="1453"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5" name="Google Shape;945;p23"/>
            <p:cNvSpPr/>
            <p:nvPr/>
          </p:nvSpPr>
          <p:spPr>
            <a:xfrm>
              <a:off x="2108121" y="3857175"/>
              <a:ext cx="146902" cy="104225"/>
            </a:xfrm>
            <a:custGeom>
              <a:rect b="b" l="l" r="r" t="t"/>
              <a:pathLst>
                <a:path extrusionOk="0" h="1563" w="2203">
                  <a:moveTo>
                    <a:pt x="961" y="0"/>
                  </a:moveTo>
                  <a:cubicBezTo>
                    <a:pt x="516" y="0"/>
                    <a:pt x="145" y="221"/>
                    <a:pt x="80" y="568"/>
                  </a:cubicBezTo>
                  <a:cubicBezTo>
                    <a:pt x="1" y="986"/>
                    <a:pt x="394" y="1420"/>
                    <a:pt x="957" y="1536"/>
                  </a:cubicBezTo>
                  <a:cubicBezTo>
                    <a:pt x="1049" y="1554"/>
                    <a:pt x="1139" y="1562"/>
                    <a:pt x="1226" y="1562"/>
                  </a:cubicBezTo>
                  <a:cubicBezTo>
                    <a:pt x="1677" y="1562"/>
                    <a:pt x="2048" y="1339"/>
                    <a:pt x="2124" y="986"/>
                  </a:cubicBezTo>
                  <a:cubicBezTo>
                    <a:pt x="2203" y="568"/>
                    <a:pt x="1809" y="137"/>
                    <a:pt x="1246" y="30"/>
                  </a:cubicBezTo>
                  <a:cubicBezTo>
                    <a:pt x="1149" y="10"/>
                    <a:pt x="1054" y="0"/>
                    <a:pt x="96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6" name="Google Shape;946;p23"/>
            <p:cNvSpPr/>
            <p:nvPr/>
          </p:nvSpPr>
          <p:spPr>
            <a:xfrm>
              <a:off x="2123858" y="3890583"/>
              <a:ext cx="115427" cy="35075"/>
            </a:xfrm>
            <a:custGeom>
              <a:rect b="b" l="l" r="r" t="t"/>
              <a:pathLst>
                <a:path extrusionOk="0" h="526" w="1731">
                  <a:moveTo>
                    <a:pt x="1718" y="513"/>
                  </a:moveTo>
                  <a:cubicBezTo>
                    <a:pt x="1718" y="526"/>
                    <a:pt x="1680" y="485"/>
                    <a:pt x="1627" y="435"/>
                  </a:cubicBezTo>
                  <a:cubicBezTo>
                    <a:pt x="1573" y="381"/>
                    <a:pt x="1495" y="315"/>
                    <a:pt x="1404" y="265"/>
                  </a:cubicBezTo>
                  <a:cubicBezTo>
                    <a:pt x="1312" y="211"/>
                    <a:pt x="1180" y="186"/>
                    <a:pt x="1089" y="224"/>
                  </a:cubicBezTo>
                  <a:cubicBezTo>
                    <a:pt x="1036" y="237"/>
                    <a:pt x="1010" y="265"/>
                    <a:pt x="957" y="303"/>
                  </a:cubicBezTo>
                  <a:cubicBezTo>
                    <a:pt x="919" y="343"/>
                    <a:pt x="853" y="394"/>
                    <a:pt x="800" y="422"/>
                  </a:cubicBezTo>
                  <a:cubicBezTo>
                    <a:pt x="683" y="501"/>
                    <a:pt x="564" y="526"/>
                    <a:pt x="447" y="526"/>
                  </a:cubicBezTo>
                  <a:cubicBezTo>
                    <a:pt x="381" y="526"/>
                    <a:pt x="344" y="526"/>
                    <a:pt x="278" y="513"/>
                  </a:cubicBezTo>
                  <a:cubicBezTo>
                    <a:pt x="224" y="501"/>
                    <a:pt x="186" y="485"/>
                    <a:pt x="146" y="460"/>
                  </a:cubicBezTo>
                  <a:cubicBezTo>
                    <a:pt x="67" y="406"/>
                    <a:pt x="13" y="343"/>
                    <a:pt x="13" y="277"/>
                  </a:cubicBezTo>
                  <a:cubicBezTo>
                    <a:pt x="1" y="224"/>
                    <a:pt x="29" y="199"/>
                    <a:pt x="42" y="199"/>
                  </a:cubicBezTo>
                  <a:cubicBezTo>
                    <a:pt x="54" y="199"/>
                    <a:pt x="67" y="224"/>
                    <a:pt x="92" y="237"/>
                  </a:cubicBezTo>
                  <a:cubicBezTo>
                    <a:pt x="120" y="265"/>
                    <a:pt x="146" y="290"/>
                    <a:pt x="212" y="303"/>
                  </a:cubicBezTo>
                  <a:cubicBezTo>
                    <a:pt x="265" y="328"/>
                    <a:pt x="328" y="328"/>
                    <a:pt x="422" y="315"/>
                  </a:cubicBezTo>
                  <a:cubicBezTo>
                    <a:pt x="514" y="315"/>
                    <a:pt x="605" y="290"/>
                    <a:pt x="696" y="237"/>
                  </a:cubicBezTo>
                  <a:cubicBezTo>
                    <a:pt x="737" y="211"/>
                    <a:pt x="775" y="186"/>
                    <a:pt x="828" y="145"/>
                  </a:cubicBezTo>
                  <a:cubicBezTo>
                    <a:pt x="853" y="120"/>
                    <a:pt x="878" y="108"/>
                    <a:pt x="919" y="79"/>
                  </a:cubicBezTo>
                  <a:cubicBezTo>
                    <a:pt x="957" y="67"/>
                    <a:pt x="998" y="41"/>
                    <a:pt x="1036" y="41"/>
                  </a:cubicBezTo>
                  <a:cubicBezTo>
                    <a:pt x="1209" y="1"/>
                    <a:pt x="1366" y="54"/>
                    <a:pt x="1470" y="145"/>
                  </a:cubicBezTo>
                  <a:cubicBezTo>
                    <a:pt x="1586" y="224"/>
                    <a:pt x="1640" y="328"/>
                    <a:pt x="1680" y="394"/>
                  </a:cubicBezTo>
                  <a:cubicBezTo>
                    <a:pt x="1718" y="472"/>
                    <a:pt x="1731" y="513"/>
                    <a:pt x="1718" y="51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3"/>
            <p:cNvSpPr/>
            <p:nvPr/>
          </p:nvSpPr>
          <p:spPr>
            <a:xfrm>
              <a:off x="1801510" y="4087566"/>
              <a:ext cx="182777" cy="163772"/>
            </a:xfrm>
            <a:custGeom>
              <a:rect b="b" l="l" r="r" t="t"/>
              <a:pathLst>
                <a:path extrusionOk="0" h="2456" w="2741">
                  <a:moveTo>
                    <a:pt x="1806" y="0"/>
                  </a:moveTo>
                  <a:cubicBezTo>
                    <a:pt x="1429" y="0"/>
                    <a:pt x="994" y="206"/>
                    <a:pt x="655" y="585"/>
                  </a:cubicBezTo>
                  <a:cubicBezTo>
                    <a:pt x="117" y="1164"/>
                    <a:pt x="1" y="1934"/>
                    <a:pt x="406" y="2315"/>
                  </a:cubicBezTo>
                  <a:cubicBezTo>
                    <a:pt x="511" y="2412"/>
                    <a:pt x="620" y="2456"/>
                    <a:pt x="735" y="2456"/>
                  </a:cubicBezTo>
                  <a:cubicBezTo>
                    <a:pt x="1053" y="2456"/>
                    <a:pt x="1411" y="2124"/>
                    <a:pt x="1797" y="1698"/>
                  </a:cubicBezTo>
                  <a:cubicBezTo>
                    <a:pt x="2331" y="1110"/>
                    <a:pt x="2740" y="560"/>
                    <a:pt x="2347" y="192"/>
                  </a:cubicBezTo>
                  <a:cubicBezTo>
                    <a:pt x="2202" y="62"/>
                    <a:pt x="2013" y="0"/>
                    <a:pt x="1806"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8" name="Google Shape;948;p23"/>
            <p:cNvSpPr/>
            <p:nvPr/>
          </p:nvSpPr>
          <p:spPr>
            <a:xfrm>
              <a:off x="1847855" y="4121308"/>
              <a:ext cx="111026" cy="115427"/>
            </a:xfrm>
            <a:custGeom>
              <a:rect b="b" l="l" r="r" t="t"/>
              <a:pathLst>
                <a:path extrusionOk="0" h="1731" w="1665">
                  <a:moveTo>
                    <a:pt x="1665" y="13"/>
                  </a:moveTo>
                  <a:cubicBezTo>
                    <a:pt x="1665" y="29"/>
                    <a:pt x="1611" y="54"/>
                    <a:pt x="1532" y="92"/>
                  </a:cubicBezTo>
                  <a:cubicBezTo>
                    <a:pt x="1466" y="132"/>
                    <a:pt x="1375" y="211"/>
                    <a:pt x="1271" y="315"/>
                  </a:cubicBezTo>
                  <a:cubicBezTo>
                    <a:pt x="1073" y="500"/>
                    <a:pt x="837" y="761"/>
                    <a:pt x="680" y="956"/>
                  </a:cubicBezTo>
                  <a:cubicBezTo>
                    <a:pt x="340" y="1378"/>
                    <a:pt x="92" y="1730"/>
                    <a:pt x="26" y="1692"/>
                  </a:cubicBezTo>
                  <a:cubicBezTo>
                    <a:pt x="1" y="1680"/>
                    <a:pt x="26" y="1573"/>
                    <a:pt x="105" y="1416"/>
                  </a:cubicBezTo>
                  <a:cubicBezTo>
                    <a:pt x="196" y="1258"/>
                    <a:pt x="328" y="1035"/>
                    <a:pt x="510" y="828"/>
                  </a:cubicBezTo>
                  <a:cubicBezTo>
                    <a:pt x="680" y="617"/>
                    <a:pt x="944" y="368"/>
                    <a:pt x="1180" y="198"/>
                  </a:cubicBezTo>
                  <a:cubicBezTo>
                    <a:pt x="1297" y="120"/>
                    <a:pt x="1416" y="54"/>
                    <a:pt x="1507" y="29"/>
                  </a:cubicBezTo>
                  <a:cubicBezTo>
                    <a:pt x="1599" y="0"/>
                    <a:pt x="1665" y="13"/>
                    <a:pt x="1665"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9" name="Google Shape;949;p23"/>
            <p:cNvSpPr/>
            <p:nvPr/>
          </p:nvSpPr>
          <p:spPr>
            <a:xfrm>
              <a:off x="1747230" y="3870845"/>
              <a:ext cx="170574" cy="126363"/>
            </a:xfrm>
            <a:custGeom>
              <a:rect b="b" l="l" r="r" t="t"/>
              <a:pathLst>
                <a:path extrusionOk="0" h="1895" w="2558">
                  <a:moveTo>
                    <a:pt x="957" y="1"/>
                  </a:moveTo>
                  <a:cubicBezTo>
                    <a:pt x="631" y="1"/>
                    <a:pt x="355" y="129"/>
                    <a:pt x="223" y="375"/>
                  </a:cubicBezTo>
                  <a:cubicBezTo>
                    <a:pt x="0" y="797"/>
                    <a:pt x="302" y="1397"/>
                    <a:pt x="881" y="1712"/>
                  </a:cubicBezTo>
                  <a:cubicBezTo>
                    <a:pt x="1119" y="1834"/>
                    <a:pt x="1367" y="1894"/>
                    <a:pt x="1591" y="1894"/>
                  </a:cubicBezTo>
                  <a:cubicBezTo>
                    <a:pt x="1920" y="1894"/>
                    <a:pt x="2201" y="1766"/>
                    <a:pt x="2334" y="1517"/>
                  </a:cubicBezTo>
                  <a:cubicBezTo>
                    <a:pt x="2557" y="1095"/>
                    <a:pt x="2255" y="495"/>
                    <a:pt x="1680" y="193"/>
                  </a:cubicBezTo>
                  <a:cubicBezTo>
                    <a:pt x="1436" y="63"/>
                    <a:pt x="1184" y="1"/>
                    <a:pt x="957"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3"/>
            <p:cNvSpPr/>
            <p:nvPr/>
          </p:nvSpPr>
          <p:spPr>
            <a:xfrm>
              <a:off x="1561183" y="3805495"/>
              <a:ext cx="182710" cy="163706"/>
            </a:xfrm>
            <a:custGeom>
              <a:rect b="b" l="l" r="r" t="t"/>
              <a:pathLst>
                <a:path extrusionOk="0" h="2455" w="2740">
                  <a:moveTo>
                    <a:pt x="1791" y="1"/>
                  </a:moveTo>
                  <a:cubicBezTo>
                    <a:pt x="1420" y="1"/>
                    <a:pt x="985" y="206"/>
                    <a:pt x="642" y="582"/>
                  </a:cubicBezTo>
                  <a:cubicBezTo>
                    <a:pt x="104" y="1173"/>
                    <a:pt x="0" y="1947"/>
                    <a:pt x="393" y="2311"/>
                  </a:cubicBezTo>
                  <a:cubicBezTo>
                    <a:pt x="502" y="2410"/>
                    <a:pt x="615" y="2454"/>
                    <a:pt x="732" y="2454"/>
                  </a:cubicBezTo>
                  <a:cubicBezTo>
                    <a:pt x="1051" y="2454"/>
                    <a:pt x="1403" y="2128"/>
                    <a:pt x="1796" y="1698"/>
                  </a:cubicBezTo>
                  <a:cubicBezTo>
                    <a:pt x="2334" y="1107"/>
                    <a:pt x="2740" y="569"/>
                    <a:pt x="2334" y="204"/>
                  </a:cubicBezTo>
                  <a:cubicBezTo>
                    <a:pt x="2192" y="67"/>
                    <a:pt x="2002" y="1"/>
                    <a:pt x="17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1" name="Google Shape;951;p23"/>
            <p:cNvSpPr/>
            <p:nvPr/>
          </p:nvSpPr>
          <p:spPr>
            <a:xfrm>
              <a:off x="1607528" y="3840037"/>
              <a:ext cx="111026" cy="114360"/>
            </a:xfrm>
            <a:custGeom>
              <a:rect b="b" l="l" r="r" t="t"/>
              <a:pathLst>
                <a:path extrusionOk="0" h="1715" w="1665">
                  <a:moveTo>
                    <a:pt x="1664" y="13"/>
                  </a:moveTo>
                  <a:cubicBezTo>
                    <a:pt x="1664" y="26"/>
                    <a:pt x="1611" y="38"/>
                    <a:pt x="1532" y="92"/>
                  </a:cubicBezTo>
                  <a:cubicBezTo>
                    <a:pt x="1453" y="130"/>
                    <a:pt x="1362" y="208"/>
                    <a:pt x="1271" y="299"/>
                  </a:cubicBezTo>
                  <a:cubicBezTo>
                    <a:pt x="1060" y="498"/>
                    <a:pt x="837" y="746"/>
                    <a:pt x="667" y="957"/>
                  </a:cubicBezTo>
                  <a:cubicBezTo>
                    <a:pt x="327" y="1375"/>
                    <a:pt x="92" y="1715"/>
                    <a:pt x="25" y="1690"/>
                  </a:cubicBezTo>
                  <a:cubicBezTo>
                    <a:pt x="0" y="1677"/>
                    <a:pt x="25" y="1557"/>
                    <a:pt x="104" y="1400"/>
                  </a:cubicBezTo>
                  <a:cubicBezTo>
                    <a:pt x="183" y="1243"/>
                    <a:pt x="327" y="1035"/>
                    <a:pt x="497" y="812"/>
                  </a:cubicBezTo>
                  <a:cubicBezTo>
                    <a:pt x="667" y="601"/>
                    <a:pt x="944" y="365"/>
                    <a:pt x="1180" y="196"/>
                  </a:cubicBezTo>
                  <a:cubicBezTo>
                    <a:pt x="1296" y="104"/>
                    <a:pt x="1416" y="38"/>
                    <a:pt x="1507" y="26"/>
                  </a:cubicBezTo>
                  <a:cubicBezTo>
                    <a:pt x="1598" y="1"/>
                    <a:pt x="1664" y="1"/>
                    <a:pt x="1664"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2" name="Google Shape;952;p23"/>
            <p:cNvSpPr/>
            <p:nvPr/>
          </p:nvSpPr>
          <p:spPr>
            <a:xfrm>
              <a:off x="2124725" y="4117241"/>
              <a:ext cx="146035" cy="169974"/>
            </a:xfrm>
            <a:custGeom>
              <a:rect b="b" l="l" r="r" t="t"/>
              <a:pathLst>
                <a:path extrusionOk="0" h="2549" w="2190">
                  <a:moveTo>
                    <a:pt x="953" y="1"/>
                  </a:moveTo>
                  <a:cubicBezTo>
                    <a:pt x="893" y="1"/>
                    <a:pt x="833" y="8"/>
                    <a:pt x="774" y="24"/>
                  </a:cubicBezTo>
                  <a:cubicBezTo>
                    <a:pt x="265" y="140"/>
                    <a:pt x="0" y="810"/>
                    <a:pt x="173" y="1505"/>
                  </a:cubicBezTo>
                  <a:cubicBezTo>
                    <a:pt x="335" y="2118"/>
                    <a:pt x="786" y="2549"/>
                    <a:pt x="1241" y="2549"/>
                  </a:cubicBezTo>
                  <a:cubicBezTo>
                    <a:pt x="1300" y="2549"/>
                    <a:pt x="1358" y="2542"/>
                    <a:pt x="1416" y="2527"/>
                  </a:cubicBezTo>
                  <a:cubicBezTo>
                    <a:pt x="1916" y="2408"/>
                    <a:pt x="2190" y="1741"/>
                    <a:pt x="2007" y="1046"/>
                  </a:cubicBezTo>
                  <a:cubicBezTo>
                    <a:pt x="1857" y="431"/>
                    <a:pt x="1409" y="1"/>
                    <a:pt x="95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3" name="Google Shape;953;p23"/>
            <p:cNvSpPr/>
            <p:nvPr/>
          </p:nvSpPr>
          <p:spPr>
            <a:xfrm>
              <a:off x="2168536" y="4131778"/>
              <a:ext cx="55880" cy="133032"/>
            </a:xfrm>
            <a:custGeom>
              <a:rect b="b" l="l" r="r" t="t"/>
              <a:pathLst>
                <a:path extrusionOk="0" h="1995" w="838">
                  <a:moveTo>
                    <a:pt x="171" y="1"/>
                  </a:moveTo>
                  <a:cubicBezTo>
                    <a:pt x="183" y="13"/>
                    <a:pt x="158" y="67"/>
                    <a:pt x="145" y="145"/>
                  </a:cubicBezTo>
                  <a:cubicBezTo>
                    <a:pt x="130" y="224"/>
                    <a:pt x="117" y="343"/>
                    <a:pt x="145" y="460"/>
                  </a:cubicBezTo>
                  <a:cubicBezTo>
                    <a:pt x="158" y="592"/>
                    <a:pt x="208" y="721"/>
                    <a:pt x="287" y="828"/>
                  </a:cubicBezTo>
                  <a:cubicBezTo>
                    <a:pt x="366" y="932"/>
                    <a:pt x="485" y="1023"/>
                    <a:pt x="576" y="1114"/>
                  </a:cubicBezTo>
                  <a:cubicBezTo>
                    <a:pt x="668" y="1221"/>
                    <a:pt x="759" y="1337"/>
                    <a:pt x="800" y="1457"/>
                  </a:cubicBezTo>
                  <a:cubicBezTo>
                    <a:pt x="825" y="1523"/>
                    <a:pt x="837" y="1586"/>
                    <a:pt x="825" y="1652"/>
                  </a:cubicBezTo>
                  <a:cubicBezTo>
                    <a:pt x="825" y="1718"/>
                    <a:pt x="812" y="1771"/>
                    <a:pt x="787" y="1822"/>
                  </a:cubicBezTo>
                  <a:cubicBezTo>
                    <a:pt x="734" y="1916"/>
                    <a:pt x="655" y="1966"/>
                    <a:pt x="602" y="1979"/>
                  </a:cubicBezTo>
                  <a:cubicBezTo>
                    <a:pt x="551" y="1995"/>
                    <a:pt x="510" y="1979"/>
                    <a:pt x="510" y="1954"/>
                  </a:cubicBezTo>
                  <a:cubicBezTo>
                    <a:pt x="510" y="1929"/>
                    <a:pt x="589" y="1888"/>
                    <a:pt x="630" y="1759"/>
                  </a:cubicBezTo>
                  <a:cubicBezTo>
                    <a:pt x="655" y="1693"/>
                    <a:pt x="655" y="1627"/>
                    <a:pt x="617" y="1535"/>
                  </a:cubicBezTo>
                  <a:cubicBezTo>
                    <a:pt x="576" y="1457"/>
                    <a:pt x="510" y="1366"/>
                    <a:pt x="419" y="1271"/>
                  </a:cubicBezTo>
                  <a:cubicBezTo>
                    <a:pt x="340" y="1193"/>
                    <a:pt x="224" y="1089"/>
                    <a:pt x="130" y="944"/>
                  </a:cubicBezTo>
                  <a:cubicBezTo>
                    <a:pt x="39" y="787"/>
                    <a:pt x="1" y="630"/>
                    <a:pt x="1" y="472"/>
                  </a:cubicBezTo>
                  <a:cubicBezTo>
                    <a:pt x="1" y="328"/>
                    <a:pt x="39" y="199"/>
                    <a:pt x="79" y="120"/>
                  </a:cubicBezTo>
                  <a:cubicBezTo>
                    <a:pt x="117" y="41"/>
                    <a:pt x="158" y="1"/>
                    <a:pt x="171"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4" name="Google Shape;954;p23"/>
            <p:cNvSpPr/>
            <p:nvPr/>
          </p:nvSpPr>
          <p:spPr>
            <a:xfrm>
              <a:off x="2068111" y="4291951"/>
              <a:ext cx="145835" cy="170040"/>
            </a:xfrm>
            <a:custGeom>
              <a:rect b="b" l="l" r="r" t="t"/>
              <a:pathLst>
                <a:path extrusionOk="0" h="2550" w="2187">
                  <a:moveTo>
                    <a:pt x="950" y="1"/>
                  </a:moveTo>
                  <a:cubicBezTo>
                    <a:pt x="890" y="1"/>
                    <a:pt x="830" y="8"/>
                    <a:pt x="771" y="24"/>
                  </a:cubicBezTo>
                  <a:cubicBezTo>
                    <a:pt x="274" y="143"/>
                    <a:pt x="0" y="810"/>
                    <a:pt x="183" y="1505"/>
                  </a:cubicBezTo>
                  <a:cubicBezTo>
                    <a:pt x="333" y="2120"/>
                    <a:pt x="781" y="2550"/>
                    <a:pt x="1237" y="2550"/>
                  </a:cubicBezTo>
                  <a:cubicBezTo>
                    <a:pt x="1296" y="2550"/>
                    <a:pt x="1356" y="2542"/>
                    <a:pt x="1416" y="2527"/>
                  </a:cubicBezTo>
                  <a:cubicBezTo>
                    <a:pt x="1925" y="2408"/>
                    <a:pt x="2186" y="1741"/>
                    <a:pt x="2016" y="1046"/>
                  </a:cubicBezTo>
                  <a:cubicBezTo>
                    <a:pt x="1855" y="431"/>
                    <a:pt x="1406" y="1"/>
                    <a:pt x="95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5" name="Google Shape;955;p23"/>
            <p:cNvSpPr/>
            <p:nvPr/>
          </p:nvSpPr>
          <p:spPr>
            <a:xfrm>
              <a:off x="2112589" y="4306689"/>
              <a:ext cx="55213" cy="132832"/>
            </a:xfrm>
            <a:custGeom>
              <a:rect b="b" l="l" r="r" t="t"/>
              <a:pathLst>
                <a:path extrusionOk="0" h="1992" w="828">
                  <a:moveTo>
                    <a:pt x="157" y="1"/>
                  </a:moveTo>
                  <a:cubicBezTo>
                    <a:pt x="170" y="13"/>
                    <a:pt x="157" y="64"/>
                    <a:pt x="145" y="142"/>
                  </a:cubicBezTo>
                  <a:cubicBezTo>
                    <a:pt x="120" y="221"/>
                    <a:pt x="120" y="340"/>
                    <a:pt x="132" y="457"/>
                  </a:cubicBezTo>
                  <a:cubicBezTo>
                    <a:pt x="157" y="589"/>
                    <a:pt x="211" y="721"/>
                    <a:pt x="289" y="825"/>
                  </a:cubicBezTo>
                  <a:cubicBezTo>
                    <a:pt x="355" y="929"/>
                    <a:pt x="472" y="1023"/>
                    <a:pt x="563" y="1114"/>
                  </a:cubicBezTo>
                  <a:cubicBezTo>
                    <a:pt x="670" y="1218"/>
                    <a:pt x="749" y="1337"/>
                    <a:pt x="799" y="1454"/>
                  </a:cubicBezTo>
                  <a:cubicBezTo>
                    <a:pt x="811" y="1520"/>
                    <a:pt x="827" y="1586"/>
                    <a:pt x="827" y="1652"/>
                  </a:cubicBezTo>
                  <a:cubicBezTo>
                    <a:pt x="811" y="1715"/>
                    <a:pt x="799" y="1768"/>
                    <a:pt x="774" y="1822"/>
                  </a:cubicBezTo>
                  <a:cubicBezTo>
                    <a:pt x="720" y="1913"/>
                    <a:pt x="642" y="1966"/>
                    <a:pt x="591" y="1979"/>
                  </a:cubicBezTo>
                  <a:cubicBezTo>
                    <a:pt x="538" y="1992"/>
                    <a:pt x="513" y="1979"/>
                    <a:pt x="497" y="1951"/>
                  </a:cubicBezTo>
                  <a:cubicBezTo>
                    <a:pt x="497" y="1926"/>
                    <a:pt x="591" y="1888"/>
                    <a:pt x="629" y="1756"/>
                  </a:cubicBezTo>
                  <a:cubicBezTo>
                    <a:pt x="642" y="1690"/>
                    <a:pt x="642" y="1624"/>
                    <a:pt x="604" y="1532"/>
                  </a:cubicBezTo>
                  <a:cubicBezTo>
                    <a:pt x="576" y="1454"/>
                    <a:pt x="497" y="1363"/>
                    <a:pt x="418" y="1271"/>
                  </a:cubicBezTo>
                  <a:cubicBezTo>
                    <a:pt x="327" y="1193"/>
                    <a:pt x="211" y="1086"/>
                    <a:pt x="120" y="944"/>
                  </a:cubicBezTo>
                  <a:cubicBezTo>
                    <a:pt x="41" y="787"/>
                    <a:pt x="0" y="614"/>
                    <a:pt x="0" y="472"/>
                  </a:cubicBezTo>
                  <a:cubicBezTo>
                    <a:pt x="0" y="328"/>
                    <a:pt x="25" y="196"/>
                    <a:pt x="66" y="117"/>
                  </a:cubicBezTo>
                  <a:cubicBezTo>
                    <a:pt x="120" y="38"/>
                    <a:pt x="145" y="1"/>
                    <a:pt x="15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6" name="Google Shape;956;p23"/>
            <p:cNvSpPr/>
            <p:nvPr/>
          </p:nvSpPr>
          <p:spPr>
            <a:xfrm>
              <a:off x="1927342" y="3792759"/>
              <a:ext cx="139767" cy="188178"/>
            </a:xfrm>
            <a:custGeom>
              <a:rect b="b" l="l" r="r" t="t"/>
              <a:pathLst>
                <a:path extrusionOk="0" h="2822" w="2096">
                  <a:moveTo>
                    <a:pt x="1172" y="1"/>
                  </a:moveTo>
                  <a:cubicBezTo>
                    <a:pt x="769" y="1"/>
                    <a:pt x="551" y="521"/>
                    <a:pt x="353" y="1207"/>
                  </a:cubicBezTo>
                  <a:cubicBezTo>
                    <a:pt x="130" y="1968"/>
                    <a:pt x="1" y="2634"/>
                    <a:pt x="523" y="2792"/>
                  </a:cubicBezTo>
                  <a:cubicBezTo>
                    <a:pt x="588" y="2812"/>
                    <a:pt x="655" y="2821"/>
                    <a:pt x="722" y="2821"/>
                  </a:cubicBezTo>
                  <a:cubicBezTo>
                    <a:pt x="1183" y="2821"/>
                    <a:pt x="1669" y="2368"/>
                    <a:pt x="1875" y="1704"/>
                  </a:cubicBezTo>
                  <a:cubicBezTo>
                    <a:pt x="2096" y="930"/>
                    <a:pt x="1860" y="184"/>
                    <a:pt x="1338" y="27"/>
                  </a:cubicBezTo>
                  <a:cubicBezTo>
                    <a:pt x="1279" y="9"/>
                    <a:pt x="1224" y="1"/>
                    <a:pt x="117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7" name="Google Shape;957;p23"/>
            <p:cNvSpPr/>
            <p:nvPr/>
          </p:nvSpPr>
          <p:spPr>
            <a:xfrm>
              <a:off x="1950881" y="3810230"/>
              <a:ext cx="53279" cy="149435"/>
            </a:xfrm>
            <a:custGeom>
              <a:rect b="b" l="l" r="r" t="t"/>
              <a:pathLst>
                <a:path extrusionOk="0" h="2241" w="799">
                  <a:moveTo>
                    <a:pt x="13" y="2240"/>
                  </a:moveTo>
                  <a:cubicBezTo>
                    <a:pt x="0" y="2228"/>
                    <a:pt x="41" y="2190"/>
                    <a:pt x="91" y="2111"/>
                  </a:cubicBezTo>
                  <a:cubicBezTo>
                    <a:pt x="145" y="2045"/>
                    <a:pt x="186" y="1942"/>
                    <a:pt x="236" y="1809"/>
                  </a:cubicBezTo>
                  <a:cubicBezTo>
                    <a:pt x="327" y="1548"/>
                    <a:pt x="434" y="1206"/>
                    <a:pt x="484" y="957"/>
                  </a:cubicBezTo>
                  <a:cubicBezTo>
                    <a:pt x="604" y="432"/>
                    <a:pt x="683" y="1"/>
                    <a:pt x="749" y="1"/>
                  </a:cubicBezTo>
                  <a:cubicBezTo>
                    <a:pt x="774" y="14"/>
                    <a:pt x="799" y="117"/>
                    <a:pt x="799" y="303"/>
                  </a:cubicBezTo>
                  <a:cubicBezTo>
                    <a:pt x="799" y="473"/>
                    <a:pt x="761" y="721"/>
                    <a:pt x="695" y="998"/>
                  </a:cubicBezTo>
                  <a:cubicBezTo>
                    <a:pt x="629" y="1272"/>
                    <a:pt x="500" y="1611"/>
                    <a:pt x="368" y="1863"/>
                  </a:cubicBezTo>
                  <a:cubicBezTo>
                    <a:pt x="289" y="1992"/>
                    <a:pt x="211" y="2099"/>
                    <a:pt x="145" y="2162"/>
                  </a:cubicBezTo>
                  <a:cubicBezTo>
                    <a:pt x="66" y="2228"/>
                    <a:pt x="13" y="2240"/>
                    <a:pt x="13" y="224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3"/>
            <p:cNvSpPr/>
            <p:nvPr/>
          </p:nvSpPr>
          <p:spPr>
            <a:xfrm>
              <a:off x="1986690" y="3986808"/>
              <a:ext cx="160972" cy="115561"/>
            </a:xfrm>
            <a:custGeom>
              <a:rect b="b" l="l" r="r" t="t"/>
              <a:pathLst>
                <a:path extrusionOk="0" h="1733" w="2414">
                  <a:moveTo>
                    <a:pt x="1192" y="1"/>
                  </a:moveTo>
                  <a:cubicBezTo>
                    <a:pt x="553" y="1"/>
                    <a:pt x="26" y="351"/>
                    <a:pt x="13" y="825"/>
                  </a:cubicBezTo>
                  <a:cubicBezTo>
                    <a:pt x="1" y="1297"/>
                    <a:pt x="526" y="1703"/>
                    <a:pt x="1180" y="1731"/>
                  </a:cubicBezTo>
                  <a:cubicBezTo>
                    <a:pt x="1202" y="1732"/>
                    <a:pt x="1223" y="1732"/>
                    <a:pt x="1244" y="1732"/>
                  </a:cubicBezTo>
                  <a:cubicBezTo>
                    <a:pt x="1870" y="1732"/>
                    <a:pt x="2385" y="1373"/>
                    <a:pt x="2401" y="917"/>
                  </a:cubicBezTo>
                  <a:cubicBezTo>
                    <a:pt x="2413" y="432"/>
                    <a:pt x="1888" y="26"/>
                    <a:pt x="1234" y="1"/>
                  </a:cubicBezTo>
                  <a:cubicBezTo>
                    <a:pt x="1220" y="1"/>
                    <a:pt x="1206" y="1"/>
                    <a:pt x="1192"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3"/>
            <p:cNvSpPr/>
            <p:nvPr/>
          </p:nvSpPr>
          <p:spPr>
            <a:xfrm>
              <a:off x="2242822" y="4018216"/>
              <a:ext cx="139967" cy="188178"/>
            </a:xfrm>
            <a:custGeom>
              <a:rect b="b" l="l" r="r" t="t"/>
              <a:pathLst>
                <a:path extrusionOk="0" h="2822" w="2099">
                  <a:moveTo>
                    <a:pt x="1168" y="1"/>
                  </a:moveTo>
                  <a:cubicBezTo>
                    <a:pt x="758" y="1"/>
                    <a:pt x="550" y="520"/>
                    <a:pt x="352" y="1194"/>
                  </a:cubicBezTo>
                  <a:cubicBezTo>
                    <a:pt x="117" y="1968"/>
                    <a:pt x="0" y="2635"/>
                    <a:pt x="510" y="2792"/>
                  </a:cubicBezTo>
                  <a:cubicBezTo>
                    <a:pt x="577" y="2812"/>
                    <a:pt x="645" y="2821"/>
                    <a:pt x="713" y="2821"/>
                  </a:cubicBezTo>
                  <a:cubicBezTo>
                    <a:pt x="1182" y="2821"/>
                    <a:pt x="1667" y="2368"/>
                    <a:pt x="1862" y="1704"/>
                  </a:cubicBezTo>
                  <a:cubicBezTo>
                    <a:pt x="2098" y="930"/>
                    <a:pt x="1862" y="184"/>
                    <a:pt x="1337" y="27"/>
                  </a:cubicBezTo>
                  <a:cubicBezTo>
                    <a:pt x="1277" y="9"/>
                    <a:pt x="1221" y="1"/>
                    <a:pt x="116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3"/>
            <p:cNvSpPr/>
            <p:nvPr/>
          </p:nvSpPr>
          <p:spPr>
            <a:xfrm>
              <a:off x="2266294" y="4035753"/>
              <a:ext cx="53546" cy="149369"/>
            </a:xfrm>
            <a:custGeom>
              <a:rect b="b" l="l" r="r" t="t"/>
              <a:pathLst>
                <a:path extrusionOk="0" h="2240" w="803">
                  <a:moveTo>
                    <a:pt x="0" y="2239"/>
                  </a:moveTo>
                  <a:cubicBezTo>
                    <a:pt x="0" y="2227"/>
                    <a:pt x="41" y="2189"/>
                    <a:pt x="79" y="2111"/>
                  </a:cubicBezTo>
                  <a:cubicBezTo>
                    <a:pt x="133" y="2044"/>
                    <a:pt x="186" y="1941"/>
                    <a:pt x="224" y="1809"/>
                  </a:cubicBezTo>
                  <a:cubicBezTo>
                    <a:pt x="331" y="1532"/>
                    <a:pt x="422" y="1205"/>
                    <a:pt x="488" y="944"/>
                  </a:cubicBezTo>
                  <a:cubicBezTo>
                    <a:pt x="604" y="431"/>
                    <a:pt x="670" y="0"/>
                    <a:pt x="736" y="0"/>
                  </a:cubicBezTo>
                  <a:cubicBezTo>
                    <a:pt x="774" y="0"/>
                    <a:pt x="803" y="116"/>
                    <a:pt x="787" y="302"/>
                  </a:cubicBezTo>
                  <a:cubicBezTo>
                    <a:pt x="787" y="472"/>
                    <a:pt x="762" y="720"/>
                    <a:pt x="696" y="997"/>
                  </a:cubicBezTo>
                  <a:cubicBezTo>
                    <a:pt x="630" y="1271"/>
                    <a:pt x="501" y="1610"/>
                    <a:pt x="356" y="1862"/>
                  </a:cubicBezTo>
                  <a:cubicBezTo>
                    <a:pt x="290" y="1991"/>
                    <a:pt x="211" y="2098"/>
                    <a:pt x="133" y="2161"/>
                  </a:cubicBezTo>
                  <a:cubicBezTo>
                    <a:pt x="67" y="2227"/>
                    <a:pt x="16" y="2239"/>
                    <a:pt x="0" y="223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3"/>
            <p:cNvSpPr/>
            <p:nvPr/>
          </p:nvSpPr>
          <p:spPr>
            <a:xfrm>
              <a:off x="1858391" y="3974605"/>
              <a:ext cx="171174" cy="122296"/>
            </a:xfrm>
            <a:custGeom>
              <a:rect b="b" l="l" r="r" t="t"/>
              <a:pathLst>
                <a:path extrusionOk="0" h="1834" w="2567">
                  <a:moveTo>
                    <a:pt x="1539" y="0"/>
                  </a:moveTo>
                  <a:cubicBezTo>
                    <a:pt x="1354" y="0"/>
                    <a:pt x="1154" y="38"/>
                    <a:pt x="956" y="118"/>
                  </a:cubicBezTo>
                  <a:cubicBezTo>
                    <a:pt x="340" y="354"/>
                    <a:pt x="0" y="917"/>
                    <a:pt x="170" y="1364"/>
                  </a:cubicBezTo>
                  <a:cubicBezTo>
                    <a:pt x="294" y="1665"/>
                    <a:pt x="629" y="1834"/>
                    <a:pt x="1020" y="1834"/>
                  </a:cubicBezTo>
                  <a:cubicBezTo>
                    <a:pt x="1206" y="1834"/>
                    <a:pt x="1404" y="1796"/>
                    <a:pt x="1598" y="1716"/>
                  </a:cubicBezTo>
                  <a:cubicBezTo>
                    <a:pt x="2214" y="1468"/>
                    <a:pt x="2567" y="917"/>
                    <a:pt x="2384" y="470"/>
                  </a:cubicBezTo>
                  <a:cubicBezTo>
                    <a:pt x="2260" y="170"/>
                    <a:pt x="1931" y="0"/>
                    <a:pt x="153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2" name="Google Shape;962;p23"/>
            <p:cNvSpPr/>
            <p:nvPr/>
          </p:nvSpPr>
          <p:spPr>
            <a:xfrm>
              <a:off x="1823316" y="3765352"/>
              <a:ext cx="143301" cy="149169"/>
            </a:xfrm>
            <a:custGeom>
              <a:rect b="b" l="l" r="r" t="t"/>
              <a:pathLst>
                <a:path extrusionOk="0" h="2237" w="2149">
                  <a:moveTo>
                    <a:pt x="1337" y="1"/>
                  </a:moveTo>
                  <a:cubicBezTo>
                    <a:pt x="986" y="1"/>
                    <a:pt x="593" y="247"/>
                    <a:pt x="340" y="661"/>
                  </a:cubicBezTo>
                  <a:cubicBezTo>
                    <a:pt x="1" y="1224"/>
                    <a:pt x="54" y="1891"/>
                    <a:pt x="460" y="2143"/>
                  </a:cubicBezTo>
                  <a:cubicBezTo>
                    <a:pt x="561" y="2206"/>
                    <a:pt x="676" y="2236"/>
                    <a:pt x="797" y="2236"/>
                  </a:cubicBezTo>
                  <a:cubicBezTo>
                    <a:pt x="1151" y="2236"/>
                    <a:pt x="1557" y="1983"/>
                    <a:pt x="1809" y="1564"/>
                  </a:cubicBezTo>
                  <a:cubicBezTo>
                    <a:pt x="2149" y="1001"/>
                    <a:pt x="2099" y="347"/>
                    <a:pt x="1690" y="98"/>
                  </a:cubicBezTo>
                  <a:cubicBezTo>
                    <a:pt x="1583" y="32"/>
                    <a:pt x="1463" y="1"/>
                    <a:pt x="13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3" name="Google Shape;963;p23"/>
            <p:cNvSpPr/>
            <p:nvPr/>
          </p:nvSpPr>
          <p:spPr>
            <a:xfrm>
              <a:off x="1674811" y="3917590"/>
              <a:ext cx="130098" cy="157637"/>
            </a:xfrm>
            <a:custGeom>
              <a:rect b="b" l="l" r="r" t="t"/>
              <a:pathLst>
                <a:path extrusionOk="0" h="2364" w="1951">
                  <a:moveTo>
                    <a:pt x="1090" y="1"/>
                  </a:moveTo>
                  <a:cubicBezTo>
                    <a:pt x="676" y="1"/>
                    <a:pt x="272" y="410"/>
                    <a:pt x="142" y="986"/>
                  </a:cubicBezTo>
                  <a:cubicBezTo>
                    <a:pt x="1" y="1640"/>
                    <a:pt x="262" y="2244"/>
                    <a:pt x="721" y="2348"/>
                  </a:cubicBezTo>
                  <a:cubicBezTo>
                    <a:pt x="768" y="2359"/>
                    <a:pt x="815" y="2364"/>
                    <a:pt x="863" y="2364"/>
                  </a:cubicBezTo>
                  <a:cubicBezTo>
                    <a:pt x="1278" y="2364"/>
                    <a:pt x="1691" y="1955"/>
                    <a:pt x="1809" y="1379"/>
                  </a:cubicBezTo>
                  <a:cubicBezTo>
                    <a:pt x="1951" y="725"/>
                    <a:pt x="1703" y="121"/>
                    <a:pt x="1231" y="17"/>
                  </a:cubicBezTo>
                  <a:cubicBezTo>
                    <a:pt x="1184" y="6"/>
                    <a:pt x="1137" y="1"/>
                    <a:pt x="109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4" name="Google Shape;964;p23"/>
            <p:cNvSpPr/>
            <p:nvPr/>
          </p:nvSpPr>
          <p:spPr>
            <a:xfrm>
              <a:off x="2095118" y="4024217"/>
              <a:ext cx="130364" cy="158571"/>
            </a:xfrm>
            <a:custGeom>
              <a:rect b="b" l="l" r="r" t="t"/>
              <a:pathLst>
                <a:path extrusionOk="0" h="2378" w="1955">
                  <a:moveTo>
                    <a:pt x="1093" y="0"/>
                  </a:moveTo>
                  <a:cubicBezTo>
                    <a:pt x="681" y="0"/>
                    <a:pt x="273" y="408"/>
                    <a:pt x="146" y="997"/>
                  </a:cubicBezTo>
                  <a:cubicBezTo>
                    <a:pt x="1" y="1642"/>
                    <a:pt x="262" y="2243"/>
                    <a:pt x="721" y="2362"/>
                  </a:cubicBezTo>
                  <a:cubicBezTo>
                    <a:pt x="766" y="2372"/>
                    <a:pt x="811" y="2377"/>
                    <a:pt x="856" y="2377"/>
                  </a:cubicBezTo>
                  <a:cubicBezTo>
                    <a:pt x="1272" y="2377"/>
                    <a:pt x="1679" y="1957"/>
                    <a:pt x="1809" y="1378"/>
                  </a:cubicBezTo>
                  <a:cubicBezTo>
                    <a:pt x="1954" y="736"/>
                    <a:pt x="1690" y="120"/>
                    <a:pt x="1231" y="16"/>
                  </a:cubicBezTo>
                  <a:cubicBezTo>
                    <a:pt x="1185" y="5"/>
                    <a:pt x="1139" y="0"/>
                    <a:pt x="10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5" name="Google Shape;965;p23"/>
            <p:cNvSpPr/>
            <p:nvPr/>
          </p:nvSpPr>
          <p:spPr>
            <a:xfrm>
              <a:off x="2025100" y="3875646"/>
              <a:ext cx="130298" cy="158504"/>
            </a:xfrm>
            <a:custGeom>
              <a:rect b="b" l="l" r="r" t="t"/>
              <a:pathLst>
                <a:path extrusionOk="0" h="2377" w="1954">
                  <a:moveTo>
                    <a:pt x="1093" y="1"/>
                  </a:moveTo>
                  <a:cubicBezTo>
                    <a:pt x="679" y="1"/>
                    <a:pt x="275" y="411"/>
                    <a:pt x="145" y="998"/>
                  </a:cubicBezTo>
                  <a:cubicBezTo>
                    <a:pt x="0" y="1640"/>
                    <a:pt x="265" y="2244"/>
                    <a:pt x="724" y="2360"/>
                  </a:cubicBezTo>
                  <a:cubicBezTo>
                    <a:pt x="769" y="2371"/>
                    <a:pt x="815" y="2376"/>
                    <a:pt x="861" y="2376"/>
                  </a:cubicBezTo>
                  <a:cubicBezTo>
                    <a:pt x="1274" y="2376"/>
                    <a:pt x="1682" y="1956"/>
                    <a:pt x="1809" y="1379"/>
                  </a:cubicBezTo>
                  <a:cubicBezTo>
                    <a:pt x="1954" y="737"/>
                    <a:pt x="1693" y="121"/>
                    <a:pt x="1233" y="17"/>
                  </a:cubicBezTo>
                  <a:cubicBezTo>
                    <a:pt x="1187" y="6"/>
                    <a:pt x="1140" y="1"/>
                    <a:pt x="109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6" name="Google Shape;966;p23"/>
            <p:cNvSpPr/>
            <p:nvPr/>
          </p:nvSpPr>
          <p:spPr>
            <a:xfrm>
              <a:off x="1844321" y="4230403"/>
              <a:ext cx="130298" cy="158571"/>
            </a:xfrm>
            <a:custGeom>
              <a:rect b="b" l="l" r="r" t="t"/>
              <a:pathLst>
                <a:path extrusionOk="0" h="2378" w="1954">
                  <a:moveTo>
                    <a:pt x="1099" y="1"/>
                  </a:moveTo>
                  <a:cubicBezTo>
                    <a:pt x="683" y="1"/>
                    <a:pt x="276" y="421"/>
                    <a:pt x="145" y="1000"/>
                  </a:cubicBezTo>
                  <a:cubicBezTo>
                    <a:pt x="0" y="1642"/>
                    <a:pt x="261" y="2258"/>
                    <a:pt x="721" y="2362"/>
                  </a:cubicBezTo>
                  <a:cubicBezTo>
                    <a:pt x="766" y="2372"/>
                    <a:pt x="813" y="2377"/>
                    <a:pt x="859" y="2377"/>
                  </a:cubicBezTo>
                  <a:cubicBezTo>
                    <a:pt x="1275" y="2377"/>
                    <a:pt x="1690" y="1969"/>
                    <a:pt x="1809" y="1381"/>
                  </a:cubicBezTo>
                  <a:cubicBezTo>
                    <a:pt x="1953" y="736"/>
                    <a:pt x="1705" y="135"/>
                    <a:pt x="1233" y="16"/>
                  </a:cubicBezTo>
                  <a:cubicBezTo>
                    <a:pt x="1189" y="5"/>
                    <a:pt x="1144" y="1"/>
                    <a:pt x="1099"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7" name="Google Shape;967;p23"/>
            <p:cNvSpPr/>
            <p:nvPr/>
          </p:nvSpPr>
          <p:spPr>
            <a:xfrm>
              <a:off x="1503501" y="3496484"/>
              <a:ext cx="111026" cy="163505"/>
            </a:xfrm>
            <a:custGeom>
              <a:rect b="b" l="l" r="r" t="t"/>
              <a:pathLst>
                <a:path extrusionOk="0" h="2452" w="1665">
                  <a:moveTo>
                    <a:pt x="837" y="1"/>
                  </a:moveTo>
                  <a:cubicBezTo>
                    <a:pt x="385" y="1"/>
                    <a:pt x="25" y="534"/>
                    <a:pt x="13" y="1205"/>
                  </a:cubicBezTo>
                  <a:cubicBezTo>
                    <a:pt x="0" y="1875"/>
                    <a:pt x="353" y="2438"/>
                    <a:pt x="812" y="2451"/>
                  </a:cubicBezTo>
                  <a:cubicBezTo>
                    <a:pt x="817" y="2451"/>
                    <a:pt x="822" y="2451"/>
                    <a:pt x="827" y="2451"/>
                  </a:cubicBezTo>
                  <a:cubicBezTo>
                    <a:pt x="1279" y="2451"/>
                    <a:pt x="1652" y="1906"/>
                    <a:pt x="1664" y="1246"/>
                  </a:cubicBezTo>
                  <a:cubicBezTo>
                    <a:pt x="1664" y="564"/>
                    <a:pt x="1312" y="13"/>
                    <a:pt x="853" y="1"/>
                  </a:cubicBezTo>
                  <a:cubicBezTo>
                    <a:pt x="847" y="1"/>
                    <a:pt x="842"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3"/>
            <p:cNvSpPr/>
            <p:nvPr/>
          </p:nvSpPr>
          <p:spPr>
            <a:xfrm>
              <a:off x="1541044" y="3508687"/>
              <a:ext cx="32341" cy="128631"/>
            </a:xfrm>
            <a:custGeom>
              <a:rect b="b" l="l" r="r" t="t"/>
              <a:pathLst>
                <a:path extrusionOk="0" h="1929" w="485">
                  <a:moveTo>
                    <a:pt x="290" y="16"/>
                  </a:moveTo>
                  <a:cubicBezTo>
                    <a:pt x="290" y="28"/>
                    <a:pt x="261" y="66"/>
                    <a:pt x="236" y="132"/>
                  </a:cubicBezTo>
                  <a:cubicBezTo>
                    <a:pt x="211" y="211"/>
                    <a:pt x="170" y="302"/>
                    <a:pt x="158" y="434"/>
                  </a:cubicBezTo>
                  <a:cubicBezTo>
                    <a:pt x="145" y="551"/>
                    <a:pt x="158" y="683"/>
                    <a:pt x="198" y="802"/>
                  </a:cubicBezTo>
                  <a:cubicBezTo>
                    <a:pt x="236" y="919"/>
                    <a:pt x="315" y="1022"/>
                    <a:pt x="368" y="1129"/>
                  </a:cubicBezTo>
                  <a:cubicBezTo>
                    <a:pt x="434" y="1246"/>
                    <a:pt x="485" y="1378"/>
                    <a:pt x="485" y="1494"/>
                  </a:cubicBezTo>
                  <a:cubicBezTo>
                    <a:pt x="485" y="1560"/>
                    <a:pt x="485" y="1626"/>
                    <a:pt x="459" y="1692"/>
                  </a:cubicBezTo>
                  <a:cubicBezTo>
                    <a:pt x="447" y="1746"/>
                    <a:pt x="419" y="1784"/>
                    <a:pt x="381" y="1824"/>
                  </a:cubicBezTo>
                  <a:cubicBezTo>
                    <a:pt x="327" y="1903"/>
                    <a:pt x="249" y="1928"/>
                    <a:pt x="198" y="1916"/>
                  </a:cubicBezTo>
                  <a:cubicBezTo>
                    <a:pt x="145" y="1916"/>
                    <a:pt x="132" y="1903"/>
                    <a:pt x="132" y="1875"/>
                  </a:cubicBezTo>
                  <a:cubicBezTo>
                    <a:pt x="132" y="1850"/>
                    <a:pt x="211" y="1837"/>
                    <a:pt x="277" y="1730"/>
                  </a:cubicBezTo>
                  <a:cubicBezTo>
                    <a:pt x="302" y="1680"/>
                    <a:pt x="315" y="1614"/>
                    <a:pt x="315" y="1522"/>
                  </a:cubicBezTo>
                  <a:cubicBezTo>
                    <a:pt x="302" y="1444"/>
                    <a:pt x="261" y="1337"/>
                    <a:pt x="211" y="1233"/>
                  </a:cubicBezTo>
                  <a:cubicBezTo>
                    <a:pt x="158" y="1142"/>
                    <a:pt x="79" y="1010"/>
                    <a:pt x="41" y="853"/>
                  </a:cubicBezTo>
                  <a:cubicBezTo>
                    <a:pt x="0" y="695"/>
                    <a:pt x="0" y="538"/>
                    <a:pt x="41" y="409"/>
                  </a:cubicBezTo>
                  <a:cubicBezTo>
                    <a:pt x="79" y="264"/>
                    <a:pt x="132" y="157"/>
                    <a:pt x="183" y="95"/>
                  </a:cubicBezTo>
                  <a:cubicBezTo>
                    <a:pt x="236" y="28"/>
                    <a:pt x="277" y="0"/>
                    <a:pt x="290" y="1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3"/>
            <p:cNvSpPr/>
            <p:nvPr/>
          </p:nvSpPr>
          <p:spPr>
            <a:xfrm>
              <a:off x="1952748" y="4296486"/>
              <a:ext cx="164306" cy="154970"/>
            </a:xfrm>
            <a:custGeom>
              <a:rect b="b" l="l" r="r" t="t"/>
              <a:pathLst>
                <a:path extrusionOk="0" h="2324" w="2464">
                  <a:moveTo>
                    <a:pt x="1540" y="0"/>
                  </a:moveTo>
                  <a:cubicBezTo>
                    <a:pt x="1189" y="0"/>
                    <a:pt x="798" y="192"/>
                    <a:pt x="510" y="547"/>
                  </a:cubicBezTo>
                  <a:cubicBezTo>
                    <a:pt x="51" y="1082"/>
                    <a:pt x="0" y="1805"/>
                    <a:pt x="406" y="2145"/>
                  </a:cubicBezTo>
                  <a:cubicBezTo>
                    <a:pt x="550" y="2265"/>
                    <a:pt x="731" y="2323"/>
                    <a:pt x="923" y="2323"/>
                  </a:cubicBezTo>
                  <a:cubicBezTo>
                    <a:pt x="1274" y="2323"/>
                    <a:pt x="1664" y="2132"/>
                    <a:pt x="1950" y="1777"/>
                  </a:cubicBezTo>
                  <a:cubicBezTo>
                    <a:pt x="2410" y="1239"/>
                    <a:pt x="2463" y="519"/>
                    <a:pt x="2057" y="179"/>
                  </a:cubicBezTo>
                  <a:cubicBezTo>
                    <a:pt x="1913" y="58"/>
                    <a:pt x="1733" y="0"/>
                    <a:pt x="154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3"/>
            <p:cNvSpPr/>
            <p:nvPr/>
          </p:nvSpPr>
          <p:spPr>
            <a:xfrm>
              <a:off x="1988424" y="4317158"/>
              <a:ext cx="92755" cy="105825"/>
            </a:xfrm>
            <a:custGeom>
              <a:rect b="b" l="l" r="r" t="t"/>
              <a:pathLst>
                <a:path extrusionOk="0" h="1587" w="1391">
                  <a:moveTo>
                    <a:pt x="1390" y="26"/>
                  </a:moveTo>
                  <a:cubicBezTo>
                    <a:pt x="1390" y="39"/>
                    <a:pt x="1337" y="51"/>
                    <a:pt x="1258" y="92"/>
                  </a:cubicBezTo>
                  <a:cubicBezTo>
                    <a:pt x="1195" y="117"/>
                    <a:pt x="1088" y="183"/>
                    <a:pt x="997" y="262"/>
                  </a:cubicBezTo>
                  <a:cubicBezTo>
                    <a:pt x="906" y="353"/>
                    <a:pt x="840" y="473"/>
                    <a:pt x="786" y="602"/>
                  </a:cubicBezTo>
                  <a:cubicBezTo>
                    <a:pt x="749" y="721"/>
                    <a:pt x="749" y="866"/>
                    <a:pt x="723" y="995"/>
                  </a:cubicBezTo>
                  <a:cubicBezTo>
                    <a:pt x="708" y="1140"/>
                    <a:pt x="670" y="1272"/>
                    <a:pt x="591" y="1388"/>
                  </a:cubicBezTo>
                  <a:cubicBezTo>
                    <a:pt x="550" y="1441"/>
                    <a:pt x="500" y="1479"/>
                    <a:pt x="447" y="1520"/>
                  </a:cubicBezTo>
                  <a:cubicBezTo>
                    <a:pt x="393" y="1545"/>
                    <a:pt x="330" y="1574"/>
                    <a:pt x="277" y="1574"/>
                  </a:cubicBezTo>
                  <a:cubicBezTo>
                    <a:pt x="173" y="1586"/>
                    <a:pt x="94" y="1545"/>
                    <a:pt x="54" y="1508"/>
                  </a:cubicBezTo>
                  <a:cubicBezTo>
                    <a:pt x="0" y="1467"/>
                    <a:pt x="0" y="1441"/>
                    <a:pt x="16" y="1429"/>
                  </a:cubicBezTo>
                  <a:cubicBezTo>
                    <a:pt x="41" y="1401"/>
                    <a:pt x="120" y="1454"/>
                    <a:pt x="236" y="1416"/>
                  </a:cubicBezTo>
                  <a:cubicBezTo>
                    <a:pt x="302" y="1388"/>
                    <a:pt x="368" y="1350"/>
                    <a:pt x="409" y="1272"/>
                  </a:cubicBezTo>
                  <a:cubicBezTo>
                    <a:pt x="459" y="1193"/>
                    <a:pt x="488" y="1086"/>
                    <a:pt x="513" y="970"/>
                  </a:cubicBezTo>
                  <a:cubicBezTo>
                    <a:pt x="538" y="838"/>
                    <a:pt x="550" y="693"/>
                    <a:pt x="617" y="536"/>
                  </a:cubicBezTo>
                  <a:cubicBezTo>
                    <a:pt x="683" y="378"/>
                    <a:pt x="786" y="249"/>
                    <a:pt x="906" y="158"/>
                  </a:cubicBezTo>
                  <a:cubicBezTo>
                    <a:pt x="1022" y="80"/>
                    <a:pt x="1154" y="39"/>
                    <a:pt x="1246" y="14"/>
                  </a:cubicBezTo>
                  <a:cubicBezTo>
                    <a:pt x="1324" y="1"/>
                    <a:pt x="1390" y="14"/>
                    <a:pt x="1390" y="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3"/>
            <p:cNvSpPr/>
            <p:nvPr/>
          </p:nvSpPr>
          <p:spPr>
            <a:xfrm>
              <a:off x="1509570" y="3793425"/>
              <a:ext cx="118161" cy="171707"/>
            </a:xfrm>
            <a:custGeom>
              <a:rect b="b" l="l" r="r" t="t"/>
              <a:pathLst>
                <a:path extrusionOk="0" h="2575" w="1772">
                  <a:moveTo>
                    <a:pt x="936" y="1"/>
                  </a:moveTo>
                  <a:cubicBezTo>
                    <a:pt x="513" y="1"/>
                    <a:pt x="130" y="522"/>
                    <a:pt x="67" y="1209"/>
                  </a:cubicBezTo>
                  <a:cubicBezTo>
                    <a:pt x="0" y="1917"/>
                    <a:pt x="315" y="2533"/>
                    <a:pt x="762" y="2571"/>
                  </a:cubicBezTo>
                  <a:cubicBezTo>
                    <a:pt x="783" y="2573"/>
                    <a:pt x="804" y="2575"/>
                    <a:pt x="825" y="2575"/>
                  </a:cubicBezTo>
                  <a:cubicBezTo>
                    <a:pt x="1259" y="2575"/>
                    <a:pt x="1642" y="2054"/>
                    <a:pt x="1705" y="1366"/>
                  </a:cubicBezTo>
                  <a:cubicBezTo>
                    <a:pt x="1771" y="659"/>
                    <a:pt x="1457" y="42"/>
                    <a:pt x="998" y="5"/>
                  </a:cubicBezTo>
                  <a:cubicBezTo>
                    <a:pt x="977" y="2"/>
                    <a:pt x="957" y="1"/>
                    <a:pt x="93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2" name="Google Shape;972;p23"/>
            <p:cNvSpPr/>
            <p:nvPr/>
          </p:nvSpPr>
          <p:spPr>
            <a:xfrm>
              <a:off x="1541044" y="3798960"/>
              <a:ext cx="47211" cy="153770"/>
            </a:xfrm>
            <a:custGeom>
              <a:rect b="b" l="l" r="r" t="t"/>
              <a:pathLst>
                <a:path extrusionOk="0" h="2306" w="708">
                  <a:moveTo>
                    <a:pt x="327" y="2293"/>
                  </a:moveTo>
                  <a:cubicBezTo>
                    <a:pt x="327" y="2306"/>
                    <a:pt x="261" y="2268"/>
                    <a:pt x="198" y="2189"/>
                  </a:cubicBezTo>
                  <a:cubicBezTo>
                    <a:pt x="132" y="2111"/>
                    <a:pt x="66" y="1991"/>
                    <a:pt x="25" y="1821"/>
                  </a:cubicBezTo>
                  <a:cubicBezTo>
                    <a:pt x="13" y="1743"/>
                    <a:pt x="0" y="1651"/>
                    <a:pt x="13" y="1560"/>
                  </a:cubicBezTo>
                  <a:cubicBezTo>
                    <a:pt x="13" y="1519"/>
                    <a:pt x="25" y="1466"/>
                    <a:pt x="54" y="1415"/>
                  </a:cubicBezTo>
                  <a:cubicBezTo>
                    <a:pt x="91" y="1362"/>
                    <a:pt x="132" y="1324"/>
                    <a:pt x="158" y="1296"/>
                  </a:cubicBezTo>
                  <a:cubicBezTo>
                    <a:pt x="198" y="1258"/>
                    <a:pt x="224" y="1246"/>
                    <a:pt x="249" y="1217"/>
                  </a:cubicBezTo>
                  <a:cubicBezTo>
                    <a:pt x="277" y="1192"/>
                    <a:pt x="302" y="1167"/>
                    <a:pt x="315" y="1126"/>
                  </a:cubicBezTo>
                  <a:cubicBezTo>
                    <a:pt x="368" y="1073"/>
                    <a:pt x="393" y="1010"/>
                    <a:pt x="419" y="956"/>
                  </a:cubicBezTo>
                  <a:cubicBezTo>
                    <a:pt x="526" y="708"/>
                    <a:pt x="485" y="472"/>
                    <a:pt x="434" y="302"/>
                  </a:cubicBezTo>
                  <a:cubicBezTo>
                    <a:pt x="368" y="129"/>
                    <a:pt x="302" y="38"/>
                    <a:pt x="327" y="13"/>
                  </a:cubicBezTo>
                  <a:cubicBezTo>
                    <a:pt x="340" y="0"/>
                    <a:pt x="368" y="13"/>
                    <a:pt x="419" y="38"/>
                  </a:cubicBezTo>
                  <a:cubicBezTo>
                    <a:pt x="459" y="79"/>
                    <a:pt x="526" y="129"/>
                    <a:pt x="576" y="223"/>
                  </a:cubicBezTo>
                  <a:cubicBezTo>
                    <a:pt x="629" y="315"/>
                    <a:pt x="670" y="431"/>
                    <a:pt x="695" y="576"/>
                  </a:cubicBezTo>
                  <a:cubicBezTo>
                    <a:pt x="708" y="720"/>
                    <a:pt x="683" y="878"/>
                    <a:pt x="617" y="1035"/>
                  </a:cubicBezTo>
                  <a:cubicBezTo>
                    <a:pt x="592" y="1114"/>
                    <a:pt x="551" y="1192"/>
                    <a:pt x="485" y="1258"/>
                  </a:cubicBezTo>
                  <a:cubicBezTo>
                    <a:pt x="459" y="1296"/>
                    <a:pt x="434" y="1324"/>
                    <a:pt x="393" y="1362"/>
                  </a:cubicBezTo>
                  <a:cubicBezTo>
                    <a:pt x="356" y="1387"/>
                    <a:pt x="315" y="1415"/>
                    <a:pt x="290" y="1441"/>
                  </a:cubicBezTo>
                  <a:cubicBezTo>
                    <a:pt x="249" y="1466"/>
                    <a:pt x="224" y="1482"/>
                    <a:pt x="211" y="1507"/>
                  </a:cubicBezTo>
                  <a:cubicBezTo>
                    <a:pt x="198" y="1519"/>
                    <a:pt x="183" y="1560"/>
                    <a:pt x="183" y="1585"/>
                  </a:cubicBezTo>
                  <a:cubicBezTo>
                    <a:pt x="170" y="1664"/>
                    <a:pt x="158" y="1730"/>
                    <a:pt x="170" y="1809"/>
                  </a:cubicBezTo>
                  <a:cubicBezTo>
                    <a:pt x="170" y="1953"/>
                    <a:pt x="224" y="2070"/>
                    <a:pt x="261" y="2148"/>
                  </a:cubicBezTo>
                  <a:cubicBezTo>
                    <a:pt x="302" y="2240"/>
                    <a:pt x="340" y="2280"/>
                    <a:pt x="327" y="229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3" name="Google Shape;973;p23"/>
            <p:cNvSpPr/>
            <p:nvPr/>
          </p:nvSpPr>
          <p:spPr>
            <a:xfrm>
              <a:off x="1384538" y="3661725"/>
              <a:ext cx="143567" cy="119695"/>
            </a:xfrm>
            <a:custGeom>
              <a:rect b="b" l="l" r="r" t="t"/>
              <a:pathLst>
                <a:path extrusionOk="0" h="1795" w="2153">
                  <a:moveTo>
                    <a:pt x="784" y="1"/>
                  </a:moveTo>
                  <a:cubicBezTo>
                    <a:pt x="578" y="1"/>
                    <a:pt x="396" y="73"/>
                    <a:pt x="278" y="221"/>
                  </a:cubicBezTo>
                  <a:cubicBezTo>
                    <a:pt x="1" y="552"/>
                    <a:pt x="146" y="1115"/>
                    <a:pt x="592" y="1479"/>
                  </a:cubicBezTo>
                  <a:cubicBezTo>
                    <a:pt x="828" y="1688"/>
                    <a:pt x="1109" y="1794"/>
                    <a:pt x="1359" y="1794"/>
                  </a:cubicBezTo>
                  <a:cubicBezTo>
                    <a:pt x="1566" y="1794"/>
                    <a:pt x="1752" y="1722"/>
                    <a:pt x="1875" y="1574"/>
                  </a:cubicBezTo>
                  <a:cubicBezTo>
                    <a:pt x="2152" y="1244"/>
                    <a:pt x="2008" y="681"/>
                    <a:pt x="1561" y="316"/>
                  </a:cubicBezTo>
                  <a:cubicBezTo>
                    <a:pt x="1316" y="107"/>
                    <a:pt x="1033" y="1"/>
                    <a:pt x="78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4" name="Google Shape;974;p23"/>
            <p:cNvSpPr/>
            <p:nvPr/>
          </p:nvSpPr>
          <p:spPr>
            <a:xfrm>
              <a:off x="1411612" y="3679997"/>
              <a:ext cx="96356" cy="72684"/>
            </a:xfrm>
            <a:custGeom>
              <a:rect b="b" l="l" r="r" t="t"/>
              <a:pathLst>
                <a:path extrusionOk="0" h="1090" w="1445">
                  <a:moveTo>
                    <a:pt x="29" y="1"/>
                  </a:moveTo>
                  <a:cubicBezTo>
                    <a:pt x="42" y="1"/>
                    <a:pt x="54" y="42"/>
                    <a:pt x="67" y="120"/>
                  </a:cubicBezTo>
                  <a:cubicBezTo>
                    <a:pt x="95" y="199"/>
                    <a:pt x="120" y="290"/>
                    <a:pt x="186" y="381"/>
                  </a:cubicBezTo>
                  <a:cubicBezTo>
                    <a:pt x="252" y="473"/>
                    <a:pt x="344" y="551"/>
                    <a:pt x="447" y="564"/>
                  </a:cubicBezTo>
                  <a:cubicBezTo>
                    <a:pt x="488" y="576"/>
                    <a:pt x="539" y="564"/>
                    <a:pt x="605" y="551"/>
                  </a:cubicBezTo>
                  <a:cubicBezTo>
                    <a:pt x="658" y="539"/>
                    <a:pt x="737" y="526"/>
                    <a:pt x="803" y="526"/>
                  </a:cubicBezTo>
                  <a:cubicBezTo>
                    <a:pt x="932" y="526"/>
                    <a:pt x="1051" y="551"/>
                    <a:pt x="1155" y="605"/>
                  </a:cubicBezTo>
                  <a:cubicBezTo>
                    <a:pt x="1208" y="630"/>
                    <a:pt x="1246" y="655"/>
                    <a:pt x="1300" y="696"/>
                  </a:cubicBezTo>
                  <a:cubicBezTo>
                    <a:pt x="1337" y="734"/>
                    <a:pt x="1366" y="775"/>
                    <a:pt x="1391" y="812"/>
                  </a:cubicBezTo>
                  <a:cubicBezTo>
                    <a:pt x="1444" y="891"/>
                    <a:pt x="1444" y="985"/>
                    <a:pt x="1432" y="1036"/>
                  </a:cubicBezTo>
                  <a:cubicBezTo>
                    <a:pt x="1403" y="1089"/>
                    <a:pt x="1378" y="1089"/>
                    <a:pt x="1366" y="1089"/>
                  </a:cubicBezTo>
                  <a:cubicBezTo>
                    <a:pt x="1337" y="1076"/>
                    <a:pt x="1337" y="1048"/>
                    <a:pt x="1337" y="1023"/>
                  </a:cubicBezTo>
                  <a:cubicBezTo>
                    <a:pt x="1325" y="998"/>
                    <a:pt x="1300" y="957"/>
                    <a:pt x="1259" y="907"/>
                  </a:cubicBezTo>
                  <a:cubicBezTo>
                    <a:pt x="1221" y="866"/>
                    <a:pt x="1168" y="828"/>
                    <a:pt x="1076" y="800"/>
                  </a:cubicBezTo>
                  <a:cubicBezTo>
                    <a:pt x="998" y="762"/>
                    <a:pt x="907" y="749"/>
                    <a:pt x="803" y="749"/>
                  </a:cubicBezTo>
                  <a:cubicBezTo>
                    <a:pt x="749" y="749"/>
                    <a:pt x="708" y="749"/>
                    <a:pt x="645" y="762"/>
                  </a:cubicBezTo>
                  <a:cubicBezTo>
                    <a:pt x="605" y="762"/>
                    <a:pt x="567" y="775"/>
                    <a:pt x="526" y="775"/>
                  </a:cubicBezTo>
                  <a:cubicBezTo>
                    <a:pt x="488" y="775"/>
                    <a:pt x="447" y="762"/>
                    <a:pt x="410" y="749"/>
                  </a:cubicBezTo>
                  <a:cubicBezTo>
                    <a:pt x="237" y="708"/>
                    <a:pt x="120" y="576"/>
                    <a:pt x="67" y="447"/>
                  </a:cubicBezTo>
                  <a:cubicBezTo>
                    <a:pt x="16" y="328"/>
                    <a:pt x="1" y="212"/>
                    <a:pt x="1" y="133"/>
                  </a:cubicBezTo>
                  <a:cubicBezTo>
                    <a:pt x="1" y="54"/>
                    <a:pt x="16" y="1"/>
                    <a:pt x="29"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5" name="Google Shape;975;p23"/>
            <p:cNvSpPr/>
            <p:nvPr/>
          </p:nvSpPr>
          <p:spPr>
            <a:xfrm>
              <a:off x="2080247" y="3953466"/>
              <a:ext cx="204582" cy="123896"/>
            </a:xfrm>
            <a:custGeom>
              <a:rect b="b" l="l" r="r" t="t"/>
              <a:pathLst>
                <a:path extrusionOk="0" h="1858" w="3068">
                  <a:moveTo>
                    <a:pt x="2333" y="0"/>
                  </a:moveTo>
                  <a:cubicBezTo>
                    <a:pt x="2069" y="0"/>
                    <a:pt x="1734" y="95"/>
                    <a:pt x="1363" y="224"/>
                  </a:cubicBezTo>
                  <a:cubicBezTo>
                    <a:pt x="605" y="473"/>
                    <a:pt x="1" y="762"/>
                    <a:pt x="170" y="1272"/>
                  </a:cubicBezTo>
                  <a:cubicBezTo>
                    <a:pt x="291" y="1643"/>
                    <a:pt x="707" y="1858"/>
                    <a:pt x="1204" y="1858"/>
                  </a:cubicBezTo>
                  <a:cubicBezTo>
                    <a:pt x="1409" y="1858"/>
                    <a:pt x="1629" y="1821"/>
                    <a:pt x="1847" y="1744"/>
                  </a:cubicBezTo>
                  <a:cubicBezTo>
                    <a:pt x="2595" y="1495"/>
                    <a:pt x="3067" y="866"/>
                    <a:pt x="2885" y="357"/>
                  </a:cubicBezTo>
                  <a:cubicBezTo>
                    <a:pt x="2798" y="98"/>
                    <a:pt x="2602" y="0"/>
                    <a:pt x="233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6" name="Google Shape;976;p23"/>
            <p:cNvSpPr/>
            <p:nvPr/>
          </p:nvSpPr>
          <p:spPr>
            <a:xfrm>
              <a:off x="2101253" y="3969270"/>
              <a:ext cx="150436" cy="55213"/>
            </a:xfrm>
            <a:custGeom>
              <a:rect b="b" l="l" r="r" t="t"/>
              <a:pathLst>
                <a:path extrusionOk="0" h="828" w="2256">
                  <a:moveTo>
                    <a:pt x="0" y="749"/>
                  </a:moveTo>
                  <a:cubicBezTo>
                    <a:pt x="0" y="736"/>
                    <a:pt x="54" y="736"/>
                    <a:pt x="145" y="736"/>
                  </a:cubicBezTo>
                  <a:cubicBezTo>
                    <a:pt x="236" y="736"/>
                    <a:pt x="352" y="708"/>
                    <a:pt x="485" y="683"/>
                  </a:cubicBezTo>
                  <a:cubicBezTo>
                    <a:pt x="746" y="604"/>
                    <a:pt x="1076" y="484"/>
                    <a:pt x="1324" y="393"/>
                  </a:cubicBezTo>
                  <a:cubicBezTo>
                    <a:pt x="1809" y="186"/>
                    <a:pt x="2202" y="0"/>
                    <a:pt x="2240" y="54"/>
                  </a:cubicBezTo>
                  <a:cubicBezTo>
                    <a:pt x="2255" y="79"/>
                    <a:pt x="2177" y="170"/>
                    <a:pt x="2032" y="264"/>
                  </a:cubicBezTo>
                  <a:cubicBezTo>
                    <a:pt x="1887" y="368"/>
                    <a:pt x="1664" y="484"/>
                    <a:pt x="1403" y="591"/>
                  </a:cubicBezTo>
                  <a:cubicBezTo>
                    <a:pt x="1154" y="695"/>
                    <a:pt x="799" y="786"/>
                    <a:pt x="510" y="815"/>
                  </a:cubicBezTo>
                  <a:cubicBezTo>
                    <a:pt x="368" y="827"/>
                    <a:pt x="236" y="827"/>
                    <a:pt x="145" y="815"/>
                  </a:cubicBezTo>
                  <a:cubicBezTo>
                    <a:pt x="38" y="786"/>
                    <a:pt x="0" y="749"/>
                    <a:pt x="0" y="74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7" name="Google Shape;977;p23"/>
            <p:cNvSpPr/>
            <p:nvPr/>
          </p:nvSpPr>
          <p:spPr>
            <a:xfrm>
              <a:off x="2017365" y="4139580"/>
              <a:ext cx="143301" cy="148035"/>
            </a:xfrm>
            <a:custGeom>
              <a:rect b="b" l="l" r="r" t="t"/>
              <a:pathLst>
                <a:path extrusionOk="0" h="2220" w="2149">
                  <a:moveTo>
                    <a:pt x="773" y="0"/>
                  </a:moveTo>
                  <a:cubicBezTo>
                    <a:pt x="641" y="0"/>
                    <a:pt x="515" y="35"/>
                    <a:pt x="406" y="107"/>
                  </a:cubicBezTo>
                  <a:cubicBezTo>
                    <a:pt x="13" y="368"/>
                    <a:pt x="0" y="1025"/>
                    <a:pt x="368" y="1588"/>
                  </a:cubicBezTo>
                  <a:cubicBezTo>
                    <a:pt x="632" y="1986"/>
                    <a:pt x="1027" y="2220"/>
                    <a:pt x="1375" y="2220"/>
                  </a:cubicBezTo>
                  <a:cubicBezTo>
                    <a:pt x="1508" y="2220"/>
                    <a:pt x="1634" y="2186"/>
                    <a:pt x="1743" y="2114"/>
                  </a:cubicBezTo>
                  <a:cubicBezTo>
                    <a:pt x="2136" y="1849"/>
                    <a:pt x="2148" y="1183"/>
                    <a:pt x="1783" y="632"/>
                  </a:cubicBezTo>
                  <a:cubicBezTo>
                    <a:pt x="1517" y="234"/>
                    <a:pt x="1121" y="0"/>
                    <a:pt x="77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8" name="Google Shape;978;p23"/>
            <p:cNvSpPr/>
            <p:nvPr/>
          </p:nvSpPr>
          <p:spPr>
            <a:xfrm>
              <a:off x="1568118" y="3638320"/>
              <a:ext cx="205382" cy="123629"/>
            </a:xfrm>
            <a:custGeom>
              <a:rect b="b" l="l" r="r" t="t"/>
              <a:pathLst>
                <a:path extrusionOk="0" h="1854" w="3080">
                  <a:moveTo>
                    <a:pt x="2353" y="1"/>
                  </a:moveTo>
                  <a:cubicBezTo>
                    <a:pt x="2088" y="1"/>
                    <a:pt x="1750" y="96"/>
                    <a:pt x="1378" y="220"/>
                  </a:cubicBezTo>
                  <a:cubicBezTo>
                    <a:pt x="616" y="469"/>
                    <a:pt x="0" y="758"/>
                    <a:pt x="186" y="1267"/>
                  </a:cubicBezTo>
                  <a:cubicBezTo>
                    <a:pt x="306" y="1639"/>
                    <a:pt x="720" y="1853"/>
                    <a:pt x="1217" y="1853"/>
                  </a:cubicBezTo>
                  <a:cubicBezTo>
                    <a:pt x="1423" y="1853"/>
                    <a:pt x="1643" y="1817"/>
                    <a:pt x="1862" y="1739"/>
                  </a:cubicBezTo>
                  <a:cubicBezTo>
                    <a:pt x="2607" y="1491"/>
                    <a:pt x="3079" y="862"/>
                    <a:pt x="2897" y="352"/>
                  </a:cubicBezTo>
                  <a:cubicBezTo>
                    <a:pt x="2812" y="96"/>
                    <a:pt x="2618" y="1"/>
                    <a:pt x="235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9" name="Google Shape;979;p23"/>
            <p:cNvSpPr/>
            <p:nvPr/>
          </p:nvSpPr>
          <p:spPr>
            <a:xfrm>
              <a:off x="1589923" y="3653790"/>
              <a:ext cx="150436" cy="55213"/>
            </a:xfrm>
            <a:custGeom>
              <a:rect b="b" l="l" r="r" t="t"/>
              <a:pathLst>
                <a:path extrusionOk="0" h="828" w="2256">
                  <a:moveTo>
                    <a:pt x="0" y="749"/>
                  </a:moveTo>
                  <a:cubicBezTo>
                    <a:pt x="0" y="734"/>
                    <a:pt x="54" y="749"/>
                    <a:pt x="145" y="734"/>
                  </a:cubicBezTo>
                  <a:cubicBezTo>
                    <a:pt x="236" y="734"/>
                    <a:pt x="343" y="708"/>
                    <a:pt x="488" y="683"/>
                  </a:cubicBezTo>
                  <a:cubicBezTo>
                    <a:pt x="749" y="605"/>
                    <a:pt x="1076" y="498"/>
                    <a:pt x="1324" y="394"/>
                  </a:cubicBezTo>
                  <a:cubicBezTo>
                    <a:pt x="1809" y="183"/>
                    <a:pt x="2202" y="1"/>
                    <a:pt x="2230" y="54"/>
                  </a:cubicBezTo>
                  <a:cubicBezTo>
                    <a:pt x="2255" y="92"/>
                    <a:pt x="2177" y="171"/>
                    <a:pt x="2032" y="262"/>
                  </a:cubicBezTo>
                  <a:cubicBezTo>
                    <a:pt x="1887" y="369"/>
                    <a:pt x="1667" y="485"/>
                    <a:pt x="1403" y="592"/>
                  </a:cubicBezTo>
                  <a:cubicBezTo>
                    <a:pt x="1154" y="696"/>
                    <a:pt x="802" y="787"/>
                    <a:pt x="513" y="812"/>
                  </a:cubicBezTo>
                  <a:cubicBezTo>
                    <a:pt x="368" y="828"/>
                    <a:pt x="236" y="828"/>
                    <a:pt x="132" y="812"/>
                  </a:cubicBezTo>
                  <a:cubicBezTo>
                    <a:pt x="41" y="787"/>
                    <a:pt x="0" y="749"/>
                    <a:pt x="0" y="74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0" name="Google Shape;980;p23"/>
            <p:cNvSpPr/>
            <p:nvPr/>
          </p:nvSpPr>
          <p:spPr>
            <a:xfrm>
              <a:off x="1753498" y="3981740"/>
              <a:ext cx="144968" cy="170040"/>
            </a:xfrm>
            <a:custGeom>
              <a:rect b="b" l="l" r="r" t="t"/>
              <a:pathLst>
                <a:path extrusionOk="0" h="2550" w="2174">
                  <a:moveTo>
                    <a:pt x="1218" y="1"/>
                  </a:moveTo>
                  <a:cubicBezTo>
                    <a:pt x="766" y="1"/>
                    <a:pt x="320" y="420"/>
                    <a:pt x="170" y="1033"/>
                  </a:cubicBezTo>
                  <a:cubicBezTo>
                    <a:pt x="0" y="1728"/>
                    <a:pt x="261" y="2395"/>
                    <a:pt x="771" y="2527"/>
                  </a:cubicBezTo>
                  <a:cubicBezTo>
                    <a:pt x="831" y="2542"/>
                    <a:pt x="891" y="2550"/>
                    <a:pt x="951" y="2550"/>
                  </a:cubicBezTo>
                  <a:cubicBezTo>
                    <a:pt x="1407" y="2550"/>
                    <a:pt x="1854" y="2132"/>
                    <a:pt x="2004" y="1518"/>
                  </a:cubicBezTo>
                  <a:cubicBezTo>
                    <a:pt x="2174" y="823"/>
                    <a:pt x="1913" y="156"/>
                    <a:pt x="1400" y="24"/>
                  </a:cubicBezTo>
                  <a:cubicBezTo>
                    <a:pt x="1340" y="8"/>
                    <a:pt x="1279" y="1"/>
                    <a:pt x="12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1" name="Google Shape;981;p23"/>
            <p:cNvSpPr/>
            <p:nvPr/>
          </p:nvSpPr>
          <p:spPr>
            <a:xfrm>
              <a:off x="1808445" y="4006813"/>
              <a:ext cx="42010" cy="130298"/>
            </a:xfrm>
            <a:custGeom>
              <a:rect b="b" l="l" r="r" t="t"/>
              <a:pathLst>
                <a:path extrusionOk="0" h="1954" w="630">
                  <a:moveTo>
                    <a:pt x="0" y="1953"/>
                  </a:moveTo>
                  <a:cubicBezTo>
                    <a:pt x="0" y="1941"/>
                    <a:pt x="41" y="1903"/>
                    <a:pt x="79" y="1837"/>
                  </a:cubicBezTo>
                  <a:cubicBezTo>
                    <a:pt x="133" y="1771"/>
                    <a:pt x="199" y="1680"/>
                    <a:pt x="236" y="1560"/>
                  </a:cubicBezTo>
                  <a:cubicBezTo>
                    <a:pt x="290" y="1444"/>
                    <a:pt x="302" y="1299"/>
                    <a:pt x="290" y="1167"/>
                  </a:cubicBezTo>
                  <a:cubicBezTo>
                    <a:pt x="261" y="1038"/>
                    <a:pt x="211" y="906"/>
                    <a:pt x="170" y="774"/>
                  </a:cubicBezTo>
                  <a:cubicBezTo>
                    <a:pt x="133" y="645"/>
                    <a:pt x="104" y="500"/>
                    <a:pt x="133" y="368"/>
                  </a:cubicBezTo>
                  <a:cubicBezTo>
                    <a:pt x="145" y="302"/>
                    <a:pt x="158" y="236"/>
                    <a:pt x="199" y="186"/>
                  </a:cubicBezTo>
                  <a:cubicBezTo>
                    <a:pt x="236" y="132"/>
                    <a:pt x="277" y="94"/>
                    <a:pt x="315" y="66"/>
                  </a:cubicBezTo>
                  <a:cubicBezTo>
                    <a:pt x="406" y="0"/>
                    <a:pt x="497" y="0"/>
                    <a:pt x="551" y="16"/>
                  </a:cubicBezTo>
                  <a:cubicBezTo>
                    <a:pt x="604" y="28"/>
                    <a:pt x="629" y="54"/>
                    <a:pt x="629" y="79"/>
                  </a:cubicBezTo>
                  <a:cubicBezTo>
                    <a:pt x="617" y="107"/>
                    <a:pt x="513" y="94"/>
                    <a:pt x="419" y="186"/>
                  </a:cubicBezTo>
                  <a:cubicBezTo>
                    <a:pt x="381" y="236"/>
                    <a:pt x="340" y="302"/>
                    <a:pt x="328" y="393"/>
                  </a:cubicBezTo>
                  <a:cubicBezTo>
                    <a:pt x="328" y="488"/>
                    <a:pt x="340" y="591"/>
                    <a:pt x="381" y="708"/>
                  </a:cubicBezTo>
                  <a:cubicBezTo>
                    <a:pt x="406" y="827"/>
                    <a:pt x="460" y="985"/>
                    <a:pt x="472" y="1154"/>
                  </a:cubicBezTo>
                  <a:cubicBezTo>
                    <a:pt x="485" y="1324"/>
                    <a:pt x="434" y="1481"/>
                    <a:pt x="368" y="1614"/>
                  </a:cubicBezTo>
                  <a:cubicBezTo>
                    <a:pt x="302" y="1746"/>
                    <a:pt x="211" y="1837"/>
                    <a:pt x="133" y="1887"/>
                  </a:cubicBezTo>
                  <a:cubicBezTo>
                    <a:pt x="66" y="1941"/>
                    <a:pt x="13" y="1953"/>
                    <a:pt x="0" y="195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2" name="Google Shape;982;p23"/>
            <p:cNvSpPr/>
            <p:nvPr/>
          </p:nvSpPr>
          <p:spPr>
            <a:xfrm>
              <a:off x="1864459" y="3698868"/>
              <a:ext cx="179176" cy="145435"/>
            </a:xfrm>
            <a:custGeom>
              <a:rect b="b" l="l" r="r" t="t"/>
              <a:pathLst>
                <a:path extrusionOk="0" h="2181" w="2687">
                  <a:moveTo>
                    <a:pt x="992" y="1"/>
                  </a:moveTo>
                  <a:cubicBezTo>
                    <a:pt x="710" y="1"/>
                    <a:pt x="462" y="103"/>
                    <a:pt x="315" y="309"/>
                  </a:cubicBezTo>
                  <a:cubicBezTo>
                    <a:pt x="0" y="727"/>
                    <a:pt x="208" y="1423"/>
                    <a:pt x="774" y="1853"/>
                  </a:cubicBezTo>
                  <a:cubicBezTo>
                    <a:pt x="1064" y="2072"/>
                    <a:pt x="1387" y="2181"/>
                    <a:pt x="1677" y="2181"/>
                  </a:cubicBezTo>
                  <a:cubicBezTo>
                    <a:pt x="1963" y="2181"/>
                    <a:pt x="2216" y="2075"/>
                    <a:pt x="2372" y="1866"/>
                  </a:cubicBezTo>
                  <a:cubicBezTo>
                    <a:pt x="2686" y="1448"/>
                    <a:pt x="2476" y="753"/>
                    <a:pt x="1913" y="334"/>
                  </a:cubicBezTo>
                  <a:cubicBezTo>
                    <a:pt x="1618" y="112"/>
                    <a:pt x="1286" y="1"/>
                    <a:pt x="99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3" name="Google Shape;983;p23"/>
            <p:cNvSpPr/>
            <p:nvPr/>
          </p:nvSpPr>
          <p:spPr>
            <a:xfrm>
              <a:off x="1902802" y="3727209"/>
              <a:ext cx="110226" cy="88354"/>
            </a:xfrm>
            <a:custGeom>
              <a:rect b="b" l="l" r="r" t="t"/>
              <a:pathLst>
                <a:path extrusionOk="0" h="1325" w="1653">
                  <a:moveTo>
                    <a:pt x="1639" y="1312"/>
                  </a:moveTo>
                  <a:cubicBezTo>
                    <a:pt x="1627" y="1325"/>
                    <a:pt x="1599" y="1271"/>
                    <a:pt x="1561" y="1193"/>
                  </a:cubicBezTo>
                  <a:cubicBezTo>
                    <a:pt x="1520" y="1126"/>
                    <a:pt x="1457" y="1023"/>
                    <a:pt x="1363" y="944"/>
                  </a:cubicBezTo>
                  <a:cubicBezTo>
                    <a:pt x="1271" y="853"/>
                    <a:pt x="1155" y="787"/>
                    <a:pt x="1023" y="749"/>
                  </a:cubicBezTo>
                  <a:cubicBezTo>
                    <a:pt x="891" y="721"/>
                    <a:pt x="749" y="721"/>
                    <a:pt x="617" y="708"/>
                  </a:cubicBezTo>
                  <a:cubicBezTo>
                    <a:pt x="485" y="696"/>
                    <a:pt x="340" y="655"/>
                    <a:pt x="237" y="576"/>
                  </a:cubicBezTo>
                  <a:cubicBezTo>
                    <a:pt x="171" y="551"/>
                    <a:pt x="120" y="497"/>
                    <a:pt x="92" y="447"/>
                  </a:cubicBezTo>
                  <a:cubicBezTo>
                    <a:pt x="54" y="394"/>
                    <a:pt x="26" y="340"/>
                    <a:pt x="26" y="290"/>
                  </a:cubicBezTo>
                  <a:cubicBezTo>
                    <a:pt x="1" y="183"/>
                    <a:pt x="26" y="92"/>
                    <a:pt x="67" y="54"/>
                  </a:cubicBezTo>
                  <a:cubicBezTo>
                    <a:pt x="105" y="0"/>
                    <a:pt x="133" y="0"/>
                    <a:pt x="145" y="13"/>
                  </a:cubicBezTo>
                  <a:cubicBezTo>
                    <a:pt x="171" y="26"/>
                    <a:pt x="120" y="120"/>
                    <a:pt x="171" y="236"/>
                  </a:cubicBezTo>
                  <a:cubicBezTo>
                    <a:pt x="199" y="302"/>
                    <a:pt x="249" y="356"/>
                    <a:pt x="328" y="406"/>
                  </a:cubicBezTo>
                  <a:cubicBezTo>
                    <a:pt x="407" y="447"/>
                    <a:pt x="513" y="472"/>
                    <a:pt x="642" y="485"/>
                  </a:cubicBezTo>
                  <a:cubicBezTo>
                    <a:pt x="762" y="497"/>
                    <a:pt x="919" y="513"/>
                    <a:pt x="1076" y="563"/>
                  </a:cubicBezTo>
                  <a:cubicBezTo>
                    <a:pt x="1234" y="617"/>
                    <a:pt x="1378" y="733"/>
                    <a:pt x="1470" y="840"/>
                  </a:cubicBezTo>
                  <a:cubicBezTo>
                    <a:pt x="1561" y="957"/>
                    <a:pt x="1614" y="1076"/>
                    <a:pt x="1627" y="1167"/>
                  </a:cubicBezTo>
                  <a:cubicBezTo>
                    <a:pt x="1652" y="1259"/>
                    <a:pt x="1639" y="1312"/>
                    <a:pt x="1639" y="131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3"/>
            <p:cNvSpPr/>
            <p:nvPr/>
          </p:nvSpPr>
          <p:spPr>
            <a:xfrm>
              <a:off x="1870528" y="4075897"/>
              <a:ext cx="187111" cy="160972"/>
            </a:xfrm>
            <a:custGeom>
              <a:rect b="b" l="l" r="r" t="t"/>
              <a:pathLst>
                <a:path extrusionOk="0" h="2414" w="2806">
                  <a:moveTo>
                    <a:pt x="1843" y="0"/>
                  </a:moveTo>
                  <a:cubicBezTo>
                    <a:pt x="1480" y="0"/>
                    <a:pt x="1056" y="189"/>
                    <a:pt x="708" y="537"/>
                  </a:cubicBezTo>
                  <a:cubicBezTo>
                    <a:pt x="145" y="1103"/>
                    <a:pt x="0" y="1861"/>
                    <a:pt x="381" y="2254"/>
                  </a:cubicBezTo>
                  <a:cubicBezTo>
                    <a:pt x="488" y="2365"/>
                    <a:pt x="604" y="2413"/>
                    <a:pt x="727" y="2413"/>
                  </a:cubicBezTo>
                  <a:cubicBezTo>
                    <a:pt x="1041" y="2413"/>
                    <a:pt x="1405" y="2099"/>
                    <a:pt x="1809" y="1704"/>
                  </a:cubicBezTo>
                  <a:cubicBezTo>
                    <a:pt x="2372" y="1141"/>
                    <a:pt x="2806" y="615"/>
                    <a:pt x="2413" y="222"/>
                  </a:cubicBezTo>
                  <a:cubicBezTo>
                    <a:pt x="2268" y="72"/>
                    <a:pt x="2067" y="0"/>
                    <a:pt x="184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5" name="Google Shape;985;p23"/>
            <p:cNvSpPr/>
            <p:nvPr/>
          </p:nvSpPr>
          <p:spPr>
            <a:xfrm>
              <a:off x="1916006" y="4111639"/>
              <a:ext cx="116294" cy="110159"/>
            </a:xfrm>
            <a:custGeom>
              <a:rect b="b" l="l" r="r" t="t"/>
              <a:pathLst>
                <a:path extrusionOk="0" h="1652" w="1744">
                  <a:moveTo>
                    <a:pt x="1743" y="29"/>
                  </a:moveTo>
                  <a:cubicBezTo>
                    <a:pt x="1743" y="42"/>
                    <a:pt x="1690" y="54"/>
                    <a:pt x="1611" y="95"/>
                  </a:cubicBezTo>
                  <a:cubicBezTo>
                    <a:pt x="1533" y="133"/>
                    <a:pt x="1441" y="199"/>
                    <a:pt x="1338" y="290"/>
                  </a:cubicBezTo>
                  <a:cubicBezTo>
                    <a:pt x="1127" y="472"/>
                    <a:pt x="878" y="724"/>
                    <a:pt x="709" y="919"/>
                  </a:cubicBezTo>
                  <a:cubicBezTo>
                    <a:pt x="353" y="1312"/>
                    <a:pt x="92" y="1652"/>
                    <a:pt x="26" y="1627"/>
                  </a:cubicBezTo>
                  <a:cubicBezTo>
                    <a:pt x="1" y="1602"/>
                    <a:pt x="39" y="1495"/>
                    <a:pt x="117" y="1337"/>
                  </a:cubicBezTo>
                  <a:cubicBezTo>
                    <a:pt x="209" y="1180"/>
                    <a:pt x="353" y="985"/>
                    <a:pt x="551" y="774"/>
                  </a:cubicBezTo>
                  <a:cubicBezTo>
                    <a:pt x="734" y="567"/>
                    <a:pt x="1007" y="343"/>
                    <a:pt x="1243" y="186"/>
                  </a:cubicBezTo>
                  <a:cubicBezTo>
                    <a:pt x="1363" y="108"/>
                    <a:pt x="1495" y="42"/>
                    <a:pt x="1586" y="29"/>
                  </a:cubicBezTo>
                  <a:cubicBezTo>
                    <a:pt x="1677" y="1"/>
                    <a:pt x="1743" y="16"/>
                    <a:pt x="1743" y="2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6" name="Google Shape;986;p23"/>
            <p:cNvSpPr/>
            <p:nvPr/>
          </p:nvSpPr>
          <p:spPr>
            <a:xfrm>
              <a:off x="1874062" y="3867844"/>
              <a:ext cx="168707" cy="128430"/>
            </a:xfrm>
            <a:custGeom>
              <a:rect b="b" l="l" r="r" t="t"/>
              <a:pathLst>
                <a:path extrusionOk="0" h="1926" w="2530">
                  <a:moveTo>
                    <a:pt x="937" y="0"/>
                  </a:moveTo>
                  <a:cubicBezTo>
                    <a:pt x="632" y="0"/>
                    <a:pt x="369" y="120"/>
                    <a:pt x="237" y="354"/>
                  </a:cubicBezTo>
                  <a:cubicBezTo>
                    <a:pt x="1" y="763"/>
                    <a:pt x="262" y="1364"/>
                    <a:pt x="838" y="1707"/>
                  </a:cubicBezTo>
                  <a:cubicBezTo>
                    <a:pt x="1082" y="1854"/>
                    <a:pt x="1344" y="1925"/>
                    <a:pt x="1582" y="1925"/>
                  </a:cubicBezTo>
                  <a:cubicBezTo>
                    <a:pt x="1892" y="1925"/>
                    <a:pt x="2160" y="1804"/>
                    <a:pt x="2294" y="1575"/>
                  </a:cubicBezTo>
                  <a:cubicBezTo>
                    <a:pt x="2530" y="1169"/>
                    <a:pt x="2265" y="565"/>
                    <a:pt x="1690" y="225"/>
                  </a:cubicBezTo>
                  <a:cubicBezTo>
                    <a:pt x="1442" y="74"/>
                    <a:pt x="1177" y="0"/>
                    <a:pt x="937"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3"/>
            <p:cNvSpPr/>
            <p:nvPr/>
          </p:nvSpPr>
          <p:spPr>
            <a:xfrm>
              <a:off x="1669610" y="3775354"/>
              <a:ext cx="186111" cy="160571"/>
            </a:xfrm>
            <a:custGeom>
              <a:rect b="b" l="l" r="r" t="t"/>
              <a:pathLst>
                <a:path extrusionOk="0" h="2408" w="2791">
                  <a:moveTo>
                    <a:pt x="1841" y="0"/>
                  </a:moveTo>
                  <a:cubicBezTo>
                    <a:pt x="1479" y="0"/>
                    <a:pt x="1056" y="188"/>
                    <a:pt x="708" y="537"/>
                  </a:cubicBezTo>
                  <a:cubicBezTo>
                    <a:pt x="142" y="1100"/>
                    <a:pt x="0" y="1861"/>
                    <a:pt x="378" y="2254"/>
                  </a:cubicBezTo>
                  <a:cubicBezTo>
                    <a:pt x="485" y="2361"/>
                    <a:pt x="599" y="2408"/>
                    <a:pt x="722" y="2408"/>
                  </a:cubicBezTo>
                  <a:cubicBezTo>
                    <a:pt x="1037" y="2408"/>
                    <a:pt x="1402" y="2099"/>
                    <a:pt x="1809" y="1703"/>
                  </a:cubicBezTo>
                  <a:cubicBezTo>
                    <a:pt x="2372" y="1140"/>
                    <a:pt x="2790" y="615"/>
                    <a:pt x="2410" y="222"/>
                  </a:cubicBezTo>
                  <a:cubicBezTo>
                    <a:pt x="2264" y="72"/>
                    <a:pt x="2064" y="0"/>
                    <a:pt x="184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3"/>
            <p:cNvSpPr/>
            <p:nvPr/>
          </p:nvSpPr>
          <p:spPr>
            <a:xfrm>
              <a:off x="1714888" y="3811097"/>
              <a:ext cx="116294" cy="110159"/>
            </a:xfrm>
            <a:custGeom>
              <a:rect b="b" l="l" r="r" t="t"/>
              <a:pathLst>
                <a:path extrusionOk="0" h="1652" w="1744">
                  <a:moveTo>
                    <a:pt x="1743" y="26"/>
                  </a:moveTo>
                  <a:cubicBezTo>
                    <a:pt x="1743" y="41"/>
                    <a:pt x="1693" y="54"/>
                    <a:pt x="1614" y="92"/>
                  </a:cubicBezTo>
                  <a:cubicBezTo>
                    <a:pt x="1536" y="133"/>
                    <a:pt x="1444" y="199"/>
                    <a:pt x="1337" y="290"/>
                  </a:cubicBezTo>
                  <a:cubicBezTo>
                    <a:pt x="1130" y="472"/>
                    <a:pt x="878" y="721"/>
                    <a:pt x="708" y="919"/>
                  </a:cubicBezTo>
                  <a:cubicBezTo>
                    <a:pt x="356" y="1312"/>
                    <a:pt x="92" y="1652"/>
                    <a:pt x="29" y="1627"/>
                  </a:cubicBezTo>
                  <a:cubicBezTo>
                    <a:pt x="1" y="1598"/>
                    <a:pt x="42" y="1495"/>
                    <a:pt x="120" y="1337"/>
                  </a:cubicBezTo>
                  <a:cubicBezTo>
                    <a:pt x="211" y="1180"/>
                    <a:pt x="356" y="985"/>
                    <a:pt x="539" y="774"/>
                  </a:cubicBezTo>
                  <a:cubicBezTo>
                    <a:pt x="721" y="564"/>
                    <a:pt x="1010" y="340"/>
                    <a:pt x="1246" y="183"/>
                  </a:cubicBezTo>
                  <a:cubicBezTo>
                    <a:pt x="1366" y="104"/>
                    <a:pt x="1495" y="41"/>
                    <a:pt x="1586" y="26"/>
                  </a:cubicBezTo>
                  <a:cubicBezTo>
                    <a:pt x="1680" y="1"/>
                    <a:pt x="1731" y="13"/>
                    <a:pt x="1743" y="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4">
  <p:cSld name="CUSTOM_9_1_1_2">
    <p:spTree>
      <p:nvGrpSpPr>
        <p:cNvPr id="989" name="Shape 989"/>
        <p:cNvGrpSpPr/>
        <p:nvPr/>
      </p:nvGrpSpPr>
      <p:grpSpPr>
        <a:xfrm>
          <a:off x="0" y="0"/>
          <a:ext cx="0" cy="0"/>
          <a:chOff x="0" y="0"/>
          <a:chExt cx="0" cy="0"/>
        </a:xfrm>
      </p:grpSpPr>
      <p:sp>
        <p:nvSpPr>
          <p:cNvPr id="990" name="Google Shape;990;p24"/>
          <p:cNvSpPr txBox="1"/>
          <p:nvPr>
            <p:ph type="title"/>
          </p:nvPr>
        </p:nvSpPr>
        <p:spPr>
          <a:xfrm>
            <a:off x="713100" y="1658725"/>
            <a:ext cx="3252900" cy="555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3000"/>
              <a:buNone/>
              <a:defRPr/>
            </a:lvl1pPr>
            <a:lvl2pPr lvl="1" rtl="0" algn="r">
              <a:spcBef>
                <a:spcPts val="0"/>
              </a:spcBef>
              <a:spcAft>
                <a:spcPts val="0"/>
              </a:spcAft>
              <a:buSzPts val="2800"/>
              <a:buNone/>
              <a:defRPr>
                <a:latin typeface="Roboto"/>
                <a:ea typeface="Roboto"/>
                <a:cs typeface="Roboto"/>
                <a:sym typeface="Roboto"/>
              </a:defRPr>
            </a:lvl2pPr>
            <a:lvl3pPr lvl="2" rtl="0" algn="r">
              <a:spcBef>
                <a:spcPts val="0"/>
              </a:spcBef>
              <a:spcAft>
                <a:spcPts val="0"/>
              </a:spcAft>
              <a:buSzPts val="2800"/>
              <a:buNone/>
              <a:defRPr>
                <a:latin typeface="Roboto"/>
                <a:ea typeface="Roboto"/>
                <a:cs typeface="Roboto"/>
                <a:sym typeface="Roboto"/>
              </a:defRPr>
            </a:lvl3pPr>
            <a:lvl4pPr lvl="3" rtl="0" algn="r">
              <a:spcBef>
                <a:spcPts val="0"/>
              </a:spcBef>
              <a:spcAft>
                <a:spcPts val="0"/>
              </a:spcAft>
              <a:buSzPts val="2800"/>
              <a:buNone/>
              <a:defRPr>
                <a:latin typeface="Roboto"/>
                <a:ea typeface="Roboto"/>
                <a:cs typeface="Roboto"/>
                <a:sym typeface="Roboto"/>
              </a:defRPr>
            </a:lvl4pPr>
            <a:lvl5pPr lvl="4" rtl="0" algn="r">
              <a:spcBef>
                <a:spcPts val="0"/>
              </a:spcBef>
              <a:spcAft>
                <a:spcPts val="0"/>
              </a:spcAft>
              <a:buSzPts val="2800"/>
              <a:buNone/>
              <a:defRPr>
                <a:latin typeface="Roboto"/>
                <a:ea typeface="Roboto"/>
                <a:cs typeface="Roboto"/>
                <a:sym typeface="Roboto"/>
              </a:defRPr>
            </a:lvl5pPr>
            <a:lvl6pPr lvl="5" rtl="0" algn="r">
              <a:spcBef>
                <a:spcPts val="0"/>
              </a:spcBef>
              <a:spcAft>
                <a:spcPts val="0"/>
              </a:spcAft>
              <a:buSzPts val="2800"/>
              <a:buNone/>
              <a:defRPr>
                <a:latin typeface="Roboto"/>
                <a:ea typeface="Roboto"/>
                <a:cs typeface="Roboto"/>
                <a:sym typeface="Roboto"/>
              </a:defRPr>
            </a:lvl6pPr>
            <a:lvl7pPr lvl="6" rtl="0" algn="r">
              <a:spcBef>
                <a:spcPts val="0"/>
              </a:spcBef>
              <a:spcAft>
                <a:spcPts val="0"/>
              </a:spcAft>
              <a:buSzPts val="2800"/>
              <a:buNone/>
              <a:defRPr>
                <a:latin typeface="Roboto"/>
                <a:ea typeface="Roboto"/>
                <a:cs typeface="Roboto"/>
                <a:sym typeface="Roboto"/>
              </a:defRPr>
            </a:lvl7pPr>
            <a:lvl8pPr lvl="7" rtl="0" algn="r">
              <a:spcBef>
                <a:spcPts val="0"/>
              </a:spcBef>
              <a:spcAft>
                <a:spcPts val="0"/>
              </a:spcAft>
              <a:buSzPts val="2800"/>
              <a:buNone/>
              <a:defRPr>
                <a:latin typeface="Roboto"/>
                <a:ea typeface="Roboto"/>
                <a:cs typeface="Roboto"/>
                <a:sym typeface="Roboto"/>
              </a:defRPr>
            </a:lvl8pPr>
            <a:lvl9pPr lvl="8" rtl="0" algn="r">
              <a:spcBef>
                <a:spcPts val="0"/>
              </a:spcBef>
              <a:spcAft>
                <a:spcPts val="0"/>
              </a:spcAft>
              <a:buSzPts val="2800"/>
              <a:buNone/>
              <a:defRPr>
                <a:latin typeface="Roboto"/>
                <a:ea typeface="Roboto"/>
                <a:cs typeface="Roboto"/>
                <a:sym typeface="Roboto"/>
              </a:defRPr>
            </a:lvl9pPr>
          </a:lstStyle>
          <a:p/>
        </p:txBody>
      </p:sp>
      <p:sp>
        <p:nvSpPr>
          <p:cNvPr id="991" name="Google Shape;991;p24"/>
          <p:cNvSpPr txBox="1"/>
          <p:nvPr>
            <p:ph idx="1" type="subTitle"/>
          </p:nvPr>
        </p:nvSpPr>
        <p:spPr>
          <a:xfrm>
            <a:off x="713100" y="2169664"/>
            <a:ext cx="3252900" cy="13344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gn="r">
              <a:lnSpc>
                <a:spcPct val="100000"/>
              </a:lnSpc>
              <a:spcBef>
                <a:spcPts val="0"/>
              </a:spcBef>
              <a:spcAft>
                <a:spcPts val="0"/>
              </a:spcAft>
              <a:buSzPts val="2100"/>
              <a:buNone/>
              <a:defRPr sz="2100"/>
            </a:lvl2pPr>
            <a:lvl3pPr lvl="2" rtl="0" algn="r">
              <a:lnSpc>
                <a:spcPct val="100000"/>
              </a:lnSpc>
              <a:spcBef>
                <a:spcPts val="0"/>
              </a:spcBef>
              <a:spcAft>
                <a:spcPts val="0"/>
              </a:spcAft>
              <a:buSzPts val="2100"/>
              <a:buNone/>
              <a:defRPr sz="2100"/>
            </a:lvl3pPr>
            <a:lvl4pPr lvl="3" rtl="0" algn="r">
              <a:lnSpc>
                <a:spcPct val="100000"/>
              </a:lnSpc>
              <a:spcBef>
                <a:spcPts val="0"/>
              </a:spcBef>
              <a:spcAft>
                <a:spcPts val="0"/>
              </a:spcAft>
              <a:buSzPts val="2100"/>
              <a:buNone/>
              <a:defRPr sz="2100"/>
            </a:lvl4pPr>
            <a:lvl5pPr lvl="4" rtl="0" algn="r">
              <a:lnSpc>
                <a:spcPct val="100000"/>
              </a:lnSpc>
              <a:spcBef>
                <a:spcPts val="0"/>
              </a:spcBef>
              <a:spcAft>
                <a:spcPts val="0"/>
              </a:spcAft>
              <a:buSzPts val="2100"/>
              <a:buNone/>
              <a:defRPr sz="2100"/>
            </a:lvl5pPr>
            <a:lvl6pPr lvl="5" rtl="0" algn="r">
              <a:lnSpc>
                <a:spcPct val="100000"/>
              </a:lnSpc>
              <a:spcBef>
                <a:spcPts val="0"/>
              </a:spcBef>
              <a:spcAft>
                <a:spcPts val="0"/>
              </a:spcAft>
              <a:buSzPts val="2100"/>
              <a:buNone/>
              <a:defRPr sz="2100"/>
            </a:lvl6pPr>
            <a:lvl7pPr lvl="6" rtl="0" algn="r">
              <a:lnSpc>
                <a:spcPct val="100000"/>
              </a:lnSpc>
              <a:spcBef>
                <a:spcPts val="0"/>
              </a:spcBef>
              <a:spcAft>
                <a:spcPts val="0"/>
              </a:spcAft>
              <a:buSzPts val="2100"/>
              <a:buNone/>
              <a:defRPr sz="2100"/>
            </a:lvl7pPr>
            <a:lvl8pPr lvl="7" rtl="0" algn="r">
              <a:lnSpc>
                <a:spcPct val="100000"/>
              </a:lnSpc>
              <a:spcBef>
                <a:spcPts val="0"/>
              </a:spcBef>
              <a:spcAft>
                <a:spcPts val="0"/>
              </a:spcAft>
              <a:buSzPts val="2100"/>
              <a:buNone/>
              <a:defRPr sz="2100"/>
            </a:lvl8pPr>
            <a:lvl9pPr lvl="8" rtl="0" algn="r">
              <a:lnSpc>
                <a:spcPct val="100000"/>
              </a:lnSpc>
              <a:spcBef>
                <a:spcPts val="0"/>
              </a:spcBef>
              <a:spcAft>
                <a:spcPts val="0"/>
              </a:spcAft>
              <a:buSzPts val="2100"/>
              <a:buNone/>
              <a:defRPr sz="2100"/>
            </a:lvl9pPr>
          </a:lstStyle>
          <a:p/>
        </p:txBody>
      </p:sp>
      <p:grpSp>
        <p:nvGrpSpPr>
          <p:cNvPr id="992" name="Google Shape;992;p24"/>
          <p:cNvGrpSpPr/>
          <p:nvPr/>
        </p:nvGrpSpPr>
        <p:grpSpPr>
          <a:xfrm>
            <a:off x="147323" y="34161"/>
            <a:ext cx="1606563" cy="1217804"/>
            <a:chOff x="475775" y="3784023"/>
            <a:chExt cx="1050384" cy="796263"/>
          </a:xfrm>
        </p:grpSpPr>
        <p:sp>
          <p:nvSpPr>
            <p:cNvPr id="993" name="Google Shape;993;p24"/>
            <p:cNvSpPr/>
            <p:nvPr/>
          </p:nvSpPr>
          <p:spPr>
            <a:xfrm>
              <a:off x="575400" y="3784023"/>
              <a:ext cx="950759" cy="762048"/>
            </a:xfrm>
            <a:custGeom>
              <a:rect b="b" l="l" r="r" t="t"/>
              <a:pathLst>
                <a:path extrusionOk="0" h="11428" w="14258">
                  <a:moveTo>
                    <a:pt x="4549" y="3357"/>
                  </a:moveTo>
                  <a:lnTo>
                    <a:pt x="2413" y="2397"/>
                  </a:lnTo>
                  <a:lnTo>
                    <a:pt x="1" y="7798"/>
                  </a:lnTo>
                  <a:lnTo>
                    <a:pt x="6750" y="10827"/>
                  </a:lnTo>
                  <a:lnTo>
                    <a:pt x="7313" y="9553"/>
                  </a:lnTo>
                  <a:lnTo>
                    <a:pt x="9279" y="11427"/>
                  </a:lnTo>
                  <a:lnTo>
                    <a:pt x="14258" y="6225"/>
                  </a:lnTo>
                  <a:lnTo>
                    <a:pt x="7760" y="1"/>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4"/>
            <p:cNvSpPr/>
            <p:nvPr/>
          </p:nvSpPr>
          <p:spPr>
            <a:xfrm>
              <a:off x="660955" y="3817165"/>
              <a:ext cx="766449" cy="763115"/>
            </a:xfrm>
            <a:custGeom>
              <a:rect b="b" l="l" r="r" t="t"/>
              <a:pathLst>
                <a:path extrusionOk="0" h="11444" w="11494">
                  <a:moveTo>
                    <a:pt x="4996" y="1"/>
                  </a:moveTo>
                  <a:lnTo>
                    <a:pt x="1" y="5219"/>
                  </a:lnTo>
                  <a:lnTo>
                    <a:pt x="6502" y="11443"/>
                  </a:lnTo>
                  <a:lnTo>
                    <a:pt x="11494" y="6225"/>
                  </a:lnTo>
                  <a:lnTo>
                    <a:pt x="4996"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4"/>
            <p:cNvSpPr/>
            <p:nvPr/>
          </p:nvSpPr>
          <p:spPr>
            <a:xfrm>
              <a:off x="715302" y="3870445"/>
              <a:ext cx="664891" cy="661757"/>
            </a:xfrm>
            <a:custGeom>
              <a:rect b="b" l="l" r="r" t="t"/>
              <a:pathLst>
                <a:path extrusionOk="0" h="9924" w="9971">
                  <a:moveTo>
                    <a:pt x="4297" y="1"/>
                  </a:moveTo>
                  <a:lnTo>
                    <a:pt x="1" y="4483"/>
                  </a:lnTo>
                  <a:lnTo>
                    <a:pt x="5675" y="9924"/>
                  </a:lnTo>
                  <a:lnTo>
                    <a:pt x="9971" y="5442"/>
                  </a:lnTo>
                  <a:lnTo>
                    <a:pt x="4297" y="1"/>
                  </a:lnTo>
                  <a:close/>
                </a:path>
              </a:pathLst>
            </a:custGeom>
            <a:solidFill>
              <a:srgbClr val="4719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4"/>
            <p:cNvSpPr/>
            <p:nvPr/>
          </p:nvSpPr>
          <p:spPr>
            <a:xfrm>
              <a:off x="660955" y="3817165"/>
              <a:ext cx="340881" cy="352217"/>
            </a:xfrm>
            <a:custGeom>
              <a:rect b="b" l="l" r="r" t="t"/>
              <a:pathLst>
                <a:path extrusionOk="0" h="5282" w="5112">
                  <a:moveTo>
                    <a:pt x="4996" y="1"/>
                  </a:moveTo>
                  <a:lnTo>
                    <a:pt x="1" y="5219"/>
                  </a:lnTo>
                  <a:lnTo>
                    <a:pt x="816" y="5282"/>
                  </a:lnTo>
                  <a:lnTo>
                    <a:pt x="5112" y="800"/>
                  </a:lnTo>
                  <a:lnTo>
                    <a:pt x="499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4"/>
            <p:cNvSpPr/>
            <p:nvPr/>
          </p:nvSpPr>
          <p:spPr>
            <a:xfrm>
              <a:off x="1087596" y="4228069"/>
              <a:ext cx="339814" cy="352217"/>
            </a:xfrm>
            <a:custGeom>
              <a:rect b="b" l="l" r="r" t="t"/>
              <a:pathLst>
                <a:path extrusionOk="0" h="5282" w="5096">
                  <a:moveTo>
                    <a:pt x="4297" y="0"/>
                  </a:moveTo>
                  <a:lnTo>
                    <a:pt x="0" y="4482"/>
                  </a:lnTo>
                  <a:lnTo>
                    <a:pt x="104" y="5281"/>
                  </a:lnTo>
                  <a:lnTo>
                    <a:pt x="5096" y="63"/>
                  </a:lnTo>
                  <a:lnTo>
                    <a:pt x="4297"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8" name="Google Shape;998;p24"/>
            <p:cNvSpPr/>
            <p:nvPr/>
          </p:nvSpPr>
          <p:spPr>
            <a:xfrm>
              <a:off x="715302" y="3871512"/>
              <a:ext cx="658023" cy="654422"/>
            </a:xfrm>
            <a:custGeom>
              <a:rect b="b" l="l" r="r" t="t"/>
              <a:pathLst>
                <a:path extrusionOk="0" h="9814" w="9868">
                  <a:moveTo>
                    <a:pt x="4284" y="117"/>
                  </a:moveTo>
                  <a:lnTo>
                    <a:pt x="9751" y="5347"/>
                  </a:lnTo>
                  <a:lnTo>
                    <a:pt x="5568" y="9697"/>
                  </a:lnTo>
                  <a:lnTo>
                    <a:pt x="117" y="4467"/>
                  </a:lnTo>
                  <a:lnTo>
                    <a:pt x="4284" y="117"/>
                  </a:lnTo>
                  <a:close/>
                  <a:moveTo>
                    <a:pt x="4284" y="0"/>
                  </a:moveTo>
                  <a:lnTo>
                    <a:pt x="1" y="4467"/>
                  </a:lnTo>
                  <a:lnTo>
                    <a:pt x="5568" y="9813"/>
                  </a:lnTo>
                  <a:lnTo>
                    <a:pt x="9867" y="5332"/>
                  </a:lnTo>
                  <a:lnTo>
                    <a:pt x="42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9" name="Google Shape;999;p24"/>
            <p:cNvSpPr/>
            <p:nvPr/>
          </p:nvSpPr>
          <p:spPr>
            <a:xfrm>
              <a:off x="993172" y="4137046"/>
              <a:ext cx="285735" cy="298938"/>
            </a:xfrm>
            <a:custGeom>
              <a:rect b="b" l="l" r="r" t="t"/>
              <a:pathLst>
                <a:path extrusionOk="0" h="4483" w="4285">
                  <a:moveTo>
                    <a:pt x="4231" y="0"/>
                  </a:moveTo>
                  <a:lnTo>
                    <a:pt x="1" y="4432"/>
                  </a:lnTo>
                  <a:lnTo>
                    <a:pt x="51" y="4482"/>
                  </a:lnTo>
                  <a:lnTo>
                    <a:pt x="4285" y="66"/>
                  </a:lnTo>
                  <a:lnTo>
                    <a:pt x="4231"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0" name="Google Shape;1000;p24"/>
            <p:cNvSpPr/>
            <p:nvPr/>
          </p:nvSpPr>
          <p:spPr>
            <a:xfrm>
              <a:off x="900482" y="4049757"/>
              <a:ext cx="286801" cy="297937"/>
            </a:xfrm>
            <a:custGeom>
              <a:rect b="b" l="l" r="r" t="t"/>
              <a:pathLst>
                <a:path extrusionOk="0" h="4468" w="4301">
                  <a:moveTo>
                    <a:pt x="4234" y="1"/>
                  </a:moveTo>
                  <a:lnTo>
                    <a:pt x="1" y="4417"/>
                  </a:lnTo>
                  <a:lnTo>
                    <a:pt x="67" y="4467"/>
                  </a:lnTo>
                  <a:lnTo>
                    <a:pt x="4300" y="51"/>
                  </a:lnTo>
                  <a:lnTo>
                    <a:pt x="423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1" name="Google Shape;1001;p24"/>
            <p:cNvSpPr/>
            <p:nvPr/>
          </p:nvSpPr>
          <p:spPr>
            <a:xfrm>
              <a:off x="808659" y="3961468"/>
              <a:ext cx="286735" cy="298137"/>
            </a:xfrm>
            <a:custGeom>
              <a:rect b="b" l="l" r="r" t="t"/>
              <a:pathLst>
                <a:path extrusionOk="0" h="4471" w="4300">
                  <a:moveTo>
                    <a:pt x="4234" y="1"/>
                  </a:moveTo>
                  <a:lnTo>
                    <a:pt x="0" y="4417"/>
                  </a:lnTo>
                  <a:lnTo>
                    <a:pt x="66" y="4470"/>
                  </a:lnTo>
                  <a:lnTo>
                    <a:pt x="4300" y="51"/>
                  </a:lnTo>
                  <a:lnTo>
                    <a:pt x="423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2" name="Google Shape;1002;p24"/>
            <p:cNvSpPr/>
            <p:nvPr/>
          </p:nvSpPr>
          <p:spPr>
            <a:xfrm>
              <a:off x="928423" y="3946597"/>
              <a:ext cx="372288" cy="356618"/>
            </a:xfrm>
            <a:custGeom>
              <a:rect b="b" l="l" r="r" t="t"/>
              <a:pathLst>
                <a:path extrusionOk="0" h="5348" w="5583">
                  <a:moveTo>
                    <a:pt x="66" y="0"/>
                  </a:moveTo>
                  <a:lnTo>
                    <a:pt x="0" y="66"/>
                  </a:lnTo>
                  <a:lnTo>
                    <a:pt x="5517" y="5347"/>
                  </a:lnTo>
                  <a:lnTo>
                    <a:pt x="5583" y="5281"/>
                  </a:lnTo>
                  <a:lnTo>
                    <a:pt x="6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3" name="Google Shape;1003;p24"/>
            <p:cNvSpPr/>
            <p:nvPr/>
          </p:nvSpPr>
          <p:spPr>
            <a:xfrm>
              <a:off x="858538" y="4020016"/>
              <a:ext cx="371488" cy="356618"/>
            </a:xfrm>
            <a:custGeom>
              <a:rect b="b" l="l" r="r" t="t"/>
              <a:pathLst>
                <a:path extrusionOk="0" h="5348" w="5571">
                  <a:moveTo>
                    <a:pt x="54" y="0"/>
                  </a:moveTo>
                  <a:lnTo>
                    <a:pt x="1" y="66"/>
                  </a:lnTo>
                  <a:lnTo>
                    <a:pt x="5505" y="5347"/>
                  </a:lnTo>
                  <a:lnTo>
                    <a:pt x="5571" y="5294"/>
                  </a:lnTo>
                  <a:lnTo>
                    <a:pt x="5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4"/>
            <p:cNvSpPr/>
            <p:nvPr/>
          </p:nvSpPr>
          <p:spPr>
            <a:xfrm>
              <a:off x="787654" y="4094235"/>
              <a:ext cx="371488" cy="356618"/>
            </a:xfrm>
            <a:custGeom>
              <a:rect b="b" l="l" r="r" t="t"/>
              <a:pathLst>
                <a:path extrusionOk="0" h="5348" w="5571">
                  <a:moveTo>
                    <a:pt x="54" y="1"/>
                  </a:moveTo>
                  <a:lnTo>
                    <a:pt x="1" y="54"/>
                  </a:lnTo>
                  <a:lnTo>
                    <a:pt x="5521" y="5347"/>
                  </a:lnTo>
                  <a:lnTo>
                    <a:pt x="5571" y="5281"/>
                  </a:lnTo>
                  <a:lnTo>
                    <a:pt x="5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4"/>
            <p:cNvSpPr/>
            <p:nvPr/>
          </p:nvSpPr>
          <p:spPr>
            <a:xfrm>
              <a:off x="475775" y="3977205"/>
              <a:ext cx="611879" cy="561933"/>
            </a:xfrm>
            <a:custGeom>
              <a:rect b="b" l="l" r="r" t="t"/>
              <a:pathLst>
                <a:path extrusionOk="0" h="8427" w="9176">
                  <a:moveTo>
                    <a:pt x="2426" y="1"/>
                  </a:moveTo>
                  <a:lnTo>
                    <a:pt x="1" y="5413"/>
                  </a:lnTo>
                  <a:lnTo>
                    <a:pt x="6763" y="8427"/>
                  </a:lnTo>
                  <a:lnTo>
                    <a:pt x="9175" y="3014"/>
                  </a:lnTo>
                  <a:lnTo>
                    <a:pt x="2426"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4"/>
            <p:cNvSpPr/>
            <p:nvPr/>
          </p:nvSpPr>
          <p:spPr>
            <a:xfrm>
              <a:off x="518586" y="4016415"/>
              <a:ext cx="532326" cy="486049"/>
            </a:xfrm>
            <a:custGeom>
              <a:rect b="b" l="l" r="r" t="t"/>
              <a:pathLst>
                <a:path extrusionOk="0" h="7289" w="7983">
                  <a:moveTo>
                    <a:pt x="2086" y="1"/>
                  </a:moveTo>
                  <a:lnTo>
                    <a:pt x="0" y="4653"/>
                  </a:lnTo>
                  <a:lnTo>
                    <a:pt x="5898" y="7288"/>
                  </a:lnTo>
                  <a:lnTo>
                    <a:pt x="7983" y="2636"/>
                  </a:lnTo>
                  <a:lnTo>
                    <a:pt x="2086"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4"/>
            <p:cNvSpPr/>
            <p:nvPr/>
          </p:nvSpPr>
          <p:spPr>
            <a:xfrm>
              <a:off x="475775" y="3977205"/>
              <a:ext cx="181910" cy="361019"/>
            </a:xfrm>
            <a:custGeom>
              <a:rect b="b" l="l" r="r" t="t"/>
              <a:pathLst>
                <a:path extrusionOk="0" h="5414" w="2728">
                  <a:moveTo>
                    <a:pt x="2426" y="1"/>
                  </a:moveTo>
                  <a:lnTo>
                    <a:pt x="1" y="5413"/>
                  </a:lnTo>
                  <a:lnTo>
                    <a:pt x="1" y="5413"/>
                  </a:lnTo>
                  <a:lnTo>
                    <a:pt x="642" y="5241"/>
                  </a:lnTo>
                  <a:lnTo>
                    <a:pt x="2728" y="589"/>
                  </a:lnTo>
                  <a:lnTo>
                    <a:pt x="2426"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8" name="Google Shape;1008;p24"/>
            <p:cNvSpPr/>
            <p:nvPr/>
          </p:nvSpPr>
          <p:spPr>
            <a:xfrm>
              <a:off x="906551" y="4178123"/>
              <a:ext cx="181110" cy="361019"/>
            </a:xfrm>
            <a:custGeom>
              <a:rect b="b" l="l" r="r" t="t"/>
              <a:pathLst>
                <a:path extrusionOk="0" h="5414" w="2716">
                  <a:moveTo>
                    <a:pt x="2715" y="1"/>
                  </a:moveTo>
                  <a:lnTo>
                    <a:pt x="2086" y="171"/>
                  </a:lnTo>
                  <a:lnTo>
                    <a:pt x="1" y="4838"/>
                  </a:lnTo>
                  <a:lnTo>
                    <a:pt x="303" y="5414"/>
                  </a:lnTo>
                  <a:lnTo>
                    <a:pt x="2715"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9" name="Google Shape;1009;p24"/>
            <p:cNvSpPr/>
            <p:nvPr/>
          </p:nvSpPr>
          <p:spPr>
            <a:xfrm>
              <a:off x="518586" y="4016415"/>
              <a:ext cx="525191" cy="483315"/>
            </a:xfrm>
            <a:custGeom>
              <a:rect b="b" l="l" r="r" t="t"/>
              <a:pathLst>
                <a:path extrusionOk="0" h="7248" w="7876">
                  <a:moveTo>
                    <a:pt x="2123" y="92"/>
                  </a:moveTo>
                  <a:lnTo>
                    <a:pt x="7785" y="2636"/>
                  </a:lnTo>
                  <a:lnTo>
                    <a:pt x="5766" y="7156"/>
                  </a:lnTo>
                  <a:lnTo>
                    <a:pt x="92" y="4627"/>
                  </a:lnTo>
                  <a:lnTo>
                    <a:pt x="2123" y="92"/>
                  </a:lnTo>
                  <a:close/>
                  <a:moveTo>
                    <a:pt x="2086" y="1"/>
                  </a:moveTo>
                  <a:lnTo>
                    <a:pt x="13" y="4627"/>
                  </a:lnTo>
                  <a:lnTo>
                    <a:pt x="0" y="4653"/>
                  </a:lnTo>
                  <a:lnTo>
                    <a:pt x="5766" y="7235"/>
                  </a:lnTo>
                  <a:lnTo>
                    <a:pt x="5794" y="7247"/>
                  </a:lnTo>
                  <a:lnTo>
                    <a:pt x="7863" y="2624"/>
                  </a:lnTo>
                  <a:lnTo>
                    <a:pt x="7876" y="2596"/>
                  </a:lnTo>
                  <a:lnTo>
                    <a:pt x="2123" y="13"/>
                  </a:lnTo>
                  <a:lnTo>
                    <a:pt x="208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0" name="Google Shape;1010;p24"/>
            <p:cNvSpPr/>
            <p:nvPr/>
          </p:nvSpPr>
          <p:spPr>
            <a:xfrm>
              <a:off x="806125" y="4146648"/>
              <a:ext cx="141634" cy="308607"/>
            </a:xfrm>
            <a:custGeom>
              <a:rect b="b" l="l" r="r" t="t"/>
              <a:pathLst>
                <a:path extrusionOk="0" h="4628" w="2124">
                  <a:moveTo>
                    <a:pt x="2057" y="1"/>
                  </a:moveTo>
                  <a:lnTo>
                    <a:pt x="0" y="4587"/>
                  </a:lnTo>
                  <a:lnTo>
                    <a:pt x="66" y="4628"/>
                  </a:lnTo>
                  <a:lnTo>
                    <a:pt x="2123" y="26"/>
                  </a:lnTo>
                  <a:lnTo>
                    <a:pt x="205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1" name="Google Shape;1011;p24"/>
            <p:cNvSpPr/>
            <p:nvPr/>
          </p:nvSpPr>
          <p:spPr>
            <a:xfrm>
              <a:off x="710901" y="4103904"/>
              <a:ext cx="141634" cy="308540"/>
            </a:xfrm>
            <a:custGeom>
              <a:rect b="b" l="l" r="r" t="t"/>
              <a:pathLst>
                <a:path extrusionOk="0" h="4627" w="2124">
                  <a:moveTo>
                    <a:pt x="2057" y="0"/>
                  </a:moveTo>
                  <a:lnTo>
                    <a:pt x="0" y="4599"/>
                  </a:lnTo>
                  <a:lnTo>
                    <a:pt x="67" y="4627"/>
                  </a:lnTo>
                  <a:lnTo>
                    <a:pt x="2124" y="38"/>
                  </a:lnTo>
                  <a:lnTo>
                    <a:pt x="2057"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2" name="Google Shape;1012;p24"/>
            <p:cNvSpPr/>
            <p:nvPr/>
          </p:nvSpPr>
          <p:spPr>
            <a:xfrm>
              <a:off x="615677" y="4061960"/>
              <a:ext cx="140567" cy="307740"/>
            </a:xfrm>
            <a:custGeom>
              <a:rect b="b" l="l" r="r" t="t"/>
              <a:pathLst>
                <a:path extrusionOk="0" h="4615" w="2108">
                  <a:moveTo>
                    <a:pt x="2045" y="0"/>
                  </a:moveTo>
                  <a:lnTo>
                    <a:pt x="1" y="4586"/>
                  </a:lnTo>
                  <a:lnTo>
                    <a:pt x="63" y="4614"/>
                  </a:lnTo>
                  <a:lnTo>
                    <a:pt x="2108" y="25"/>
                  </a:lnTo>
                  <a:lnTo>
                    <a:pt x="2045"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3" name="Google Shape;1013;p24"/>
            <p:cNvSpPr/>
            <p:nvPr/>
          </p:nvSpPr>
          <p:spPr>
            <a:xfrm>
              <a:off x="623412" y="4094235"/>
              <a:ext cx="384558" cy="174775"/>
            </a:xfrm>
            <a:custGeom>
              <a:rect b="b" l="l" r="r" t="t"/>
              <a:pathLst>
                <a:path extrusionOk="0" h="2621" w="5767">
                  <a:moveTo>
                    <a:pt x="26" y="1"/>
                  </a:moveTo>
                  <a:lnTo>
                    <a:pt x="1" y="67"/>
                  </a:lnTo>
                  <a:lnTo>
                    <a:pt x="5728" y="2621"/>
                  </a:lnTo>
                  <a:lnTo>
                    <a:pt x="5766" y="2558"/>
                  </a:lnTo>
                  <a:lnTo>
                    <a:pt x="2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4"/>
            <p:cNvSpPr/>
            <p:nvPr/>
          </p:nvSpPr>
          <p:spPr>
            <a:xfrm>
              <a:off x="589470" y="4170387"/>
              <a:ext cx="383691" cy="175575"/>
            </a:xfrm>
            <a:custGeom>
              <a:rect b="b" l="l" r="r" t="t"/>
              <a:pathLst>
                <a:path extrusionOk="0" h="2633" w="5754">
                  <a:moveTo>
                    <a:pt x="26" y="0"/>
                  </a:moveTo>
                  <a:lnTo>
                    <a:pt x="0" y="63"/>
                  </a:lnTo>
                  <a:lnTo>
                    <a:pt x="5725" y="2633"/>
                  </a:lnTo>
                  <a:lnTo>
                    <a:pt x="5753" y="2567"/>
                  </a:lnTo>
                  <a:lnTo>
                    <a:pt x="2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4"/>
            <p:cNvSpPr/>
            <p:nvPr/>
          </p:nvSpPr>
          <p:spPr>
            <a:xfrm>
              <a:off x="555262" y="4247140"/>
              <a:ext cx="383691" cy="174975"/>
            </a:xfrm>
            <a:custGeom>
              <a:rect b="b" l="l" r="r" t="t"/>
              <a:pathLst>
                <a:path extrusionOk="0" h="2624" w="5754">
                  <a:moveTo>
                    <a:pt x="26" y="0"/>
                  </a:moveTo>
                  <a:lnTo>
                    <a:pt x="1" y="67"/>
                  </a:lnTo>
                  <a:lnTo>
                    <a:pt x="5728" y="2624"/>
                  </a:lnTo>
                  <a:lnTo>
                    <a:pt x="5753" y="2558"/>
                  </a:lnTo>
                  <a:lnTo>
                    <a:pt x="2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6" name="Google Shape;1016;p24"/>
          <p:cNvGrpSpPr/>
          <p:nvPr/>
        </p:nvGrpSpPr>
        <p:grpSpPr>
          <a:xfrm>
            <a:off x="-384892" y="3568349"/>
            <a:ext cx="2195995" cy="2308241"/>
            <a:chOff x="6731156" y="0"/>
            <a:chExt cx="1474218" cy="1549571"/>
          </a:xfrm>
        </p:grpSpPr>
        <p:sp>
          <p:nvSpPr>
            <p:cNvPr id="1017" name="Google Shape;1017;p24"/>
            <p:cNvSpPr/>
            <p:nvPr/>
          </p:nvSpPr>
          <p:spPr>
            <a:xfrm>
              <a:off x="6829914" y="0"/>
              <a:ext cx="1375460" cy="1516227"/>
            </a:xfrm>
            <a:custGeom>
              <a:rect b="b" l="l" r="r" t="t"/>
              <a:pathLst>
                <a:path extrusionOk="0" h="22738" w="20627">
                  <a:moveTo>
                    <a:pt x="20627" y="4904"/>
                  </a:moveTo>
                  <a:lnTo>
                    <a:pt x="14692" y="212"/>
                  </a:lnTo>
                  <a:lnTo>
                    <a:pt x="12789" y="2624"/>
                  </a:lnTo>
                  <a:lnTo>
                    <a:pt x="9474" y="1"/>
                  </a:lnTo>
                  <a:lnTo>
                    <a:pt x="6945" y="3212"/>
                  </a:lnTo>
                  <a:cubicBezTo>
                    <a:pt x="2922" y="4495"/>
                    <a:pt x="0" y="8270"/>
                    <a:pt x="0" y="12739"/>
                  </a:cubicBezTo>
                  <a:cubicBezTo>
                    <a:pt x="0" y="18256"/>
                    <a:pt x="4482" y="22738"/>
                    <a:pt x="9999" y="22738"/>
                  </a:cubicBezTo>
                  <a:cubicBezTo>
                    <a:pt x="15528" y="22738"/>
                    <a:pt x="19998" y="18256"/>
                    <a:pt x="19998" y="12739"/>
                  </a:cubicBezTo>
                  <a:cubicBezTo>
                    <a:pt x="19998" y="10827"/>
                    <a:pt x="19473" y="9056"/>
                    <a:pt x="18545" y="753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8" name="Google Shape;1018;p24"/>
            <p:cNvSpPr/>
            <p:nvPr/>
          </p:nvSpPr>
          <p:spPr>
            <a:xfrm>
              <a:off x="6731156" y="215855"/>
              <a:ext cx="1333517" cy="1333717"/>
            </a:xfrm>
            <a:custGeom>
              <a:rect b="b" l="l" r="r" t="t"/>
              <a:pathLst>
                <a:path extrusionOk="0" h="20001" w="19998">
                  <a:moveTo>
                    <a:pt x="9999" y="0"/>
                  </a:moveTo>
                  <a:cubicBezTo>
                    <a:pt x="4469" y="0"/>
                    <a:pt x="0" y="4482"/>
                    <a:pt x="0" y="10002"/>
                  </a:cubicBezTo>
                  <a:cubicBezTo>
                    <a:pt x="0" y="15519"/>
                    <a:pt x="4469" y="20001"/>
                    <a:pt x="9999" y="20001"/>
                  </a:cubicBezTo>
                  <a:cubicBezTo>
                    <a:pt x="15515" y="20001"/>
                    <a:pt x="19997" y="15519"/>
                    <a:pt x="19997" y="10002"/>
                  </a:cubicBezTo>
                  <a:cubicBezTo>
                    <a:pt x="19997" y="4482"/>
                    <a:pt x="15515" y="0"/>
                    <a:pt x="9999"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9" name="Google Shape;1019;p24"/>
            <p:cNvSpPr/>
            <p:nvPr/>
          </p:nvSpPr>
          <p:spPr>
            <a:xfrm>
              <a:off x="7459940" y="47212"/>
              <a:ext cx="646687" cy="630083"/>
            </a:xfrm>
            <a:custGeom>
              <a:rect b="b" l="l" r="r" t="t"/>
              <a:pathLst>
                <a:path extrusionOk="0" h="9449" w="9698">
                  <a:moveTo>
                    <a:pt x="3762" y="1"/>
                  </a:moveTo>
                  <a:lnTo>
                    <a:pt x="1" y="4759"/>
                  </a:lnTo>
                  <a:lnTo>
                    <a:pt x="5936" y="9449"/>
                  </a:lnTo>
                  <a:lnTo>
                    <a:pt x="9697" y="4693"/>
                  </a:lnTo>
                  <a:lnTo>
                    <a:pt x="3762"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0" name="Google Shape;1020;p24"/>
            <p:cNvSpPr/>
            <p:nvPr/>
          </p:nvSpPr>
          <p:spPr>
            <a:xfrm>
              <a:off x="7505485" y="91890"/>
              <a:ext cx="561067" cy="546196"/>
            </a:xfrm>
            <a:custGeom>
              <a:rect b="b" l="l" r="r" t="t"/>
              <a:pathLst>
                <a:path extrusionOk="0" h="8191" w="8414">
                  <a:moveTo>
                    <a:pt x="3237" y="1"/>
                  </a:moveTo>
                  <a:lnTo>
                    <a:pt x="0" y="4089"/>
                  </a:lnTo>
                  <a:lnTo>
                    <a:pt x="5174" y="8191"/>
                  </a:lnTo>
                  <a:lnTo>
                    <a:pt x="8414" y="4089"/>
                  </a:lnTo>
                  <a:lnTo>
                    <a:pt x="3237"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4"/>
            <p:cNvSpPr/>
            <p:nvPr/>
          </p:nvSpPr>
          <p:spPr>
            <a:xfrm>
              <a:off x="7459940" y="47212"/>
              <a:ext cx="261395" cy="317409"/>
            </a:xfrm>
            <a:custGeom>
              <a:rect b="b" l="l" r="r" t="t"/>
              <a:pathLst>
                <a:path extrusionOk="0" h="4760" w="3920">
                  <a:moveTo>
                    <a:pt x="3762" y="1"/>
                  </a:moveTo>
                  <a:lnTo>
                    <a:pt x="1" y="4759"/>
                  </a:lnTo>
                  <a:lnTo>
                    <a:pt x="683" y="4759"/>
                  </a:lnTo>
                  <a:lnTo>
                    <a:pt x="3920" y="671"/>
                  </a:lnTo>
                  <a:lnTo>
                    <a:pt x="3762"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2" name="Google Shape;1022;p24"/>
            <p:cNvSpPr/>
            <p:nvPr/>
          </p:nvSpPr>
          <p:spPr>
            <a:xfrm>
              <a:off x="7846305" y="360158"/>
              <a:ext cx="260328" cy="317142"/>
            </a:xfrm>
            <a:custGeom>
              <a:rect b="b" l="l" r="r" t="t"/>
              <a:pathLst>
                <a:path extrusionOk="0" h="4756" w="3904">
                  <a:moveTo>
                    <a:pt x="3237" y="0"/>
                  </a:moveTo>
                  <a:lnTo>
                    <a:pt x="0" y="4102"/>
                  </a:lnTo>
                  <a:lnTo>
                    <a:pt x="142" y="4756"/>
                  </a:lnTo>
                  <a:lnTo>
                    <a:pt x="3903"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3" name="Google Shape;1023;p24"/>
            <p:cNvSpPr/>
            <p:nvPr/>
          </p:nvSpPr>
          <p:spPr>
            <a:xfrm>
              <a:off x="7505485" y="91890"/>
              <a:ext cx="554798" cy="540995"/>
            </a:xfrm>
            <a:custGeom>
              <a:rect b="b" l="l" r="r" t="t"/>
              <a:pathLst>
                <a:path extrusionOk="0" h="8113" w="8320">
                  <a:moveTo>
                    <a:pt x="3249" y="104"/>
                  </a:moveTo>
                  <a:lnTo>
                    <a:pt x="8228" y="4036"/>
                  </a:lnTo>
                  <a:lnTo>
                    <a:pt x="5083" y="8021"/>
                  </a:lnTo>
                  <a:lnTo>
                    <a:pt x="104" y="4077"/>
                  </a:lnTo>
                  <a:lnTo>
                    <a:pt x="3249" y="104"/>
                  </a:lnTo>
                  <a:close/>
                  <a:moveTo>
                    <a:pt x="3237" y="1"/>
                  </a:moveTo>
                  <a:lnTo>
                    <a:pt x="25" y="4061"/>
                  </a:lnTo>
                  <a:lnTo>
                    <a:pt x="0" y="4089"/>
                  </a:lnTo>
                  <a:lnTo>
                    <a:pt x="5095" y="8112"/>
                  </a:lnTo>
                  <a:lnTo>
                    <a:pt x="8307" y="4048"/>
                  </a:lnTo>
                  <a:lnTo>
                    <a:pt x="8319" y="4023"/>
                  </a:lnTo>
                  <a:lnTo>
                    <a:pt x="323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4"/>
            <p:cNvSpPr/>
            <p:nvPr/>
          </p:nvSpPr>
          <p:spPr>
            <a:xfrm>
              <a:off x="7758816" y="292807"/>
              <a:ext cx="216718" cy="271865"/>
            </a:xfrm>
            <a:custGeom>
              <a:rect b="b" l="l" r="r" t="t"/>
              <a:pathLst>
                <a:path extrusionOk="0" h="4077" w="3250">
                  <a:moveTo>
                    <a:pt x="3184" y="1"/>
                  </a:moveTo>
                  <a:lnTo>
                    <a:pt x="1" y="4036"/>
                  </a:lnTo>
                  <a:lnTo>
                    <a:pt x="54" y="4077"/>
                  </a:lnTo>
                  <a:lnTo>
                    <a:pt x="3250" y="42"/>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5" name="Google Shape;1025;p24"/>
            <p:cNvSpPr/>
            <p:nvPr/>
          </p:nvSpPr>
          <p:spPr>
            <a:xfrm>
              <a:off x="7674928" y="226324"/>
              <a:ext cx="215851" cy="271865"/>
            </a:xfrm>
            <a:custGeom>
              <a:rect b="b" l="l" r="r" t="t"/>
              <a:pathLst>
                <a:path extrusionOk="0" h="4077" w="3237">
                  <a:moveTo>
                    <a:pt x="3184" y="1"/>
                  </a:moveTo>
                  <a:lnTo>
                    <a:pt x="1" y="4039"/>
                  </a:lnTo>
                  <a:lnTo>
                    <a:pt x="54" y="4077"/>
                  </a:lnTo>
                  <a:lnTo>
                    <a:pt x="3237" y="42"/>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6" name="Google Shape;1026;p24"/>
            <p:cNvSpPr/>
            <p:nvPr/>
          </p:nvSpPr>
          <p:spPr>
            <a:xfrm>
              <a:off x="7591040" y="160040"/>
              <a:ext cx="215851" cy="271865"/>
            </a:xfrm>
            <a:custGeom>
              <a:rect b="b" l="l" r="r" t="t"/>
              <a:pathLst>
                <a:path extrusionOk="0" h="4077" w="3237">
                  <a:moveTo>
                    <a:pt x="3183" y="1"/>
                  </a:moveTo>
                  <a:lnTo>
                    <a:pt x="0" y="4036"/>
                  </a:lnTo>
                  <a:lnTo>
                    <a:pt x="54" y="4077"/>
                  </a:lnTo>
                  <a:lnTo>
                    <a:pt x="3237" y="38"/>
                  </a:lnTo>
                  <a:lnTo>
                    <a:pt x="3183"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7" name="Google Shape;1027;p24"/>
            <p:cNvSpPr/>
            <p:nvPr/>
          </p:nvSpPr>
          <p:spPr>
            <a:xfrm>
              <a:off x="7666993" y="160907"/>
              <a:ext cx="338347" cy="269131"/>
            </a:xfrm>
            <a:custGeom>
              <a:rect b="b" l="l" r="r" t="t"/>
              <a:pathLst>
                <a:path extrusionOk="0" h="4036" w="5074">
                  <a:moveTo>
                    <a:pt x="41" y="0"/>
                  </a:moveTo>
                  <a:lnTo>
                    <a:pt x="0" y="54"/>
                  </a:lnTo>
                  <a:lnTo>
                    <a:pt x="5032" y="4036"/>
                  </a:lnTo>
                  <a:lnTo>
                    <a:pt x="5073" y="3970"/>
                  </a:lnTo>
                  <a:lnTo>
                    <a:pt x="41"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8" name="Google Shape;1028;p24"/>
            <p:cNvSpPr/>
            <p:nvPr/>
          </p:nvSpPr>
          <p:spPr>
            <a:xfrm>
              <a:off x="7613712" y="228191"/>
              <a:ext cx="339147" cy="269197"/>
            </a:xfrm>
            <a:custGeom>
              <a:rect b="b" l="l" r="r" t="t"/>
              <a:pathLst>
                <a:path extrusionOk="0" h="4037" w="5086">
                  <a:moveTo>
                    <a:pt x="41" y="1"/>
                  </a:moveTo>
                  <a:lnTo>
                    <a:pt x="0" y="51"/>
                  </a:lnTo>
                  <a:lnTo>
                    <a:pt x="5032" y="4036"/>
                  </a:lnTo>
                  <a:lnTo>
                    <a:pt x="5086" y="3970"/>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9" name="Google Shape;1029;p24"/>
            <p:cNvSpPr/>
            <p:nvPr/>
          </p:nvSpPr>
          <p:spPr>
            <a:xfrm>
              <a:off x="7560432" y="295541"/>
              <a:ext cx="339214" cy="269131"/>
            </a:xfrm>
            <a:custGeom>
              <a:rect b="b" l="l" r="r" t="t"/>
              <a:pathLst>
                <a:path extrusionOk="0" h="4036" w="5087">
                  <a:moveTo>
                    <a:pt x="41" y="1"/>
                  </a:moveTo>
                  <a:lnTo>
                    <a:pt x="0" y="51"/>
                  </a:lnTo>
                  <a:lnTo>
                    <a:pt x="5033" y="4036"/>
                  </a:lnTo>
                  <a:lnTo>
                    <a:pt x="5086" y="3970"/>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0" name="Google Shape;1030;p24"/>
            <p:cNvSpPr/>
            <p:nvPr/>
          </p:nvSpPr>
          <p:spPr>
            <a:xfrm>
              <a:off x="7112186" y="34209"/>
              <a:ext cx="646687" cy="629283"/>
            </a:xfrm>
            <a:custGeom>
              <a:rect b="b" l="l" r="r" t="t"/>
              <a:pathLst>
                <a:path extrusionOk="0" h="9437" w="9698">
                  <a:moveTo>
                    <a:pt x="3759" y="1"/>
                  </a:moveTo>
                  <a:lnTo>
                    <a:pt x="1" y="4756"/>
                  </a:lnTo>
                  <a:lnTo>
                    <a:pt x="5936" y="9436"/>
                  </a:lnTo>
                  <a:lnTo>
                    <a:pt x="9698" y="4690"/>
                  </a:lnTo>
                  <a:lnTo>
                    <a:pt x="3759"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1" name="Google Shape;1031;p24"/>
            <p:cNvSpPr/>
            <p:nvPr/>
          </p:nvSpPr>
          <p:spPr>
            <a:xfrm>
              <a:off x="7157530" y="77820"/>
              <a:ext cx="561067" cy="546196"/>
            </a:xfrm>
            <a:custGeom>
              <a:rect b="b" l="l" r="r" t="t"/>
              <a:pathLst>
                <a:path extrusionOk="0" h="8191" w="8414">
                  <a:moveTo>
                    <a:pt x="3237" y="1"/>
                  </a:moveTo>
                  <a:lnTo>
                    <a:pt x="0" y="4102"/>
                  </a:lnTo>
                  <a:lnTo>
                    <a:pt x="5177" y="8191"/>
                  </a:lnTo>
                  <a:lnTo>
                    <a:pt x="8414" y="4090"/>
                  </a:lnTo>
                  <a:lnTo>
                    <a:pt x="3237"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2" name="Google Shape;1032;p24"/>
            <p:cNvSpPr/>
            <p:nvPr/>
          </p:nvSpPr>
          <p:spPr>
            <a:xfrm>
              <a:off x="7112186" y="34209"/>
              <a:ext cx="261195" cy="317209"/>
            </a:xfrm>
            <a:custGeom>
              <a:rect b="b" l="l" r="r" t="t"/>
              <a:pathLst>
                <a:path extrusionOk="0" h="4757" w="3917">
                  <a:moveTo>
                    <a:pt x="3759" y="1"/>
                  </a:moveTo>
                  <a:lnTo>
                    <a:pt x="1" y="4756"/>
                  </a:lnTo>
                  <a:lnTo>
                    <a:pt x="680" y="4756"/>
                  </a:lnTo>
                  <a:lnTo>
                    <a:pt x="3917" y="655"/>
                  </a:lnTo>
                  <a:lnTo>
                    <a:pt x="3759"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4"/>
            <p:cNvSpPr/>
            <p:nvPr/>
          </p:nvSpPr>
          <p:spPr>
            <a:xfrm>
              <a:off x="7498350" y="346954"/>
              <a:ext cx="260529" cy="316542"/>
            </a:xfrm>
            <a:custGeom>
              <a:rect b="b" l="l" r="r" t="t"/>
              <a:pathLst>
                <a:path extrusionOk="0" h="4747" w="3907">
                  <a:moveTo>
                    <a:pt x="3237" y="0"/>
                  </a:moveTo>
                  <a:lnTo>
                    <a:pt x="0" y="4105"/>
                  </a:lnTo>
                  <a:lnTo>
                    <a:pt x="145" y="4746"/>
                  </a:lnTo>
                  <a:lnTo>
                    <a:pt x="3907"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4"/>
            <p:cNvSpPr/>
            <p:nvPr/>
          </p:nvSpPr>
          <p:spPr>
            <a:xfrm>
              <a:off x="7157530" y="77820"/>
              <a:ext cx="554998" cy="541795"/>
            </a:xfrm>
            <a:custGeom>
              <a:rect b="b" l="l" r="r" t="t"/>
              <a:pathLst>
                <a:path extrusionOk="0" h="8125" w="8323">
                  <a:moveTo>
                    <a:pt x="3252" y="105"/>
                  </a:moveTo>
                  <a:lnTo>
                    <a:pt x="8231" y="4036"/>
                  </a:lnTo>
                  <a:lnTo>
                    <a:pt x="5086" y="8021"/>
                  </a:lnTo>
                  <a:lnTo>
                    <a:pt x="107" y="4090"/>
                  </a:lnTo>
                  <a:lnTo>
                    <a:pt x="3252" y="105"/>
                  </a:lnTo>
                  <a:close/>
                  <a:moveTo>
                    <a:pt x="3237" y="1"/>
                  </a:moveTo>
                  <a:lnTo>
                    <a:pt x="29" y="4064"/>
                  </a:lnTo>
                  <a:lnTo>
                    <a:pt x="0" y="4102"/>
                  </a:lnTo>
                  <a:lnTo>
                    <a:pt x="5099" y="8125"/>
                  </a:lnTo>
                  <a:lnTo>
                    <a:pt x="8310" y="4064"/>
                  </a:lnTo>
                  <a:lnTo>
                    <a:pt x="8323" y="4024"/>
                  </a:lnTo>
                  <a:lnTo>
                    <a:pt x="323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4"/>
            <p:cNvSpPr/>
            <p:nvPr/>
          </p:nvSpPr>
          <p:spPr>
            <a:xfrm>
              <a:off x="7411061" y="278737"/>
              <a:ext cx="216718" cy="272731"/>
            </a:xfrm>
            <a:custGeom>
              <a:rect b="b" l="l" r="r" t="t"/>
              <a:pathLst>
                <a:path extrusionOk="0" h="4090" w="3250">
                  <a:moveTo>
                    <a:pt x="3184" y="1"/>
                  </a:moveTo>
                  <a:lnTo>
                    <a:pt x="1" y="4039"/>
                  </a:lnTo>
                  <a:lnTo>
                    <a:pt x="51" y="4090"/>
                  </a:lnTo>
                  <a:lnTo>
                    <a:pt x="3250" y="54"/>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6" name="Google Shape;1036;p24"/>
            <p:cNvSpPr/>
            <p:nvPr/>
          </p:nvSpPr>
          <p:spPr>
            <a:xfrm>
              <a:off x="7327173" y="212520"/>
              <a:ext cx="215918" cy="272665"/>
            </a:xfrm>
            <a:custGeom>
              <a:rect b="b" l="l" r="r" t="t"/>
              <a:pathLst>
                <a:path extrusionOk="0" h="4089" w="3238">
                  <a:moveTo>
                    <a:pt x="3184" y="0"/>
                  </a:moveTo>
                  <a:lnTo>
                    <a:pt x="1" y="4035"/>
                  </a:lnTo>
                  <a:lnTo>
                    <a:pt x="51" y="4089"/>
                  </a:lnTo>
                  <a:lnTo>
                    <a:pt x="3237" y="50"/>
                  </a:lnTo>
                  <a:lnTo>
                    <a:pt x="31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7" name="Google Shape;1037;p24"/>
            <p:cNvSpPr/>
            <p:nvPr/>
          </p:nvSpPr>
          <p:spPr>
            <a:xfrm>
              <a:off x="7243285" y="146037"/>
              <a:ext cx="215918" cy="272665"/>
            </a:xfrm>
            <a:custGeom>
              <a:rect b="b" l="l" r="r" t="t"/>
              <a:pathLst>
                <a:path extrusionOk="0" h="4089" w="3238">
                  <a:moveTo>
                    <a:pt x="3184" y="0"/>
                  </a:moveTo>
                  <a:lnTo>
                    <a:pt x="1" y="4035"/>
                  </a:lnTo>
                  <a:lnTo>
                    <a:pt x="51" y="4089"/>
                  </a:lnTo>
                  <a:lnTo>
                    <a:pt x="3237" y="53"/>
                  </a:lnTo>
                  <a:lnTo>
                    <a:pt x="31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8" name="Google Shape;1038;p24"/>
            <p:cNvSpPr/>
            <p:nvPr/>
          </p:nvSpPr>
          <p:spPr>
            <a:xfrm>
              <a:off x="7319238" y="146837"/>
              <a:ext cx="338347" cy="269397"/>
            </a:xfrm>
            <a:custGeom>
              <a:rect b="b" l="l" r="r" t="t"/>
              <a:pathLst>
                <a:path extrusionOk="0" h="4040" w="5074">
                  <a:moveTo>
                    <a:pt x="41" y="1"/>
                  </a:moveTo>
                  <a:lnTo>
                    <a:pt x="0" y="54"/>
                  </a:lnTo>
                  <a:lnTo>
                    <a:pt x="5033" y="4039"/>
                  </a:lnTo>
                  <a:lnTo>
                    <a:pt x="5073" y="3986"/>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9" name="Google Shape;1039;p24"/>
            <p:cNvSpPr/>
            <p:nvPr/>
          </p:nvSpPr>
          <p:spPr>
            <a:xfrm>
              <a:off x="7265958" y="214187"/>
              <a:ext cx="339214" cy="269131"/>
            </a:xfrm>
            <a:custGeom>
              <a:rect b="b" l="l" r="r" t="t"/>
              <a:pathLst>
                <a:path extrusionOk="0" h="4036" w="5087">
                  <a:moveTo>
                    <a:pt x="38" y="0"/>
                  </a:moveTo>
                  <a:lnTo>
                    <a:pt x="0" y="54"/>
                  </a:lnTo>
                  <a:lnTo>
                    <a:pt x="5033" y="4036"/>
                  </a:lnTo>
                  <a:lnTo>
                    <a:pt x="5086" y="3985"/>
                  </a:lnTo>
                  <a:lnTo>
                    <a:pt x="38"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4"/>
            <p:cNvSpPr/>
            <p:nvPr/>
          </p:nvSpPr>
          <p:spPr>
            <a:xfrm>
              <a:off x="7212678" y="281471"/>
              <a:ext cx="339014" cy="269197"/>
            </a:xfrm>
            <a:custGeom>
              <a:rect b="b" l="l" r="r" t="t"/>
              <a:pathLst>
                <a:path extrusionOk="0" h="4037" w="5084">
                  <a:moveTo>
                    <a:pt x="38" y="1"/>
                  </a:moveTo>
                  <a:lnTo>
                    <a:pt x="0" y="54"/>
                  </a:lnTo>
                  <a:lnTo>
                    <a:pt x="5033" y="4036"/>
                  </a:lnTo>
                  <a:lnTo>
                    <a:pt x="5083" y="3986"/>
                  </a:lnTo>
                  <a:lnTo>
                    <a:pt x="38"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1" name="Google Shape;1041;p24"/>
            <p:cNvSpPr/>
            <p:nvPr/>
          </p:nvSpPr>
          <p:spPr>
            <a:xfrm>
              <a:off x="7562099" y="941371"/>
              <a:ext cx="413432" cy="283867"/>
            </a:xfrm>
            <a:custGeom>
              <a:rect b="b" l="l" r="r" t="t"/>
              <a:pathLst>
                <a:path extrusionOk="0" h="4257" w="6200">
                  <a:moveTo>
                    <a:pt x="1313" y="0"/>
                  </a:moveTo>
                  <a:cubicBezTo>
                    <a:pt x="942" y="0"/>
                    <a:pt x="583" y="201"/>
                    <a:pt x="409" y="550"/>
                  </a:cubicBezTo>
                  <a:lnTo>
                    <a:pt x="265" y="824"/>
                  </a:lnTo>
                  <a:cubicBezTo>
                    <a:pt x="0" y="1324"/>
                    <a:pt x="199" y="1937"/>
                    <a:pt x="696" y="2201"/>
                  </a:cubicBezTo>
                  <a:lnTo>
                    <a:pt x="4419" y="4139"/>
                  </a:lnTo>
                  <a:cubicBezTo>
                    <a:pt x="4569" y="4218"/>
                    <a:pt x="4730" y="4256"/>
                    <a:pt x="4889" y="4256"/>
                  </a:cubicBezTo>
                  <a:cubicBezTo>
                    <a:pt x="5256" y="4256"/>
                    <a:pt x="5612" y="4055"/>
                    <a:pt x="5794" y="3708"/>
                  </a:cubicBezTo>
                  <a:lnTo>
                    <a:pt x="5939" y="3431"/>
                  </a:lnTo>
                  <a:cubicBezTo>
                    <a:pt x="6200" y="2934"/>
                    <a:pt x="6005" y="2305"/>
                    <a:pt x="5505" y="2057"/>
                  </a:cubicBezTo>
                  <a:lnTo>
                    <a:pt x="1784" y="116"/>
                  </a:lnTo>
                  <a:cubicBezTo>
                    <a:pt x="1634" y="37"/>
                    <a:pt x="1472" y="0"/>
                    <a:pt x="1313"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2" name="Google Shape;1042;p24"/>
            <p:cNvSpPr/>
            <p:nvPr/>
          </p:nvSpPr>
          <p:spPr>
            <a:xfrm>
              <a:off x="6958280" y="443179"/>
              <a:ext cx="879275" cy="879075"/>
            </a:xfrm>
            <a:custGeom>
              <a:rect b="b" l="l" r="r" t="t"/>
              <a:pathLst>
                <a:path extrusionOk="0" h="13183" w="13186">
                  <a:moveTo>
                    <a:pt x="6593" y="1"/>
                  </a:moveTo>
                  <a:cubicBezTo>
                    <a:pt x="2951" y="1"/>
                    <a:pt x="0" y="2948"/>
                    <a:pt x="0" y="6593"/>
                  </a:cubicBezTo>
                  <a:cubicBezTo>
                    <a:pt x="0" y="10235"/>
                    <a:pt x="2951" y="13182"/>
                    <a:pt x="6593" y="13182"/>
                  </a:cubicBezTo>
                  <a:cubicBezTo>
                    <a:pt x="10235" y="13182"/>
                    <a:pt x="13185" y="10235"/>
                    <a:pt x="13185" y="6593"/>
                  </a:cubicBezTo>
                  <a:cubicBezTo>
                    <a:pt x="13185" y="2948"/>
                    <a:pt x="10235" y="1"/>
                    <a:pt x="6593" y="1"/>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4"/>
            <p:cNvSpPr/>
            <p:nvPr/>
          </p:nvSpPr>
          <p:spPr>
            <a:xfrm>
              <a:off x="7003758" y="488523"/>
              <a:ext cx="788254" cy="788387"/>
            </a:xfrm>
            <a:custGeom>
              <a:rect b="b" l="l" r="r" t="t"/>
              <a:pathLst>
                <a:path extrusionOk="0" h="11823" w="11821">
                  <a:moveTo>
                    <a:pt x="5911" y="0"/>
                  </a:moveTo>
                  <a:cubicBezTo>
                    <a:pt x="2649" y="0"/>
                    <a:pt x="1" y="2648"/>
                    <a:pt x="1" y="5913"/>
                  </a:cubicBezTo>
                  <a:cubicBezTo>
                    <a:pt x="1" y="9175"/>
                    <a:pt x="2649" y="11823"/>
                    <a:pt x="5911" y="11823"/>
                  </a:cubicBezTo>
                  <a:cubicBezTo>
                    <a:pt x="9175" y="11823"/>
                    <a:pt x="11821" y="9175"/>
                    <a:pt x="11821" y="5913"/>
                  </a:cubicBezTo>
                  <a:cubicBezTo>
                    <a:pt x="11821" y="2648"/>
                    <a:pt x="9175" y="0"/>
                    <a:pt x="5911"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4" name="Google Shape;1044;p24"/>
            <p:cNvSpPr/>
            <p:nvPr/>
          </p:nvSpPr>
          <p:spPr>
            <a:xfrm>
              <a:off x="7091247" y="548872"/>
              <a:ext cx="632617" cy="382091"/>
            </a:xfrm>
            <a:custGeom>
              <a:rect b="b" l="l" r="r" t="t"/>
              <a:pathLst>
                <a:path extrusionOk="0" h="5730" w="9487">
                  <a:moveTo>
                    <a:pt x="5162" y="1"/>
                  </a:moveTo>
                  <a:cubicBezTo>
                    <a:pt x="2778" y="1"/>
                    <a:pt x="1139" y="878"/>
                    <a:pt x="601" y="2948"/>
                  </a:cubicBezTo>
                  <a:cubicBezTo>
                    <a:pt x="0" y="5257"/>
                    <a:pt x="1966" y="5335"/>
                    <a:pt x="4350" y="5335"/>
                  </a:cubicBezTo>
                  <a:cubicBezTo>
                    <a:pt x="5627" y="5335"/>
                    <a:pt x="7009" y="5729"/>
                    <a:pt x="8018" y="5729"/>
                  </a:cubicBezTo>
                  <a:cubicBezTo>
                    <a:pt x="8893" y="5729"/>
                    <a:pt x="9486" y="5433"/>
                    <a:pt x="9486" y="4326"/>
                  </a:cubicBezTo>
                  <a:cubicBezTo>
                    <a:pt x="9486" y="1942"/>
                    <a:pt x="7549" y="1"/>
                    <a:pt x="516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5" name="Google Shape;1045;p24"/>
            <p:cNvSpPr/>
            <p:nvPr/>
          </p:nvSpPr>
          <p:spPr>
            <a:xfrm>
              <a:off x="7364716" y="1004454"/>
              <a:ext cx="330412" cy="202848"/>
            </a:xfrm>
            <a:custGeom>
              <a:rect b="b" l="l" r="r" t="t"/>
              <a:pathLst>
                <a:path extrusionOk="0" h="3042" w="4955">
                  <a:moveTo>
                    <a:pt x="3038" y="0"/>
                  </a:moveTo>
                  <a:cubicBezTo>
                    <a:pt x="2734" y="0"/>
                    <a:pt x="2425" y="50"/>
                    <a:pt x="2149" y="154"/>
                  </a:cubicBezTo>
                  <a:cubicBezTo>
                    <a:pt x="1205" y="507"/>
                    <a:pt x="1" y="1032"/>
                    <a:pt x="274" y="1752"/>
                  </a:cubicBezTo>
                  <a:cubicBezTo>
                    <a:pt x="506" y="2364"/>
                    <a:pt x="1649" y="3042"/>
                    <a:pt x="2569" y="3042"/>
                  </a:cubicBezTo>
                  <a:cubicBezTo>
                    <a:pt x="2751" y="3042"/>
                    <a:pt x="2924" y="3015"/>
                    <a:pt x="3080" y="2957"/>
                  </a:cubicBezTo>
                  <a:cubicBezTo>
                    <a:pt x="4023" y="2605"/>
                    <a:pt x="4954" y="1529"/>
                    <a:pt x="4678" y="809"/>
                  </a:cubicBezTo>
                  <a:cubicBezTo>
                    <a:pt x="4484" y="291"/>
                    <a:pt x="3772" y="0"/>
                    <a:pt x="303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6" name="Google Shape;1046;p24"/>
            <p:cNvSpPr/>
            <p:nvPr/>
          </p:nvSpPr>
          <p:spPr>
            <a:xfrm>
              <a:off x="7062306" y="953974"/>
              <a:ext cx="262196" cy="222319"/>
            </a:xfrm>
            <a:custGeom>
              <a:rect b="b" l="l" r="r" t="t"/>
              <a:pathLst>
                <a:path extrusionOk="0" h="3334" w="3932">
                  <a:moveTo>
                    <a:pt x="2008" y="1"/>
                  </a:moveTo>
                  <a:cubicBezTo>
                    <a:pt x="1334" y="1"/>
                    <a:pt x="622" y="221"/>
                    <a:pt x="381" y="635"/>
                  </a:cubicBezTo>
                  <a:cubicBezTo>
                    <a:pt x="0" y="1305"/>
                    <a:pt x="708" y="2563"/>
                    <a:pt x="1428" y="2981"/>
                  </a:cubicBezTo>
                  <a:cubicBezTo>
                    <a:pt x="1800" y="3190"/>
                    <a:pt x="2251" y="3333"/>
                    <a:pt x="2653" y="3333"/>
                  </a:cubicBezTo>
                  <a:cubicBezTo>
                    <a:pt x="3032" y="3333"/>
                    <a:pt x="3367" y="3207"/>
                    <a:pt x="3551" y="2890"/>
                  </a:cubicBezTo>
                  <a:cubicBezTo>
                    <a:pt x="3932" y="2236"/>
                    <a:pt x="3762" y="647"/>
                    <a:pt x="3042" y="229"/>
                  </a:cubicBezTo>
                  <a:cubicBezTo>
                    <a:pt x="2777" y="75"/>
                    <a:pt x="2399" y="1"/>
                    <a:pt x="200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5">
  <p:cSld name="CUSTOM_9_1_1_2_1">
    <p:spTree>
      <p:nvGrpSpPr>
        <p:cNvPr id="1047" name="Shape 1047"/>
        <p:cNvGrpSpPr/>
        <p:nvPr/>
      </p:nvGrpSpPr>
      <p:grpSpPr>
        <a:xfrm>
          <a:off x="0" y="0"/>
          <a:ext cx="0" cy="0"/>
          <a:chOff x="0" y="0"/>
          <a:chExt cx="0" cy="0"/>
        </a:xfrm>
      </p:grpSpPr>
      <p:sp>
        <p:nvSpPr>
          <p:cNvPr id="1048" name="Google Shape;1048;p25"/>
          <p:cNvSpPr txBox="1"/>
          <p:nvPr>
            <p:ph idx="1" type="subTitle"/>
          </p:nvPr>
        </p:nvSpPr>
        <p:spPr>
          <a:xfrm>
            <a:off x="1980900" y="3680925"/>
            <a:ext cx="5182200" cy="922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r">
              <a:lnSpc>
                <a:spcPct val="100000"/>
              </a:lnSpc>
              <a:spcBef>
                <a:spcPts val="0"/>
              </a:spcBef>
              <a:spcAft>
                <a:spcPts val="0"/>
              </a:spcAft>
              <a:buSzPts val="2100"/>
              <a:buNone/>
              <a:defRPr sz="2100"/>
            </a:lvl2pPr>
            <a:lvl3pPr lvl="2" rtl="0" algn="r">
              <a:lnSpc>
                <a:spcPct val="100000"/>
              </a:lnSpc>
              <a:spcBef>
                <a:spcPts val="0"/>
              </a:spcBef>
              <a:spcAft>
                <a:spcPts val="0"/>
              </a:spcAft>
              <a:buSzPts val="2100"/>
              <a:buNone/>
              <a:defRPr sz="2100"/>
            </a:lvl3pPr>
            <a:lvl4pPr lvl="3" rtl="0" algn="r">
              <a:lnSpc>
                <a:spcPct val="100000"/>
              </a:lnSpc>
              <a:spcBef>
                <a:spcPts val="0"/>
              </a:spcBef>
              <a:spcAft>
                <a:spcPts val="0"/>
              </a:spcAft>
              <a:buSzPts val="2100"/>
              <a:buNone/>
              <a:defRPr sz="2100"/>
            </a:lvl4pPr>
            <a:lvl5pPr lvl="4" rtl="0" algn="r">
              <a:lnSpc>
                <a:spcPct val="100000"/>
              </a:lnSpc>
              <a:spcBef>
                <a:spcPts val="0"/>
              </a:spcBef>
              <a:spcAft>
                <a:spcPts val="0"/>
              </a:spcAft>
              <a:buSzPts val="2100"/>
              <a:buNone/>
              <a:defRPr sz="2100"/>
            </a:lvl5pPr>
            <a:lvl6pPr lvl="5" rtl="0" algn="r">
              <a:lnSpc>
                <a:spcPct val="100000"/>
              </a:lnSpc>
              <a:spcBef>
                <a:spcPts val="0"/>
              </a:spcBef>
              <a:spcAft>
                <a:spcPts val="0"/>
              </a:spcAft>
              <a:buSzPts val="2100"/>
              <a:buNone/>
              <a:defRPr sz="2100"/>
            </a:lvl6pPr>
            <a:lvl7pPr lvl="6" rtl="0" algn="r">
              <a:lnSpc>
                <a:spcPct val="100000"/>
              </a:lnSpc>
              <a:spcBef>
                <a:spcPts val="0"/>
              </a:spcBef>
              <a:spcAft>
                <a:spcPts val="0"/>
              </a:spcAft>
              <a:buSzPts val="2100"/>
              <a:buNone/>
              <a:defRPr sz="2100"/>
            </a:lvl7pPr>
            <a:lvl8pPr lvl="7" rtl="0" algn="r">
              <a:lnSpc>
                <a:spcPct val="100000"/>
              </a:lnSpc>
              <a:spcBef>
                <a:spcPts val="0"/>
              </a:spcBef>
              <a:spcAft>
                <a:spcPts val="0"/>
              </a:spcAft>
              <a:buSzPts val="2100"/>
              <a:buNone/>
              <a:defRPr sz="2100"/>
            </a:lvl8pPr>
            <a:lvl9pPr lvl="8" rtl="0" algn="r">
              <a:lnSpc>
                <a:spcPct val="100000"/>
              </a:lnSpc>
              <a:spcBef>
                <a:spcPts val="0"/>
              </a:spcBef>
              <a:spcAft>
                <a:spcPts val="0"/>
              </a:spcAft>
              <a:buSzPts val="2100"/>
              <a:buNone/>
              <a:defRPr sz="2100"/>
            </a:lvl9pPr>
          </a:lstStyle>
          <a:p/>
        </p:txBody>
      </p:sp>
      <p:sp>
        <p:nvSpPr>
          <p:cNvPr id="1049" name="Google Shape;1049;p25"/>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grpSp>
        <p:nvGrpSpPr>
          <p:cNvPr id="1050" name="Google Shape;1050;p25"/>
          <p:cNvGrpSpPr/>
          <p:nvPr/>
        </p:nvGrpSpPr>
        <p:grpSpPr>
          <a:xfrm>
            <a:off x="-589658" y="3328227"/>
            <a:ext cx="2570555" cy="2126869"/>
            <a:chOff x="4654765" y="2053719"/>
            <a:chExt cx="1574709" cy="1302909"/>
          </a:xfrm>
        </p:grpSpPr>
        <p:sp>
          <p:nvSpPr>
            <p:cNvPr id="1051" name="Google Shape;1051;p25"/>
            <p:cNvSpPr/>
            <p:nvPr/>
          </p:nvSpPr>
          <p:spPr>
            <a:xfrm>
              <a:off x="4753523" y="2053719"/>
              <a:ext cx="1475950" cy="1302909"/>
            </a:xfrm>
            <a:custGeom>
              <a:rect b="b" l="l" r="r" t="t"/>
              <a:pathLst>
                <a:path extrusionOk="0" h="19539" w="22134">
                  <a:moveTo>
                    <a:pt x="21951" y="7628"/>
                  </a:moveTo>
                  <a:cubicBezTo>
                    <a:pt x="21832" y="6908"/>
                    <a:pt x="21124" y="6408"/>
                    <a:pt x="20404" y="6540"/>
                  </a:cubicBezTo>
                  <a:lnTo>
                    <a:pt x="17928" y="6958"/>
                  </a:lnTo>
                  <a:cubicBezTo>
                    <a:pt x="17639" y="6121"/>
                    <a:pt x="17221" y="5307"/>
                    <a:pt x="16658" y="4561"/>
                  </a:cubicBezTo>
                  <a:cubicBezTo>
                    <a:pt x="13774" y="762"/>
                    <a:pt x="8361" y="1"/>
                    <a:pt x="4549" y="2885"/>
                  </a:cubicBezTo>
                  <a:cubicBezTo>
                    <a:pt x="746" y="5766"/>
                    <a:pt x="1" y="11179"/>
                    <a:pt x="2882" y="14978"/>
                  </a:cubicBezTo>
                  <a:cubicBezTo>
                    <a:pt x="5753" y="18781"/>
                    <a:pt x="11179" y="19539"/>
                    <a:pt x="14978" y="16658"/>
                  </a:cubicBezTo>
                  <a:cubicBezTo>
                    <a:pt x="17155" y="15007"/>
                    <a:pt x="18334" y="12528"/>
                    <a:pt x="18400" y="9999"/>
                  </a:cubicBezTo>
                  <a:lnTo>
                    <a:pt x="20916" y="9581"/>
                  </a:lnTo>
                  <a:cubicBezTo>
                    <a:pt x="21649" y="9449"/>
                    <a:pt x="22134" y="8754"/>
                    <a:pt x="22017" y="803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2" name="Google Shape;1052;p25"/>
            <p:cNvSpPr/>
            <p:nvPr/>
          </p:nvSpPr>
          <p:spPr>
            <a:xfrm>
              <a:off x="5572330" y="2521771"/>
              <a:ext cx="558399" cy="266397"/>
            </a:xfrm>
            <a:custGeom>
              <a:rect b="b" l="l" r="r" t="t"/>
              <a:pathLst>
                <a:path extrusionOk="0" h="3995" w="8374">
                  <a:moveTo>
                    <a:pt x="6858" y="0"/>
                  </a:moveTo>
                  <a:cubicBezTo>
                    <a:pt x="6787" y="0"/>
                    <a:pt x="6716" y="6"/>
                    <a:pt x="6643" y="18"/>
                  </a:cubicBezTo>
                  <a:lnTo>
                    <a:pt x="1218" y="936"/>
                  </a:lnTo>
                  <a:cubicBezTo>
                    <a:pt x="498" y="1056"/>
                    <a:pt x="1" y="1748"/>
                    <a:pt x="133" y="2484"/>
                  </a:cubicBezTo>
                  <a:lnTo>
                    <a:pt x="196" y="2877"/>
                  </a:lnTo>
                  <a:cubicBezTo>
                    <a:pt x="303" y="3536"/>
                    <a:pt x="877" y="3995"/>
                    <a:pt x="1525" y="3995"/>
                  </a:cubicBezTo>
                  <a:cubicBezTo>
                    <a:pt x="1597" y="3995"/>
                    <a:pt x="1670" y="3989"/>
                    <a:pt x="1743" y="3978"/>
                  </a:cubicBezTo>
                  <a:lnTo>
                    <a:pt x="7156" y="3059"/>
                  </a:lnTo>
                  <a:cubicBezTo>
                    <a:pt x="7889" y="2943"/>
                    <a:pt x="8373" y="2235"/>
                    <a:pt x="8257" y="1512"/>
                  </a:cubicBezTo>
                  <a:lnTo>
                    <a:pt x="8191" y="1119"/>
                  </a:lnTo>
                  <a:cubicBezTo>
                    <a:pt x="8072" y="459"/>
                    <a:pt x="7499" y="0"/>
                    <a:pt x="6858"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3" name="Google Shape;1053;p25"/>
            <p:cNvSpPr/>
            <p:nvPr/>
          </p:nvSpPr>
          <p:spPr>
            <a:xfrm>
              <a:off x="4654765" y="2162813"/>
              <a:ext cx="1302042" cy="1151940"/>
            </a:xfrm>
            <a:custGeom>
              <a:rect b="b" l="l" r="r" t="t"/>
              <a:pathLst>
                <a:path extrusionOk="0" h="17275" w="19526">
                  <a:moveTo>
                    <a:pt x="9751" y="0"/>
                  </a:moveTo>
                  <a:cubicBezTo>
                    <a:pt x="7936" y="0"/>
                    <a:pt x="6105" y="569"/>
                    <a:pt x="4548" y="1746"/>
                  </a:cubicBezTo>
                  <a:cubicBezTo>
                    <a:pt x="746" y="4630"/>
                    <a:pt x="0" y="10040"/>
                    <a:pt x="2869" y="13855"/>
                  </a:cubicBezTo>
                  <a:cubicBezTo>
                    <a:pt x="4569" y="16095"/>
                    <a:pt x="7148" y="17274"/>
                    <a:pt x="9760" y="17274"/>
                  </a:cubicBezTo>
                  <a:cubicBezTo>
                    <a:pt x="11579" y="17274"/>
                    <a:pt x="13413" y="16703"/>
                    <a:pt x="14978" y="15519"/>
                  </a:cubicBezTo>
                  <a:cubicBezTo>
                    <a:pt x="18780" y="12650"/>
                    <a:pt x="19526" y="7225"/>
                    <a:pt x="16645" y="3422"/>
                  </a:cubicBezTo>
                  <a:cubicBezTo>
                    <a:pt x="14950" y="1180"/>
                    <a:pt x="12366" y="0"/>
                    <a:pt x="9751"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4" name="Google Shape;1054;p25"/>
            <p:cNvSpPr/>
            <p:nvPr/>
          </p:nvSpPr>
          <p:spPr>
            <a:xfrm>
              <a:off x="4722048" y="2222428"/>
              <a:ext cx="1167477" cy="1032779"/>
            </a:xfrm>
            <a:custGeom>
              <a:rect b="b" l="l" r="r" t="t"/>
              <a:pathLst>
                <a:path extrusionOk="0" h="15488" w="17508">
                  <a:moveTo>
                    <a:pt x="8753" y="1"/>
                  </a:moveTo>
                  <a:cubicBezTo>
                    <a:pt x="7124" y="1"/>
                    <a:pt x="5480" y="513"/>
                    <a:pt x="4077" y="1572"/>
                  </a:cubicBezTo>
                  <a:cubicBezTo>
                    <a:pt x="668" y="4154"/>
                    <a:pt x="1" y="9004"/>
                    <a:pt x="2583" y="12411"/>
                  </a:cubicBezTo>
                  <a:cubicBezTo>
                    <a:pt x="4105" y="14428"/>
                    <a:pt x="6417" y="15488"/>
                    <a:pt x="8757" y="15488"/>
                  </a:cubicBezTo>
                  <a:cubicBezTo>
                    <a:pt x="10383" y="15488"/>
                    <a:pt x="12022" y="14976"/>
                    <a:pt x="13418" y="13917"/>
                  </a:cubicBezTo>
                  <a:cubicBezTo>
                    <a:pt x="16840" y="11335"/>
                    <a:pt x="17507" y="6488"/>
                    <a:pt x="14928" y="3066"/>
                  </a:cubicBezTo>
                  <a:cubicBezTo>
                    <a:pt x="13406" y="1058"/>
                    <a:pt x="11095" y="1"/>
                    <a:pt x="8753"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5" name="Google Shape;1055;p25"/>
            <p:cNvSpPr/>
            <p:nvPr/>
          </p:nvSpPr>
          <p:spPr>
            <a:xfrm>
              <a:off x="4762125" y="2258304"/>
              <a:ext cx="1086458" cy="960828"/>
            </a:xfrm>
            <a:custGeom>
              <a:rect b="b" l="l" r="r" t="t"/>
              <a:pathLst>
                <a:path extrusionOk="0" h="14409" w="16293">
                  <a:moveTo>
                    <a:pt x="8150" y="0"/>
                  </a:moveTo>
                  <a:cubicBezTo>
                    <a:pt x="6634" y="0"/>
                    <a:pt x="5104" y="478"/>
                    <a:pt x="3803" y="1468"/>
                  </a:cubicBezTo>
                  <a:cubicBezTo>
                    <a:pt x="630" y="3865"/>
                    <a:pt x="1" y="8388"/>
                    <a:pt x="2413" y="11558"/>
                  </a:cubicBezTo>
                  <a:cubicBezTo>
                    <a:pt x="3828" y="13427"/>
                    <a:pt x="5979" y="14408"/>
                    <a:pt x="8156" y="14408"/>
                  </a:cubicBezTo>
                  <a:cubicBezTo>
                    <a:pt x="9672" y="14408"/>
                    <a:pt x="11201" y="13932"/>
                    <a:pt x="12503" y="12948"/>
                  </a:cubicBezTo>
                  <a:cubicBezTo>
                    <a:pt x="15676" y="10548"/>
                    <a:pt x="16293" y="6029"/>
                    <a:pt x="13893" y="2855"/>
                  </a:cubicBezTo>
                  <a:cubicBezTo>
                    <a:pt x="12480" y="986"/>
                    <a:pt x="10328" y="0"/>
                    <a:pt x="8150" y="0"/>
                  </a:cubicBezTo>
                  <a:close/>
                </a:path>
              </a:pathLst>
            </a:custGeom>
            <a:solidFill>
              <a:srgbClr val="E1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6" name="Google Shape;1056;p25"/>
            <p:cNvSpPr/>
            <p:nvPr/>
          </p:nvSpPr>
          <p:spPr>
            <a:xfrm>
              <a:off x="4862817" y="2458888"/>
              <a:ext cx="766449" cy="545196"/>
            </a:xfrm>
            <a:custGeom>
              <a:rect b="b" l="l" r="r" t="t"/>
              <a:pathLst>
                <a:path extrusionOk="0" h="8176" w="11494">
                  <a:moveTo>
                    <a:pt x="8217" y="1"/>
                  </a:moveTo>
                  <a:cubicBezTo>
                    <a:pt x="6676" y="1"/>
                    <a:pt x="5687" y="2876"/>
                    <a:pt x="5687" y="2876"/>
                  </a:cubicBezTo>
                  <a:cubicBezTo>
                    <a:pt x="5687" y="2876"/>
                    <a:pt x="0" y="3493"/>
                    <a:pt x="3287" y="6911"/>
                  </a:cubicBezTo>
                  <a:cubicBezTo>
                    <a:pt x="4215" y="7867"/>
                    <a:pt x="5659" y="8175"/>
                    <a:pt x="6945" y="8175"/>
                  </a:cubicBezTo>
                  <a:cubicBezTo>
                    <a:pt x="7985" y="8175"/>
                    <a:pt x="8921" y="7974"/>
                    <a:pt x="9395" y="7751"/>
                  </a:cubicBezTo>
                  <a:cubicBezTo>
                    <a:pt x="10628" y="6767"/>
                    <a:pt x="11493" y="3713"/>
                    <a:pt x="10248" y="1656"/>
                  </a:cubicBezTo>
                  <a:cubicBezTo>
                    <a:pt x="9504" y="438"/>
                    <a:pt x="8819" y="1"/>
                    <a:pt x="8217"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7" name="Google Shape;1057;p25"/>
            <p:cNvSpPr/>
            <p:nvPr/>
          </p:nvSpPr>
          <p:spPr>
            <a:xfrm>
              <a:off x="4946705" y="2405075"/>
              <a:ext cx="714836" cy="637018"/>
            </a:xfrm>
            <a:custGeom>
              <a:rect b="b" l="l" r="r" t="t"/>
              <a:pathLst>
                <a:path extrusionOk="0" h="9553" w="10720">
                  <a:moveTo>
                    <a:pt x="7102" y="236"/>
                  </a:moveTo>
                  <a:cubicBezTo>
                    <a:pt x="7835" y="236"/>
                    <a:pt x="8571" y="852"/>
                    <a:pt x="9317" y="2057"/>
                  </a:cubicBezTo>
                  <a:cubicBezTo>
                    <a:pt x="10719" y="4378"/>
                    <a:pt x="9710" y="7772"/>
                    <a:pt x="8373" y="8860"/>
                  </a:cubicBezTo>
                  <a:cubicBezTo>
                    <a:pt x="7864" y="9080"/>
                    <a:pt x="6813" y="9316"/>
                    <a:pt x="5621" y="9316"/>
                  </a:cubicBezTo>
                  <a:cubicBezTo>
                    <a:pt x="4611" y="9316"/>
                    <a:pt x="2737" y="9134"/>
                    <a:pt x="1557" y="7917"/>
                  </a:cubicBezTo>
                  <a:cubicBezTo>
                    <a:pt x="614" y="6932"/>
                    <a:pt x="262" y="6080"/>
                    <a:pt x="510" y="5372"/>
                  </a:cubicBezTo>
                  <a:cubicBezTo>
                    <a:pt x="1048" y="3878"/>
                    <a:pt x="4193" y="3526"/>
                    <a:pt x="4231" y="3513"/>
                  </a:cubicBezTo>
                  <a:lnTo>
                    <a:pt x="4297" y="3513"/>
                  </a:lnTo>
                  <a:lnTo>
                    <a:pt x="4325" y="3435"/>
                  </a:lnTo>
                  <a:cubicBezTo>
                    <a:pt x="4338" y="3406"/>
                    <a:pt x="5451" y="236"/>
                    <a:pt x="7102" y="236"/>
                  </a:cubicBezTo>
                  <a:close/>
                  <a:moveTo>
                    <a:pt x="7102" y="0"/>
                  </a:moveTo>
                  <a:cubicBezTo>
                    <a:pt x="5410" y="0"/>
                    <a:pt x="4309" y="2790"/>
                    <a:pt x="4127" y="3290"/>
                  </a:cubicBezTo>
                  <a:cubicBezTo>
                    <a:pt x="3630" y="3356"/>
                    <a:pt x="837" y="3774"/>
                    <a:pt x="287" y="5293"/>
                  </a:cubicBezTo>
                  <a:cubicBezTo>
                    <a:pt x="0" y="6080"/>
                    <a:pt x="378" y="7023"/>
                    <a:pt x="1387" y="8086"/>
                  </a:cubicBezTo>
                  <a:cubicBezTo>
                    <a:pt x="2633" y="9370"/>
                    <a:pt x="4574" y="9552"/>
                    <a:pt x="5621" y="9552"/>
                  </a:cubicBezTo>
                  <a:cubicBezTo>
                    <a:pt x="6866" y="9552"/>
                    <a:pt x="7955" y="9304"/>
                    <a:pt x="8493" y="9068"/>
                  </a:cubicBezTo>
                  <a:lnTo>
                    <a:pt x="8505" y="9055"/>
                  </a:lnTo>
                  <a:lnTo>
                    <a:pt x="8518" y="9043"/>
                  </a:lnTo>
                  <a:cubicBezTo>
                    <a:pt x="9251" y="8451"/>
                    <a:pt x="9854" y="7272"/>
                    <a:pt x="10103" y="5963"/>
                  </a:cubicBezTo>
                  <a:cubicBezTo>
                    <a:pt x="10392" y="4457"/>
                    <a:pt x="10182" y="3026"/>
                    <a:pt x="9515" y="1941"/>
                  </a:cubicBezTo>
                  <a:cubicBezTo>
                    <a:pt x="8728" y="654"/>
                    <a:pt x="7926" y="0"/>
                    <a:pt x="7102"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8" name="Google Shape;1058;p25"/>
            <p:cNvSpPr/>
            <p:nvPr/>
          </p:nvSpPr>
          <p:spPr>
            <a:xfrm>
              <a:off x="4883756" y="2344659"/>
              <a:ext cx="827463" cy="738509"/>
            </a:xfrm>
            <a:custGeom>
              <a:rect b="b" l="l" r="r" t="t"/>
              <a:pathLst>
                <a:path extrusionOk="0" h="11075" w="12409">
                  <a:moveTo>
                    <a:pt x="8216" y="264"/>
                  </a:moveTo>
                  <a:cubicBezTo>
                    <a:pt x="9056" y="264"/>
                    <a:pt x="9921" y="985"/>
                    <a:pt x="10786" y="2387"/>
                  </a:cubicBezTo>
                  <a:cubicBezTo>
                    <a:pt x="12409" y="5073"/>
                    <a:pt x="11258" y="9005"/>
                    <a:pt x="9710" y="10263"/>
                  </a:cubicBezTo>
                  <a:cubicBezTo>
                    <a:pt x="9122" y="10537"/>
                    <a:pt x="7914" y="10801"/>
                    <a:pt x="6540" y="10801"/>
                  </a:cubicBezTo>
                  <a:cubicBezTo>
                    <a:pt x="5360" y="10801"/>
                    <a:pt x="3184" y="10590"/>
                    <a:pt x="1809" y="9175"/>
                  </a:cubicBezTo>
                  <a:cubicBezTo>
                    <a:pt x="709" y="8021"/>
                    <a:pt x="287" y="7027"/>
                    <a:pt x="589" y="6212"/>
                  </a:cubicBezTo>
                  <a:cubicBezTo>
                    <a:pt x="1218" y="4482"/>
                    <a:pt x="4848" y="4076"/>
                    <a:pt x="4889" y="4076"/>
                  </a:cubicBezTo>
                  <a:lnTo>
                    <a:pt x="4980" y="4064"/>
                  </a:lnTo>
                  <a:lnTo>
                    <a:pt x="5005" y="3985"/>
                  </a:lnTo>
                  <a:cubicBezTo>
                    <a:pt x="5018" y="3947"/>
                    <a:pt x="6304" y="264"/>
                    <a:pt x="8216" y="264"/>
                  </a:cubicBezTo>
                  <a:close/>
                  <a:moveTo>
                    <a:pt x="8216" y="0"/>
                  </a:moveTo>
                  <a:cubicBezTo>
                    <a:pt x="6263" y="0"/>
                    <a:pt x="4980" y="3240"/>
                    <a:pt x="4769" y="3815"/>
                  </a:cubicBezTo>
                  <a:cubicBezTo>
                    <a:pt x="4193" y="3881"/>
                    <a:pt x="970" y="4366"/>
                    <a:pt x="328" y="6121"/>
                  </a:cubicBezTo>
                  <a:cubicBezTo>
                    <a:pt x="1" y="7039"/>
                    <a:pt x="432" y="8127"/>
                    <a:pt x="1611" y="9357"/>
                  </a:cubicBezTo>
                  <a:cubicBezTo>
                    <a:pt x="3052" y="10851"/>
                    <a:pt x="5319" y="11075"/>
                    <a:pt x="6540" y="11075"/>
                  </a:cubicBezTo>
                  <a:cubicBezTo>
                    <a:pt x="7968" y="11075"/>
                    <a:pt x="9226" y="10801"/>
                    <a:pt x="9842" y="10512"/>
                  </a:cubicBezTo>
                  <a:lnTo>
                    <a:pt x="9855" y="10499"/>
                  </a:lnTo>
                  <a:lnTo>
                    <a:pt x="9867" y="10499"/>
                  </a:lnTo>
                  <a:cubicBezTo>
                    <a:pt x="10720" y="9816"/>
                    <a:pt x="11427" y="8442"/>
                    <a:pt x="11717" y="6907"/>
                  </a:cubicBezTo>
                  <a:cubicBezTo>
                    <a:pt x="12031" y="5177"/>
                    <a:pt x="11780" y="3513"/>
                    <a:pt x="11009" y="2243"/>
                  </a:cubicBezTo>
                  <a:cubicBezTo>
                    <a:pt x="10103" y="749"/>
                    <a:pt x="9160" y="0"/>
                    <a:pt x="821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CUSTOM_11">
    <p:spTree>
      <p:nvGrpSpPr>
        <p:cNvPr id="1059" name="Shape 1059"/>
        <p:cNvGrpSpPr/>
        <p:nvPr/>
      </p:nvGrpSpPr>
      <p:grpSpPr>
        <a:xfrm>
          <a:off x="0" y="0"/>
          <a:ext cx="0" cy="0"/>
          <a:chOff x="0" y="0"/>
          <a:chExt cx="0" cy="0"/>
        </a:xfrm>
      </p:grpSpPr>
      <p:sp>
        <p:nvSpPr>
          <p:cNvPr id="1060" name="Google Shape;1060;p26"/>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61" name="Google Shape;1061;p26"/>
          <p:cNvSpPr txBox="1"/>
          <p:nvPr>
            <p:ph idx="1" type="subTitle"/>
          </p:nvPr>
        </p:nvSpPr>
        <p:spPr>
          <a:xfrm>
            <a:off x="720001" y="3312841"/>
            <a:ext cx="1914000" cy="698700"/>
          </a:xfrm>
          <a:prstGeom prst="rect">
            <a:avLst/>
          </a:prstGeom>
        </p:spPr>
        <p:txBody>
          <a:bodyPr anchorCtr="0" anchor="t" bIns="91425" lIns="91425" spcFirstLastPara="1" rIns="91425" wrap="square" tIns="91425">
            <a:noAutofit/>
          </a:bodyPr>
          <a:lstStyle>
            <a:lvl1pPr lvl="0" rtl="0" algn="r">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062" name="Google Shape;1062;p26"/>
          <p:cNvSpPr txBox="1"/>
          <p:nvPr>
            <p:ph idx="2" type="subTitle"/>
          </p:nvPr>
        </p:nvSpPr>
        <p:spPr>
          <a:xfrm>
            <a:off x="6509976" y="3312841"/>
            <a:ext cx="1914000" cy="698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063" name="Google Shape;1063;p26"/>
          <p:cNvSpPr txBox="1"/>
          <p:nvPr>
            <p:ph idx="3" type="subTitle"/>
          </p:nvPr>
        </p:nvSpPr>
        <p:spPr>
          <a:xfrm>
            <a:off x="720001" y="2977785"/>
            <a:ext cx="1914000" cy="477600"/>
          </a:xfrm>
          <a:prstGeom prst="rect">
            <a:avLst/>
          </a:prstGeom>
        </p:spPr>
        <p:txBody>
          <a:bodyPr anchorCtr="0" anchor="b" bIns="91425" lIns="91425" spcFirstLastPara="1" rIns="91425" wrap="square" tIns="91425">
            <a:noAutofit/>
          </a:bodyPr>
          <a:lstStyle>
            <a:lvl1pPr lvl="0" rtl="0" algn="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064" name="Google Shape;1064;p26"/>
          <p:cNvSpPr txBox="1"/>
          <p:nvPr>
            <p:ph idx="4" type="subTitle"/>
          </p:nvPr>
        </p:nvSpPr>
        <p:spPr>
          <a:xfrm>
            <a:off x="6509976" y="2977785"/>
            <a:ext cx="1914000" cy="47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grpSp>
        <p:nvGrpSpPr>
          <p:cNvPr id="1065" name="Google Shape;1065;p26"/>
          <p:cNvGrpSpPr/>
          <p:nvPr/>
        </p:nvGrpSpPr>
        <p:grpSpPr>
          <a:xfrm>
            <a:off x="7337316" y="4365659"/>
            <a:ext cx="2427586" cy="2123170"/>
            <a:chOff x="3070431" y="1341472"/>
            <a:chExt cx="1298521" cy="1135749"/>
          </a:xfrm>
        </p:grpSpPr>
        <p:grpSp>
          <p:nvGrpSpPr>
            <p:cNvPr id="1066" name="Google Shape;1066;p26"/>
            <p:cNvGrpSpPr/>
            <p:nvPr/>
          </p:nvGrpSpPr>
          <p:grpSpPr>
            <a:xfrm>
              <a:off x="3821087" y="2147276"/>
              <a:ext cx="547865" cy="329946"/>
              <a:chOff x="3821087" y="2147276"/>
              <a:chExt cx="547865" cy="329946"/>
            </a:xfrm>
          </p:grpSpPr>
          <p:sp>
            <p:nvSpPr>
              <p:cNvPr id="1067" name="Google Shape;1067;p26"/>
              <p:cNvSpPr/>
              <p:nvPr/>
            </p:nvSpPr>
            <p:spPr>
              <a:xfrm>
                <a:off x="3919845" y="2147276"/>
                <a:ext cx="449107" cy="327678"/>
              </a:xfrm>
              <a:custGeom>
                <a:rect b="b" l="l" r="r" t="t"/>
                <a:pathLst>
                  <a:path extrusionOk="0" h="4914" w="6735">
                    <a:moveTo>
                      <a:pt x="4611" y="957"/>
                    </a:moveTo>
                    <a:cubicBezTo>
                      <a:pt x="2922" y="1"/>
                      <a:pt x="261" y="315"/>
                      <a:pt x="13" y="353"/>
                    </a:cubicBezTo>
                    <a:lnTo>
                      <a:pt x="0" y="353"/>
                    </a:lnTo>
                    <a:cubicBezTo>
                      <a:pt x="0" y="353"/>
                      <a:pt x="1114" y="3001"/>
                      <a:pt x="2881" y="3998"/>
                    </a:cubicBezTo>
                    <a:cubicBezTo>
                      <a:pt x="4482" y="4913"/>
                      <a:pt x="6357" y="4155"/>
                      <a:pt x="6684" y="4011"/>
                    </a:cubicBezTo>
                    <a:cubicBezTo>
                      <a:pt x="6722" y="3998"/>
                      <a:pt x="6734" y="3982"/>
                      <a:pt x="6734" y="3982"/>
                    </a:cubicBezTo>
                    <a:cubicBezTo>
                      <a:pt x="6734" y="3982"/>
                      <a:pt x="6382" y="1966"/>
                      <a:pt x="4611" y="95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8" name="Google Shape;1068;p26"/>
              <p:cNvSpPr/>
              <p:nvPr/>
            </p:nvSpPr>
            <p:spPr>
              <a:xfrm>
                <a:off x="3821087" y="2199356"/>
                <a:ext cx="449307" cy="277866"/>
              </a:xfrm>
              <a:custGeom>
                <a:rect b="b" l="l" r="r" t="t"/>
                <a:pathLst>
                  <a:path extrusionOk="0" h="4167" w="6738">
                    <a:moveTo>
                      <a:pt x="1311" y="0"/>
                    </a:moveTo>
                    <a:cubicBezTo>
                      <a:pt x="626" y="0"/>
                      <a:pt x="115" y="60"/>
                      <a:pt x="13" y="72"/>
                    </a:cubicBezTo>
                    <a:lnTo>
                      <a:pt x="0" y="72"/>
                    </a:lnTo>
                    <a:cubicBezTo>
                      <a:pt x="0" y="72"/>
                      <a:pt x="1113" y="2717"/>
                      <a:pt x="2884" y="3727"/>
                    </a:cubicBezTo>
                    <a:cubicBezTo>
                      <a:pt x="3465" y="4056"/>
                      <a:pt x="4080" y="4167"/>
                      <a:pt x="4645" y="4167"/>
                    </a:cubicBezTo>
                    <a:cubicBezTo>
                      <a:pt x="5634" y="4167"/>
                      <a:pt x="6467" y="3827"/>
                      <a:pt x="6684" y="3727"/>
                    </a:cubicBezTo>
                    <a:cubicBezTo>
                      <a:pt x="6721" y="3714"/>
                      <a:pt x="6737" y="3702"/>
                      <a:pt x="6737" y="3702"/>
                    </a:cubicBezTo>
                    <a:cubicBezTo>
                      <a:pt x="6737" y="3702"/>
                      <a:pt x="6369" y="1682"/>
                      <a:pt x="4614" y="685"/>
                    </a:cubicBezTo>
                    <a:cubicBezTo>
                      <a:pt x="3619" y="123"/>
                      <a:pt x="2288" y="0"/>
                      <a:pt x="1311"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9" name="Google Shape;1069;p26"/>
              <p:cNvSpPr/>
              <p:nvPr/>
            </p:nvSpPr>
            <p:spPr>
              <a:xfrm>
                <a:off x="3821887" y="2199356"/>
                <a:ext cx="448506" cy="248526"/>
              </a:xfrm>
              <a:custGeom>
                <a:rect b="b" l="l" r="r" t="t"/>
                <a:pathLst>
                  <a:path extrusionOk="0" h="3727" w="6726">
                    <a:moveTo>
                      <a:pt x="1299" y="0"/>
                    </a:moveTo>
                    <a:cubicBezTo>
                      <a:pt x="614" y="0"/>
                      <a:pt x="103" y="60"/>
                      <a:pt x="1" y="72"/>
                    </a:cubicBezTo>
                    <a:lnTo>
                      <a:pt x="6672" y="3727"/>
                    </a:lnTo>
                    <a:cubicBezTo>
                      <a:pt x="6709" y="3714"/>
                      <a:pt x="6725" y="3702"/>
                      <a:pt x="6725" y="3702"/>
                    </a:cubicBezTo>
                    <a:cubicBezTo>
                      <a:pt x="6725" y="3702"/>
                      <a:pt x="6357" y="1682"/>
                      <a:pt x="4602" y="685"/>
                    </a:cubicBezTo>
                    <a:cubicBezTo>
                      <a:pt x="3607" y="123"/>
                      <a:pt x="2276" y="0"/>
                      <a:pt x="1299"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0" name="Google Shape;1070;p26"/>
            <p:cNvGrpSpPr/>
            <p:nvPr/>
          </p:nvGrpSpPr>
          <p:grpSpPr>
            <a:xfrm>
              <a:off x="3070431" y="1341472"/>
              <a:ext cx="1032118" cy="637025"/>
              <a:chOff x="3070431" y="1341472"/>
              <a:chExt cx="1032118" cy="637025"/>
            </a:xfrm>
          </p:grpSpPr>
          <p:sp>
            <p:nvSpPr>
              <p:cNvPr id="1071" name="Google Shape;1071;p26"/>
              <p:cNvSpPr/>
              <p:nvPr/>
            </p:nvSpPr>
            <p:spPr>
              <a:xfrm>
                <a:off x="3489870" y="1341472"/>
                <a:ext cx="612679" cy="611879"/>
              </a:xfrm>
              <a:custGeom>
                <a:rect b="b" l="l" r="r" t="t"/>
                <a:pathLst>
                  <a:path extrusionOk="0" h="9176" w="9188">
                    <a:moveTo>
                      <a:pt x="6920" y="9005"/>
                    </a:moveTo>
                    <a:cubicBezTo>
                      <a:pt x="7364" y="8848"/>
                      <a:pt x="7521" y="8219"/>
                      <a:pt x="7301" y="7615"/>
                    </a:cubicBezTo>
                    <a:cubicBezTo>
                      <a:pt x="7077" y="7052"/>
                      <a:pt x="6606" y="6709"/>
                      <a:pt x="6184" y="6788"/>
                    </a:cubicBezTo>
                    <a:cubicBezTo>
                      <a:pt x="6357" y="6568"/>
                      <a:pt x="6448" y="6200"/>
                      <a:pt x="6540" y="5766"/>
                    </a:cubicBezTo>
                    <a:cubicBezTo>
                      <a:pt x="6697" y="5008"/>
                      <a:pt x="6763" y="4351"/>
                      <a:pt x="6250" y="4234"/>
                    </a:cubicBezTo>
                    <a:cubicBezTo>
                      <a:pt x="6027" y="4193"/>
                      <a:pt x="5791" y="4259"/>
                      <a:pt x="5596" y="4417"/>
                    </a:cubicBezTo>
                    <a:cubicBezTo>
                      <a:pt x="5766" y="3973"/>
                      <a:pt x="5700" y="3526"/>
                      <a:pt x="5385" y="3316"/>
                    </a:cubicBezTo>
                    <a:cubicBezTo>
                      <a:pt x="5319" y="3265"/>
                      <a:pt x="5228" y="3237"/>
                      <a:pt x="5137" y="3225"/>
                    </a:cubicBezTo>
                    <a:cubicBezTo>
                      <a:pt x="5215" y="3108"/>
                      <a:pt x="5256" y="2976"/>
                      <a:pt x="5241" y="2831"/>
                    </a:cubicBezTo>
                    <a:cubicBezTo>
                      <a:pt x="5241" y="2753"/>
                      <a:pt x="5215" y="2687"/>
                      <a:pt x="5190" y="2621"/>
                    </a:cubicBezTo>
                    <a:cubicBezTo>
                      <a:pt x="5451" y="3080"/>
                      <a:pt x="5911" y="3328"/>
                      <a:pt x="6291" y="3199"/>
                    </a:cubicBezTo>
                    <a:cubicBezTo>
                      <a:pt x="6370" y="3159"/>
                      <a:pt x="6436" y="3121"/>
                      <a:pt x="6499" y="3055"/>
                    </a:cubicBezTo>
                    <a:cubicBezTo>
                      <a:pt x="6514" y="3080"/>
                      <a:pt x="6540" y="3092"/>
                      <a:pt x="6565" y="3121"/>
                    </a:cubicBezTo>
                    <a:cubicBezTo>
                      <a:pt x="6697" y="3212"/>
                      <a:pt x="6867" y="3265"/>
                      <a:pt x="7037" y="3265"/>
                    </a:cubicBezTo>
                    <a:cubicBezTo>
                      <a:pt x="7049" y="3382"/>
                      <a:pt x="7090" y="3514"/>
                      <a:pt x="7128" y="3643"/>
                    </a:cubicBezTo>
                    <a:cubicBezTo>
                      <a:pt x="7260" y="3986"/>
                      <a:pt x="7483" y="4234"/>
                      <a:pt x="7732" y="4379"/>
                    </a:cubicBezTo>
                    <a:cubicBezTo>
                      <a:pt x="7339" y="4351"/>
                      <a:pt x="6986" y="4508"/>
                      <a:pt x="6854" y="4810"/>
                    </a:cubicBezTo>
                    <a:cubicBezTo>
                      <a:pt x="6672" y="5244"/>
                      <a:pt x="7011" y="5794"/>
                      <a:pt x="7600" y="6043"/>
                    </a:cubicBezTo>
                    <a:cubicBezTo>
                      <a:pt x="8203" y="6291"/>
                      <a:pt x="8833" y="6146"/>
                      <a:pt x="9015" y="5728"/>
                    </a:cubicBezTo>
                    <a:cubicBezTo>
                      <a:pt x="9188" y="5294"/>
                      <a:pt x="8858" y="4744"/>
                      <a:pt x="8257" y="4495"/>
                    </a:cubicBezTo>
                    <a:cubicBezTo>
                      <a:pt x="8244" y="4483"/>
                      <a:pt x="8216" y="4483"/>
                      <a:pt x="8191" y="4470"/>
                    </a:cubicBezTo>
                    <a:cubicBezTo>
                      <a:pt x="8244" y="4470"/>
                      <a:pt x="8295" y="4457"/>
                      <a:pt x="8336" y="4429"/>
                    </a:cubicBezTo>
                    <a:cubicBezTo>
                      <a:pt x="8766" y="4272"/>
                      <a:pt x="8936" y="3643"/>
                      <a:pt x="8700" y="3042"/>
                    </a:cubicBezTo>
                    <a:cubicBezTo>
                      <a:pt x="8609" y="2794"/>
                      <a:pt x="8465" y="2583"/>
                      <a:pt x="8282" y="2438"/>
                    </a:cubicBezTo>
                    <a:cubicBezTo>
                      <a:pt x="8663" y="1850"/>
                      <a:pt x="8675" y="1180"/>
                      <a:pt x="8282" y="878"/>
                    </a:cubicBezTo>
                    <a:cubicBezTo>
                      <a:pt x="7864" y="551"/>
                      <a:pt x="7442" y="998"/>
                      <a:pt x="6971" y="1614"/>
                    </a:cubicBezTo>
                    <a:cubicBezTo>
                      <a:pt x="6879" y="1731"/>
                      <a:pt x="6788" y="1850"/>
                      <a:pt x="6709" y="1966"/>
                    </a:cubicBezTo>
                    <a:cubicBezTo>
                      <a:pt x="6697" y="1900"/>
                      <a:pt x="6684" y="1850"/>
                      <a:pt x="6656" y="1797"/>
                    </a:cubicBezTo>
                    <a:cubicBezTo>
                      <a:pt x="6436" y="1193"/>
                      <a:pt x="5898" y="840"/>
                      <a:pt x="5464" y="1010"/>
                    </a:cubicBezTo>
                    <a:cubicBezTo>
                      <a:pt x="5020" y="1168"/>
                      <a:pt x="4863" y="1797"/>
                      <a:pt x="5083" y="2401"/>
                    </a:cubicBezTo>
                    <a:cubicBezTo>
                      <a:pt x="5112" y="2451"/>
                      <a:pt x="5124" y="2492"/>
                      <a:pt x="5149" y="2542"/>
                    </a:cubicBezTo>
                    <a:cubicBezTo>
                      <a:pt x="4967" y="2228"/>
                      <a:pt x="4533" y="2033"/>
                      <a:pt x="4036" y="2058"/>
                    </a:cubicBezTo>
                    <a:cubicBezTo>
                      <a:pt x="3800" y="2070"/>
                      <a:pt x="3577" y="2136"/>
                      <a:pt x="3394" y="2228"/>
                    </a:cubicBezTo>
                    <a:cubicBezTo>
                      <a:pt x="3394" y="2086"/>
                      <a:pt x="3369" y="1941"/>
                      <a:pt x="3316" y="1809"/>
                    </a:cubicBezTo>
                    <a:cubicBezTo>
                      <a:pt x="3709" y="1677"/>
                      <a:pt x="3970" y="1391"/>
                      <a:pt x="3998" y="1048"/>
                    </a:cubicBezTo>
                    <a:cubicBezTo>
                      <a:pt x="4023" y="539"/>
                      <a:pt x="3486" y="79"/>
                      <a:pt x="2791" y="42"/>
                    </a:cubicBezTo>
                    <a:cubicBezTo>
                      <a:pt x="2095" y="1"/>
                      <a:pt x="1507" y="394"/>
                      <a:pt x="1482" y="907"/>
                    </a:cubicBezTo>
                    <a:cubicBezTo>
                      <a:pt x="1466" y="1180"/>
                      <a:pt x="1611" y="1429"/>
                      <a:pt x="1860" y="1614"/>
                    </a:cubicBezTo>
                    <a:cubicBezTo>
                      <a:pt x="1768" y="1822"/>
                      <a:pt x="1718" y="2058"/>
                      <a:pt x="1718" y="2322"/>
                    </a:cubicBezTo>
                    <a:cubicBezTo>
                      <a:pt x="1731" y="2401"/>
                      <a:pt x="1731" y="2479"/>
                      <a:pt x="1743" y="2558"/>
                    </a:cubicBezTo>
                    <a:cubicBezTo>
                      <a:pt x="1690" y="2372"/>
                      <a:pt x="1586" y="2256"/>
                      <a:pt x="1375" y="2202"/>
                    </a:cubicBezTo>
                    <a:cubicBezTo>
                      <a:pt x="866" y="2099"/>
                      <a:pt x="315" y="2636"/>
                      <a:pt x="158" y="3394"/>
                    </a:cubicBezTo>
                    <a:cubicBezTo>
                      <a:pt x="1" y="4156"/>
                      <a:pt x="287" y="4863"/>
                      <a:pt x="800" y="4967"/>
                    </a:cubicBezTo>
                    <a:cubicBezTo>
                      <a:pt x="903" y="4995"/>
                      <a:pt x="982" y="4980"/>
                      <a:pt x="1061" y="4967"/>
                    </a:cubicBezTo>
                    <a:cubicBezTo>
                      <a:pt x="1010" y="5203"/>
                      <a:pt x="1035" y="5492"/>
                      <a:pt x="1139" y="5766"/>
                    </a:cubicBezTo>
                    <a:cubicBezTo>
                      <a:pt x="1363" y="6370"/>
                      <a:pt x="1900" y="6725"/>
                      <a:pt x="2331" y="6568"/>
                    </a:cubicBezTo>
                    <a:cubicBezTo>
                      <a:pt x="2529" y="6489"/>
                      <a:pt x="2662" y="6332"/>
                      <a:pt x="2740" y="6121"/>
                    </a:cubicBezTo>
                    <a:cubicBezTo>
                      <a:pt x="3001" y="6659"/>
                      <a:pt x="3511" y="6974"/>
                      <a:pt x="3957" y="6816"/>
                    </a:cubicBezTo>
                    <a:cubicBezTo>
                      <a:pt x="4429" y="6647"/>
                      <a:pt x="4640" y="6002"/>
                      <a:pt x="4429" y="5360"/>
                    </a:cubicBezTo>
                    <a:cubicBezTo>
                      <a:pt x="4653" y="5360"/>
                      <a:pt x="4901" y="5269"/>
                      <a:pt x="5124" y="5087"/>
                    </a:cubicBezTo>
                    <a:cubicBezTo>
                      <a:pt x="5083" y="5190"/>
                      <a:pt x="5046" y="5310"/>
                      <a:pt x="5020" y="5426"/>
                    </a:cubicBezTo>
                    <a:cubicBezTo>
                      <a:pt x="4863" y="6187"/>
                      <a:pt x="5149" y="6895"/>
                      <a:pt x="5675" y="6999"/>
                    </a:cubicBezTo>
                    <a:cubicBezTo>
                      <a:pt x="5728" y="7011"/>
                      <a:pt x="5778" y="7011"/>
                      <a:pt x="5832" y="7011"/>
                    </a:cubicBezTo>
                    <a:cubicBezTo>
                      <a:pt x="5609" y="7288"/>
                      <a:pt x="5555" y="7760"/>
                      <a:pt x="5728" y="8219"/>
                    </a:cubicBezTo>
                    <a:cubicBezTo>
                      <a:pt x="5948" y="8820"/>
                      <a:pt x="6486" y="9175"/>
                      <a:pt x="6920" y="9005"/>
                    </a:cubicBezTo>
                    <a:close/>
                    <a:moveTo>
                      <a:pt x="2633" y="4995"/>
                    </a:moveTo>
                    <a:cubicBezTo>
                      <a:pt x="2372" y="4495"/>
                      <a:pt x="1900" y="4234"/>
                      <a:pt x="1507" y="4379"/>
                    </a:cubicBezTo>
                    <a:cubicBezTo>
                      <a:pt x="1573" y="4193"/>
                      <a:pt x="1624" y="3973"/>
                      <a:pt x="1677" y="3737"/>
                    </a:cubicBezTo>
                    <a:cubicBezTo>
                      <a:pt x="1756" y="3328"/>
                      <a:pt x="1822" y="2951"/>
                      <a:pt x="1768" y="2674"/>
                    </a:cubicBezTo>
                    <a:cubicBezTo>
                      <a:pt x="1900" y="3133"/>
                      <a:pt x="2228" y="3473"/>
                      <a:pt x="2608" y="3460"/>
                    </a:cubicBezTo>
                    <a:cubicBezTo>
                      <a:pt x="2753" y="3448"/>
                      <a:pt x="2897" y="3394"/>
                      <a:pt x="3014" y="3291"/>
                    </a:cubicBezTo>
                    <a:cubicBezTo>
                      <a:pt x="3212" y="3564"/>
                      <a:pt x="3618" y="3750"/>
                      <a:pt x="4090" y="3737"/>
                    </a:cubicBezTo>
                    <a:cubicBezTo>
                      <a:pt x="4077" y="3762"/>
                      <a:pt x="4049" y="3788"/>
                      <a:pt x="4036" y="3800"/>
                    </a:cubicBezTo>
                    <a:cubicBezTo>
                      <a:pt x="3879" y="4036"/>
                      <a:pt x="3800" y="4288"/>
                      <a:pt x="3775" y="4508"/>
                    </a:cubicBezTo>
                    <a:cubicBezTo>
                      <a:pt x="3564" y="4391"/>
                      <a:pt x="3341" y="4366"/>
                      <a:pt x="3118" y="4429"/>
                    </a:cubicBezTo>
                    <a:cubicBezTo>
                      <a:pt x="2882" y="4524"/>
                      <a:pt x="2712" y="4731"/>
                      <a:pt x="2633" y="499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6"/>
              <p:cNvSpPr/>
              <p:nvPr/>
            </p:nvSpPr>
            <p:spPr>
              <a:xfrm>
                <a:off x="3120004" y="1394137"/>
                <a:ext cx="138300" cy="165906"/>
              </a:xfrm>
              <a:custGeom>
                <a:rect b="b" l="l" r="r" t="t"/>
                <a:pathLst>
                  <a:path extrusionOk="0" h="2488" w="2074">
                    <a:moveTo>
                      <a:pt x="1680" y="2252"/>
                    </a:moveTo>
                    <a:cubicBezTo>
                      <a:pt x="2058" y="2016"/>
                      <a:pt x="2073" y="1362"/>
                      <a:pt x="1718" y="811"/>
                    </a:cubicBezTo>
                    <a:cubicBezTo>
                      <a:pt x="1366" y="248"/>
                      <a:pt x="774" y="0"/>
                      <a:pt x="394" y="236"/>
                    </a:cubicBezTo>
                    <a:cubicBezTo>
                      <a:pt x="29" y="472"/>
                      <a:pt x="1" y="1113"/>
                      <a:pt x="356" y="1676"/>
                    </a:cubicBezTo>
                    <a:cubicBezTo>
                      <a:pt x="708" y="2227"/>
                      <a:pt x="1300" y="2488"/>
                      <a:pt x="1680" y="2252"/>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6"/>
              <p:cNvSpPr/>
              <p:nvPr/>
            </p:nvSpPr>
            <p:spPr>
              <a:xfrm>
                <a:off x="3912802" y="1778567"/>
                <a:ext cx="133632" cy="174775"/>
              </a:xfrm>
              <a:custGeom>
                <a:rect b="b" l="l" r="r" t="t"/>
                <a:pathLst>
                  <a:path extrusionOk="0" h="2621" w="2004">
                    <a:moveTo>
                      <a:pt x="79" y="1205"/>
                    </a:moveTo>
                    <a:cubicBezTo>
                      <a:pt x="0" y="1900"/>
                      <a:pt x="353" y="2504"/>
                      <a:pt x="853" y="2570"/>
                    </a:cubicBezTo>
                    <a:cubicBezTo>
                      <a:pt x="1362" y="2620"/>
                      <a:pt x="1847" y="2111"/>
                      <a:pt x="1925" y="1428"/>
                    </a:cubicBezTo>
                    <a:cubicBezTo>
                      <a:pt x="2004" y="733"/>
                      <a:pt x="1664" y="117"/>
                      <a:pt x="1151" y="66"/>
                    </a:cubicBezTo>
                    <a:cubicBezTo>
                      <a:pt x="642" y="0"/>
                      <a:pt x="170" y="510"/>
                      <a:pt x="79" y="120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6"/>
              <p:cNvSpPr/>
              <p:nvPr/>
            </p:nvSpPr>
            <p:spPr>
              <a:xfrm>
                <a:off x="3288646" y="1628996"/>
                <a:ext cx="139100" cy="176642"/>
              </a:xfrm>
              <a:custGeom>
                <a:rect b="b" l="l" r="r" t="t"/>
                <a:pathLst>
                  <a:path extrusionOk="0" h="2649" w="2086">
                    <a:moveTo>
                      <a:pt x="1626" y="2438"/>
                    </a:moveTo>
                    <a:cubicBezTo>
                      <a:pt x="2020" y="2231"/>
                      <a:pt x="2086" y="1561"/>
                      <a:pt x="1759" y="944"/>
                    </a:cubicBezTo>
                    <a:cubicBezTo>
                      <a:pt x="1431" y="331"/>
                      <a:pt x="840" y="1"/>
                      <a:pt x="447" y="211"/>
                    </a:cubicBezTo>
                    <a:cubicBezTo>
                      <a:pt x="54" y="422"/>
                      <a:pt x="0" y="1089"/>
                      <a:pt x="331" y="1705"/>
                    </a:cubicBezTo>
                    <a:cubicBezTo>
                      <a:pt x="658" y="2322"/>
                      <a:pt x="1233" y="2649"/>
                      <a:pt x="1626" y="243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6"/>
              <p:cNvSpPr/>
              <p:nvPr/>
            </p:nvSpPr>
            <p:spPr>
              <a:xfrm>
                <a:off x="3111402" y="1595854"/>
                <a:ext cx="141634" cy="107692"/>
              </a:xfrm>
              <a:custGeom>
                <a:rect b="b" l="l" r="r" t="t"/>
                <a:pathLst>
                  <a:path extrusionOk="0" h="1615" w="2124">
                    <a:moveTo>
                      <a:pt x="969" y="1561"/>
                    </a:moveTo>
                    <a:cubicBezTo>
                      <a:pt x="1532" y="1614"/>
                      <a:pt x="2029" y="1337"/>
                      <a:pt x="2070" y="919"/>
                    </a:cubicBezTo>
                    <a:cubicBezTo>
                      <a:pt x="2124" y="513"/>
                      <a:pt x="1702" y="133"/>
                      <a:pt x="1139" y="67"/>
                    </a:cubicBezTo>
                    <a:cubicBezTo>
                      <a:pt x="576" y="1"/>
                      <a:pt x="92" y="290"/>
                      <a:pt x="38" y="696"/>
                    </a:cubicBezTo>
                    <a:cubicBezTo>
                      <a:pt x="1" y="1114"/>
                      <a:pt x="419" y="1495"/>
                      <a:pt x="969" y="15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6" name="Google Shape;1076;p26"/>
              <p:cNvSpPr/>
              <p:nvPr/>
            </p:nvSpPr>
            <p:spPr>
              <a:xfrm>
                <a:off x="3256372" y="1413208"/>
                <a:ext cx="170574" cy="192379"/>
              </a:xfrm>
              <a:custGeom>
                <a:rect b="b" l="l" r="r" t="t"/>
                <a:pathLst>
                  <a:path extrusionOk="0" h="2885" w="2558">
                    <a:moveTo>
                      <a:pt x="2136" y="327"/>
                    </a:moveTo>
                    <a:cubicBezTo>
                      <a:pt x="1717" y="0"/>
                      <a:pt x="1299" y="434"/>
                      <a:pt x="827" y="1051"/>
                    </a:cubicBezTo>
                    <a:cubicBezTo>
                      <a:pt x="343" y="1664"/>
                      <a:pt x="0" y="2230"/>
                      <a:pt x="421" y="2557"/>
                    </a:cubicBezTo>
                    <a:cubicBezTo>
                      <a:pt x="840" y="2884"/>
                      <a:pt x="1560" y="2648"/>
                      <a:pt x="2032" y="2032"/>
                    </a:cubicBezTo>
                    <a:cubicBezTo>
                      <a:pt x="2516" y="1416"/>
                      <a:pt x="2557" y="642"/>
                      <a:pt x="2136" y="32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7" name="Google Shape;1077;p26"/>
              <p:cNvSpPr/>
              <p:nvPr/>
            </p:nvSpPr>
            <p:spPr>
              <a:xfrm>
                <a:off x="3635840" y="1588802"/>
                <a:ext cx="140633" cy="143767"/>
              </a:xfrm>
              <a:custGeom>
                <a:rect b="b" l="l" r="r" t="t"/>
                <a:pathLst>
                  <a:path extrusionOk="0" h="2156" w="2109">
                    <a:moveTo>
                      <a:pt x="1337" y="0"/>
                    </a:moveTo>
                    <a:cubicBezTo>
                      <a:pt x="1004" y="0"/>
                      <a:pt x="626" y="223"/>
                      <a:pt x="366" y="604"/>
                    </a:cubicBezTo>
                    <a:cubicBezTo>
                      <a:pt x="1" y="1129"/>
                      <a:pt x="13" y="1783"/>
                      <a:pt x="394" y="2044"/>
                    </a:cubicBezTo>
                    <a:cubicBezTo>
                      <a:pt x="502" y="2120"/>
                      <a:pt x="629" y="2155"/>
                      <a:pt x="764" y="2155"/>
                    </a:cubicBezTo>
                    <a:cubicBezTo>
                      <a:pt x="1102" y="2155"/>
                      <a:pt x="1489" y="1932"/>
                      <a:pt x="1743" y="1547"/>
                    </a:cubicBezTo>
                    <a:cubicBezTo>
                      <a:pt x="2108" y="1022"/>
                      <a:pt x="2096" y="380"/>
                      <a:pt x="1715" y="119"/>
                    </a:cubicBezTo>
                    <a:cubicBezTo>
                      <a:pt x="1604" y="38"/>
                      <a:pt x="1475" y="0"/>
                      <a:pt x="133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6"/>
              <p:cNvSpPr/>
              <p:nvPr/>
            </p:nvSpPr>
            <p:spPr>
              <a:xfrm>
                <a:off x="3503740" y="1449900"/>
                <a:ext cx="115427" cy="155570"/>
              </a:xfrm>
              <a:custGeom>
                <a:rect b="b" l="l" r="r" t="t"/>
                <a:pathLst>
                  <a:path extrusionOk="0" h="2333" w="1731">
                    <a:moveTo>
                      <a:pt x="845" y="1"/>
                    </a:moveTo>
                    <a:cubicBezTo>
                      <a:pt x="839" y="1"/>
                      <a:pt x="833" y="1"/>
                      <a:pt x="827" y="1"/>
                    </a:cubicBezTo>
                    <a:cubicBezTo>
                      <a:pt x="368" y="13"/>
                      <a:pt x="0" y="551"/>
                      <a:pt x="29" y="1193"/>
                    </a:cubicBezTo>
                    <a:cubicBezTo>
                      <a:pt x="53" y="1830"/>
                      <a:pt x="426" y="2333"/>
                      <a:pt x="870" y="2333"/>
                    </a:cubicBezTo>
                    <a:cubicBezTo>
                      <a:pt x="882" y="2333"/>
                      <a:pt x="894" y="2332"/>
                      <a:pt x="906" y="2331"/>
                    </a:cubicBezTo>
                    <a:cubicBezTo>
                      <a:pt x="1378" y="2319"/>
                      <a:pt x="1730" y="1781"/>
                      <a:pt x="1705" y="1139"/>
                    </a:cubicBezTo>
                    <a:cubicBezTo>
                      <a:pt x="1680" y="493"/>
                      <a:pt x="1296" y="1"/>
                      <a:pt x="845"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6"/>
              <p:cNvSpPr/>
              <p:nvPr/>
            </p:nvSpPr>
            <p:spPr>
              <a:xfrm>
                <a:off x="3451260" y="1664087"/>
                <a:ext cx="135566" cy="151303"/>
              </a:xfrm>
              <a:custGeom>
                <a:rect b="b" l="l" r="r" t="t"/>
                <a:pathLst>
                  <a:path extrusionOk="0" h="2269" w="2033">
                    <a:moveTo>
                      <a:pt x="819" y="1"/>
                    </a:moveTo>
                    <a:cubicBezTo>
                      <a:pt x="746" y="1"/>
                      <a:pt x="674" y="13"/>
                      <a:pt x="605" y="38"/>
                    </a:cubicBezTo>
                    <a:cubicBezTo>
                      <a:pt x="174" y="208"/>
                      <a:pt x="1" y="824"/>
                      <a:pt x="237" y="1428"/>
                    </a:cubicBezTo>
                    <a:cubicBezTo>
                      <a:pt x="423" y="1929"/>
                      <a:pt x="828" y="2268"/>
                      <a:pt x="1210" y="2268"/>
                    </a:cubicBezTo>
                    <a:cubicBezTo>
                      <a:pt x="1285" y="2268"/>
                      <a:pt x="1360" y="2255"/>
                      <a:pt x="1432" y="2227"/>
                    </a:cubicBezTo>
                    <a:cubicBezTo>
                      <a:pt x="1863" y="2057"/>
                      <a:pt x="2033" y="1441"/>
                      <a:pt x="1797" y="837"/>
                    </a:cubicBezTo>
                    <a:cubicBezTo>
                      <a:pt x="1609" y="332"/>
                      <a:pt x="1202" y="1"/>
                      <a:pt x="819"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6"/>
              <p:cNvSpPr/>
              <p:nvPr/>
            </p:nvSpPr>
            <p:spPr>
              <a:xfrm>
                <a:off x="3851695" y="1522251"/>
                <a:ext cx="135566" cy="151303"/>
              </a:xfrm>
              <a:custGeom>
                <a:rect b="b" l="l" r="r" t="t"/>
                <a:pathLst>
                  <a:path extrusionOk="0" h="2269" w="2033">
                    <a:moveTo>
                      <a:pt x="823" y="0"/>
                    </a:moveTo>
                    <a:cubicBezTo>
                      <a:pt x="748" y="0"/>
                      <a:pt x="673" y="14"/>
                      <a:pt x="601" y="42"/>
                    </a:cubicBezTo>
                    <a:cubicBezTo>
                      <a:pt x="157" y="199"/>
                      <a:pt x="0" y="828"/>
                      <a:pt x="224" y="1432"/>
                    </a:cubicBezTo>
                    <a:cubicBezTo>
                      <a:pt x="422" y="1937"/>
                      <a:pt x="831" y="2268"/>
                      <a:pt x="1214" y="2268"/>
                    </a:cubicBezTo>
                    <a:cubicBezTo>
                      <a:pt x="1287" y="2268"/>
                      <a:pt x="1359" y="2256"/>
                      <a:pt x="1428" y="2231"/>
                    </a:cubicBezTo>
                    <a:cubicBezTo>
                      <a:pt x="1859" y="2061"/>
                      <a:pt x="2032" y="1445"/>
                      <a:pt x="1796" y="841"/>
                    </a:cubicBezTo>
                    <a:cubicBezTo>
                      <a:pt x="1610" y="339"/>
                      <a:pt x="1205" y="0"/>
                      <a:pt x="82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6"/>
              <p:cNvSpPr/>
              <p:nvPr/>
            </p:nvSpPr>
            <p:spPr>
              <a:xfrm>
                <a:off x="3715327" y="1439164"/>
                <a:ext cx="134499" cy="151303"/>
              </a:xfrm>
              <a:custGeom>
                <a:rect b="b" l="l" r="r" t="t"/>
                <a:pathLst>
                  <a:path extrusionOk="0" h="2269" w="2017">
                    <a:moveTo>
                      <a:pt x="811" y="1"/>
                    </a:moveTo>
                    <a:cubicBezTo>
                      <a:pt x="736" y="1"/>
                      <a:pt x="661" y="14"/>
                      <a:pt x="589" y="42"/>
                    </a:cubicBezTo>
                    <a:cubicBezTo>
                      <a:pt x="158" y="212"/>
                      <a:pt x="1" y="829"/>
                      <a:pt x="224" y="1432"/>
                    </a:cubicBezTo>
                    <a:cubicBezTo>
                      <a:pt x="422" y="1939"/>
                      <a:pt x="830" y="2269"/>
                      <a:pt x="1213" y="2269"/>
                    </a:cubicBezTo>
                    <a:cubicBezTo>
                      <a:pt x="1287" y="2269"/>
                      <a:pt x="1359" y="2257"/>
                      <a:pt x="1429" y="2231"/>
                    </a:cubicBezTo>
                    <a:cubicBezTo>
                      <a:pt x="1860" y="2061"/>
                      <a:pt x="2017" y="1445"/>
                      <a:pt x="1797" y="841"/>
                    </a:cubicBezTo>
                    <a:cubicBezTo>
                      <a:pt x="1600" y="340"/>
                      <a:pt x="1193" y="1"/>
                      <a:pt x="81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6"/>
              <p:cNvSpPr/>
              <p:nvPr/>
            </p:nvSpPr>
            <p:spPr>
              <a:xfrm>
                <a:off x="3757271" y="1827128"/>
                <a:ext cx="135566" cy="151369"/>
              </a:xfrm>
              <a:custGeom>
                <a:rect b="b" l="l" r="r" t="t"/>
                <a:pathLst>
                  <a:path extrusionOk="0" h="2270" w="2033">
                    <a:moveTo>
                      <a:pt x="828" y="1"/>
                    </a:moveTo>
                    <a:cubicBezTo>
                      <a:pt x="751" y="1"/>
                      <a:pt x="675" y="14"/>
                      <a:pt x="602" y="43"/>
                    </a:cubicBezTo>
                    <a:cubicBezTo>
                      <a:pt x="171" y="200"/>
                      <a:pt x="1" y="829"/>
                      <a:pt x="237" y="1433"/>
                    </a:cubicBezTo>
                    <a:cubicBezTo>
                      <a:pt x="424" y="1940"/>
                      <a:pt x="831" y="2269"/>
                      <a:pt x="1213" y="2269"/>
                    </a:cubicBezTo>
                    <a:cubicBezTo>
                      <a:pt x="1287" y="2269"/>
                      <a:pt x="1359" y="2257"/>
                      <a:pt x="1429" y="2232"/>
                    </a:cubicBezTo>
                    <a:cubicBezTo>
                      <a:pt x="1860" y="2062"/>
                      <a:pt x="2033" y="1446"/>
                      <a:pt x="1797" y="842"/>
                    </a:cubicBezTo>
                    <a:cubicBezTo>
                      <a:pt x="1611" y="332"/>
                      <a:pt x="1208" y="1"/>
                      <a:pt x="82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6"/>
              <p:cNvSpPr/>
              <p:nvPr/>
            </p:nvSpPr>
            <p:spPr>
              <a:xfrm>
                <a:off x="3079033" y="1423960"/>
                <a:ext cx="138233" cy="146435"/>
              </a:xfrm>
              <a:custGeom>
                <a:rect b="b" l="l" r="r" t="t"/>
                <a:pathLst>
                  <a:path extrusionOk="0" h="2196" w="2073">
                    <a:moveTo>
                      <a:pt x="712" y="1"/>
                    </a:moveTo>
                    <a:cubicBezTo>
                      <a:pt x="597" y="1"/>
                      <a:pt x="489" y="29"/>
                      <a:pt x="393" y="88"/>
                    </a:cubicBezTo>
                    <a:cubicBezTo>
                      <a:pt x="16" y="336"/>
                      <a:pt x="0" y="978"/>
                      <a:pt x="356" y="1528"/>
                    </a:cubicBezTo>
                    <a:cubicBezTo>
                      <a:pt x="619" y="1949"/>
                      <a:pt x="1015" y="2195"/>
                      <a:pt x="1357" y="2195"/>
                    </a:cubicBezTo>
                    <a:cubicBezTo>
                      <a:pt x="1473" y="2195"/>
                      <a:pt x="1583" y="2167"/>
                      <a:pt x="1680" y="2107"/>
                    </a:cubicBezTo>
                    <a:cubicBezTo>
                      <a:pt x="2045" y="1871"/>
                      <a:pt x="2073" y="1226"/>
                      <a:pt x="1718" y="663"/>
                    </a:cubicBezTo>
                    <a:cubicBezTo>
                      <a:pt x="1453" y="251"/>
                      <a:pt x="1055" y="1"/>
                      <a:pt x="71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4" name="Google Shape;1084;p26"/>
              <p:cNvSpPr/>
              <p:nvPr/>
            </p:nvSpPr>
            <p:spPr>
              <a:xfrm>
                <a:off x="3109641" y="1441098"/>
                <a:ext cx="73484" cy="108492"/>
              </a:xfrm>
              <a:custGeom>
                <a:rect b="b" l="l" r="r" t="t"/>
                <a:pathLst>
                  <a:path extrusionOk="0" h="1627" w="1102">
                    <a:moveTo>
                      <a:pt x="41" y="1"/>
                    </a:moveTo>
                    <a:cubicBezTo>
                      <a:pt x="54" y="1"/>
                      <a:pt x="54" y="54"/>
                      <a:pt x="66" y="120"/>
                    </a:cubicBezTo>
                    <a:cubicBezTo>
                      <a:pt x="79" y="199"/>
                      <a:pt x="107" y="303"/>
                      <a:pt x="158" y="406"/>
                    </a:cubicBezTo>
                    <a:cubicBezTo>
                      <a:pt x="211" y="513"/>
                      <a:pt x="290" y="605"/>
                      <a:pt x="394" y="683"/>
                    </a:cubicBezTo>
                    <a:cubicBezTo>
                      <a:pt x="485" y="762"/>
                      <a:pt x="604" y="800"/>
                      <a:pt x="708" y="866"/>
                    </a:cubicBezTo>
                    <a:cubicBezTo>
                      <a:pt x="815" y="919"/>
                      <a:pt x="919" y="998"/>
                      <a:pt x="997" y="1102"/>
                    </a:cubicBezTo>
                    <a:cubicBezTo>
                      <a:pt x="1035" y="1155"/>
                      <a:pt x="1064" y="1205"/>
                      <a:pt x="1076" y="1259"/>
                    </a:cubicBezTo>
                    <a:cubicBezTo>
                      <a:pt x="1089" y="1325"/>
                      <a:pt x="1101" y="1378"/>
                      <a:pt x="1089" y="1416"/>
                    </a:cubicBezTo>
                    <a:cubicBezTo>
                      <a:pt x="1076" y="1507"/>
                      <a:pt x="1023" y="1573"/>
                      <a:pt x="985" y="1598"/>
                    </a:cubicBezTo>
                    <a:cubicBezTo>
                      <a:pt x="944" y="1627"/>
                      <a:pt x="919" y="1614"/>
                      <a:pt x="906" y="1598"/>
                    </a:cubicBezTo>
                    <a:cubicBezTo>
                      <a:pt x="894" y="1573"/>
                      <a:pt x="957" y="1520"/>
                      <a:pt x="944" y="1403"/>
                    </a:cubicBezTo>
                    <a:cubicBezTo>
                      <a:pt x="944" y="1337"/>
                      <a:pt x="919" y="1284"/>
                      <a:pt x="865" y="1221"/>
                    </a:cubicBezTo>
                    <a:cubicBezTo>
                      <a:pt x="815" y="1155"/>
                      <a:pt x="736" y="1089"/>
                      <a:pt x="629" y="1035"/>
                    </a:cubicBezTo>
                    <a:cubicBezTo>
                      <a:pt x="538" y="985"/>
                      <a:pt x="406" y="919"/>
                      <a:pt x="290" y="812"/>
                    </a:cubicBezTo>
                    <a:cubicBezTo>
                      <a:pt x="170" y="708"/>
                      <a:pt x="92" y="576"/>
                      <a:pt x="54" y="447"/>
                    </a:cubicBezTo>
                    <a:cubicBezTo>
                      <a:pt x="0" y="315"/>
                      <a:pt x="0" y="199"/>
                      <a:pt x="0" y="120"/>
                    </a:cubicBezTo>
                    <a:cubicBezTo>
                      <a:pt x="13" y="42"/>
                      <a:pt x="29" y="1"/>
                      <a:pt x="41"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5" name="Google Shape;1085;p26"/>
              <p:cNvSpPr/>
              <p:nvPr/>
            </p:nvSpPr>
            <p:spPr>
              <a:xfrm>
                <a:off x="3894439" y="1802656"/>
                <a:ext cx="133698" cy="167640"/>
              </a:xfrm>
              <a:custGeom>
                <a:rect b="b" l="l" r="r" t="t"/>
                <a:pathLst>
                  <a:path extrusionOk="0" h="2514" w="2005">
                    <a:moveTo>
                      <a:pt x="1082" y="0"/>
                    </a:moveTo>
                    <a:cubicBezTo>
                      <a:pt x="597" y="0"/>
                      <a:pt x="154" y="496"/>
                      <a:pt x="79" y="1146"/>
                    </a:cubicBezTo>
                    <a:cubicBezTo>
                      <a:pt x="1" y="1838"/>
                      <a:pt x="341" y="2454"/>
                      <a:pt x="853" y="2508"/>
                    </a:cubicBezTo>
                    <a:cubicBezTo>
                      <a:pt x="883" y="2512"/>
                      <a:pt x="912" y="2513"/>
                      <a:pt x="942" y="2513"/>
                    </a:cubicBezTo>
                    <a:cubicBezTo>
                      <a:pt x="1418" y="2513"/>
                      <a:pt x="1852" y="2021"/>
                      <a:pt x="1926" y="1366"/>
                    </a:cubicBezTo>
                    <a:cubicBezTo>
                      <a:pt x="2004" y="674"/>
                      <a:pt x="1665" y="70"/>
                      <a:pt x="1155" y="4"/>
                    </a:cubicBezTo>
                    <a:cubicBezTo>
                      <a:pt x="1131" y="2"/>
                      <a:pt x="1106" y="0"/>
                      <a:pt x="1082"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6" name="Google Shape;1086;p26"/>
              <p:cNvSpPr/>
              <p:nvPr/>
            </p:nvSpPr>
            <p:spPr>
              <a:xfrm>
                <a:off x="3943318" y="1816126"/>
                <a:ext cx="31541" cy="130098"/>
              </a:xfrm>
              <a:custGeom>
                <a:rect b="b" l="l" r="r" t="t"/>
                <a:pathLst>
                  <a:path extrusionOk="0" h="1951" w="473">
                    <a:moveTo>
                      <a:pt x="394" y="0"/>
                    </a:moveTo>
                    <a:cubicBezTo>
                      <a:pt x="394" y="13"/>
                      <a:pt x="369" y="51"/>
                      <a:pt x="328" y="129"/>
                    </a:cubicBezTo>
                    <a:cubicBezTo>
                      <a:pt x="290" y="195"/>
                      <a:pt x="237" y="299"/>
                      <a:pt x="211" y="419"/>
                    </a:cubicBezTo>
                    <a:cubicBezTo>
                      <a:pt x="186" y="535"/>
                      <a:pt x="186" y="680"/>
                      <a:pt x="211" y="799"/>
                    </a:cubicBezTo>
                    <a:cubicBezTo>
                      <a:pt x="249" y="916"/>
                      <a:pt x="328" y="1048"/>
                      <a:pt x="381" y="1164"/>
                    </a:cubicBezTo>
                    <a:cubicBezTo>
                      <a:pt x="435" y="1284"/>
                      <a:pt x="472" y="1416"/>
                      <a:pt x="460" y="1545"/>
                    </a:cubicBezTo>
                    <a:cubicBezTo>
                      <a:pt x="460" y="1623"/>
                      <a:pt x="447" y="1677"/>
                      <a:pt x="422" y="1743"/>
                    </a:cubicBezTo>
                    <a:cubicBezTo>
                      <a:pt x="394" y="1793"/>
                      <a:pt x="356" y="1834"/>
                      <a:pt x="315" y="1872"/>
                    </a:cubicBezTo>
                    <a:cubicBezTo>
                      <a:pt x="237" y="1938"/>
                      <a:pt x="158" y="1950"/>
                      <a:pt x="92" y="1950"/>
                    </a:cubicBezTo>
                    <a:cubicBezTo>
                      <a:pt x="42" y="1938"/>
                      <a:pt x="13" y="1913"/>
                      <a:pt x="29" y="1900"/>
                    </a:cubicBezTo>
                    <a:cubicBezTo>
                      <a:pt x="29" y="1872"/>
                      <a:pt x="120" y="1872"/>
                      <a:pt x="199" y="1768"/>
                    </a:cubicBezTo>
                    <a:cubicBezTo>
                      <a:pt x="237" y="1714"/>
                      <a:pt x="265" y="1652"/>
                      <a:pt x="265" y="1557"/>
                    </a:cubicBezTo>
                    <a:cubicBezTo>
                      <a:pt x="265" y="1466"/>
                      <a:pt x="237" y="1362"/>
                      <a:pt x="186" y="1258"/>
                    </a:cubicBezTo>
                    <a:cubicBezTo>
                      <a:pt x="133" y="1139"/>
                      <a:pt x="67" y="1007"/>
                      <a:pt x="29" y="837"/>
                    </a:cubicBezTo>
                    <a:cubicBezTo>
                      <a:pt x="1" y="680"/>
                      <a:pt x="29" y="510"/>
                      <a:pt x="79" y="378"/>
                    </a:cubicBezTo>
                    <a:cubicBezTo>
                      <a:pt x="133" y="249"/>
                      <a:pt x="211" y="142"/>
                      <a:pt x="277" y="79"/>
                    </a:cubicBezTo>
                    <a:cubicBezTo>
                      <a:pt x="344" y="25"/>
                      <a:pt x="381" y="0"/>
                      <a:pt x="394"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6"/>
              <p:cNvSpPr/>
              <p:nvPr/>
            </p:nvSpPr>
            <p:spPr>
              <a:xfrm>
                <a:off x="3246809" y="1658819"/>
                <a:ext cx="139100" cy="157104"/>
              </a:xfrm>
              <a:custGeom>
                <a:rect b="b" l="l" r="r" t="t"/>
                <a:pathLst>
                  <a:path extrusionOk="0" h="2356" w="2086">
                    <a:moveTo>
                      <a:pt x="721" y="1"/>
                    </a:moveTo>
                    <a:cubicBezTo>
                      <a:pt x="628" y="1"/>
                      <a:pt x="540" y="21"/>
                      <a:pt x="460" y="63"/>
                    </a:cubicBezTo>
                    <a:cubicBezTo>
                      <a:pt x="66" y="274"/>
                      <a:pt x="0" y="944"/>
                      <a:pt x="331" y="1557"/>
                    </a:cubicBezTo>
                    <a:cubicBezTo>
                      <a:pt x="591" y="2048"/>
                      <a:pt x="1017" y="2356"/>
                      <a:pt x="1378" y="2356"/>
                    </a:cubicBezTo>
                    <a:cubicBezTo>
                      <a:pt x="1471" y="2356"/>
                      <a:pt x="1559" y="2336"/>
                      <a:pt x="1639" y="2293"/>
                    </a:cubicBezTo>
                    <a:cubicBezTo>
                      <a:pt x="2032" y="2083"/>
                      <a:pt x="2086" y="1416"/>
                      <a:pt x="1771" y="799"/>
                    </a:cubicBezTo>
                    <a:cubicBezTo>
                      <a:pt x="1511" y="308"/>
                      <a:pt x="1083" y="1"/>
                      <a:pt x="72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6"/>
              <p:cNvSpPr/>
              <p:nvPr/>
            </p:nvSpPr>
            <p:spPr>
              <a:xfrm>
                <a:off x="3268814" y="1674557"/>
                <a:ext cx="82086" cy="125897"/>
              </a:xfrm>
              <a:custGeom>
                <a:rect b="b" l="l" r="r" t="t"/>
                <a:pathLst>
                  <a:path extrusionOk="0" h="1888" w="1231">
                    <a:moveTo>
                      <a:pt x="1230" y="1872"/>
                    </a:moveTo>
                    <a:cubicBezTo>
                      <a:pt x="1230" y="1887"/>
                      <a:pt x="1164" y="1887"/>
                      <a:pt x="1073" y="1859"/>
                    </a:cubicBezTo>
                    <a:cubicBezTo>
                      <a:pt x="982" y="1834"/>
                      <a:pt x="850" y="1780"/>
                      <a:pt x="733" y="1664"/>
                    </a:cubicBezTo>
                    <a:cubicBezTo>
                      <a:pt x="680" y="1598"/>
                      <a:pt x="630" y="1532"/>
                      <a:pt x="589" y="1453"/>
                    </a:cubicBezTo>
                    <a:cubicBezTo>
                      <a:pt x="564" y="1416"/>
                      <a:pt x="551" y="1362"/>
                      <a:pt x="535" y="1309"/>
                    </a:cubicBezTo>
                    <a:cubicBezTo>
                      <a:pt x="535" y="1243"/>
                      <a:pt x="551" y="1192"/>
                      <a:pt x="564" y="1151"/>
                    </a:cubicBezTo>
                    <a:cubicBezTo>
                      <a:pt x="576" y="1114"/>
                      <a:pt x="589" y="1073"/>
                      <a:pt x="589" y="1035"/>
                    </a:cubicBezTo>
                    <a:cubicBezTo>
                      <a:pt x="601" y="1007"/>
                      <a:pt x="601" y="969"/>
                      <a:pt x="601" y="928"/>
                    </a:cubicBezTo>
                    <a:cubicBezTo>
                      <a:pt x="601" y="865"/>
                      <a:pt x="601" y="799"/>
                      <a:pt x="589" y="733"/>
                    </a:cubicBezTo>
                    <a:cubicBezTo>
                      <a:pt x="551" y="485"/>
                      <a:pt x="394" y="299"/>
                      <a:pt x="249" y="195"/>
                    </a:cubicBezTo>
                    <a:cubicBezTo>
                      <a:pt x="117" y="92"/>
                      <a:pt x="1" y="51"/>
                      <a:pt x="13" y="25"/>
                    </a:cubicBezTo>
                    <a:cubicBezTo>
                      <a:pt x="13" y="0"/>
                      <a:pt x="38" y="0"/>
                      <a:pt x="104" y="0"/>
                    </a:cubicBezTo>
                    <a:cubicBezTo>
                      <a:pt x="158" y="0"/>
                      <a:pt x="237" y="13"/>
                      <a:pt x="328" y="63"/>
                    </a:cubicBezTo>
                    <a:cubicBezTo>
                      <a:pt x="419" y="104"/>
                      <a:pt x="523" y="170"/>
                      <a:pt x="614" y="287"/>
                    </a:cubicBezTo>
                    <a:cubicBezTo>
                      <a:pt x="693" y="393"/>
                      <a:pt x="771" y="535"/>
                      <a:pt x="800" y="692"/>
                    </a:cubicBezTo>
                    <a:cubicBezTo>
                      <a:pt x="812" y="771"/>
                      <a:pt x="825" y="865"/>
                      <a:pt x="812" y="944"/>
                    </a:cubicBezTo>
                    <a:cubicBezTo>
                      <a:pt x="812" y="994"/>
                      <a:pt x="800" y="1035"/>
                      <a:pt x="787" y="1085"/>
                    </a:cubicBezTo>
                    <a:cubicBezTo>
                      <a:pt x="771" y="1126"/>
                      <a:pt x="759" y="1180"/>
                      <a:pt x="746" y="1205"/>
                    </a:cubicBezTo>
                    <a:cubicBezTo>
                      <a:pt x="733" y="1243"/>
                      <a:pt x="721" y="1271"/>
                      <a:pt x="721" y="1296"/>
                    </a:cubicBezTo>
                    <a:cubicBezTo>
                      <a:pt x="721" y="1321"/>
                      <a:pt x="721" y="1350"/>
                      <a:pt x="733" y="1387"/>
                    </a:cubicBezTo>
                    <a:cubicBezTo>
                      <a:pt x="759" y="1453"/>
                      <a:pt x="800" y="1519"/>
                      <a:pt x="837" y="1573"/>
                    </a:cubicBezTo>
                    <a:cubicBezTo>
                      <a:pt x="916" y="1677"/>
                      <a:pt x="1023" y="1755"/>
                      <a:pt x="1101" y="1793"/>
                    </a:cubicBezTo>
                    <a:cubicBezTo>
                      <a:pt x="1180" y="1847"/>
                      <a:pt x="1230" y="1859"/>
                      <a:pt x="1230" y="1872"/>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6"/>
              <p:cNvSpPr/>
              <p:nvPr/>
            </p:nvSpPr>
            <p:spPr>
              <a:xfrm>
                <a:off x="3070431" y="1619809"/>
                <a:ext cx="140767" cy="100757"/>
              </a:xfrm>
              <a:custGeom>
                <a:rect b="b" l="l" r="r" t="t"/>
                <a:pathLst>
                  <a:path extrusionOk="0" h="1511" w="2111">
                    <a:moveTo>
                      <a:pt x="1006" y="1"/>
                    </a:moveTo>
                    <a:cubicBezTo>
                      <a:pt x="502" y="1"/>
                      <a:pt x="87" y="263"/>
                      <a:pt x="38" y="648"/>
                    </a:cubicBezTo>
                    <a:cubicBezTo>
                      <a:pt x="0" y="1057"/>
                      <a:pt x="419" y="1435"/>
                      <a:pt x="969" y="1501"/>
                    </a:cubicBezTo>
                    <a:cubicBezTo>
                      <a:pt x="1023" y="1507"/>
                      <a:pt x="1076" y="1510"/>
                      <a:pt x="1129" y="1510"/>
                    </a:cubicBezTo>
                    <a:cubicBezTo>
                      <a:pt x="1621" y="1510"/>
                      <a:pt x="2021" y="1238"/>
                      <a:pt x="2070" y="872"/>
                    </a:cubicBezTo>
                    <a:cubicBezTo>
                      <a:pt x="2111" y="453"/>
                      <a:pt x="1702" y="73"/>
                      <a:pt x="1139" y="7"/>
                    </a:cubicBezTo>
                    <a:cubicBezTo>
                      <a:pt x="1094" y="3"/>
                      <a:pt x="1050" y="1"/>
                      <a:pt x="100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6"/>
              <p:cNvSpPr/>
              <p:nvPr/>
            </p:nvSpPr>
            <p:spPr>
              <a:xfrm>
                <a:off x="3083434" y="1650817"/>
                <a:ext cx="113694" cy="39543"/>
              </a:xfrm>
              <a:custGeom>
                <a:rect b="b" l="l" r="r" t="t"/>
                <a:pathLst>
                  <a:path extrusionOk="0" h="593" w="1705">
                    <a:moveTo>
                      <a:pt x="0" y="133"/>
                    </a:moveTo>
                    <a:cubicBezTo>
                      <a:pt x="13" y="133"/>
                      <a:pt x="54" y="158"/>
                      <a:pt x="107" y="212"/>
                    </a:cubicBezTo>
                    <a:cubicBezTo>
                      <a:pt x="158" y="249"/>
                      <a:pt x="236" y="315"/>
                      <a:pt x="343" y="356"/>
                    </a:cubicBezTo>
                    <a:cubicBezTo>
                      <a:pt x="434" y="394"/>
                      <a:pt x="551" y="407"/>
                      <a:pt x="642" y="369"/>
                    </a:cubicBezTo>
                    <a:cubicBezTo>
                      <a:pt x="695" y="341"/>
                      <a:pt x="721" y="315"/>
                      <a:pt x="761" y="278"/>
                    </a:cubicBezTo>
                    <a:cubicBezTo>
                      <a:pt x="799" y="224"/>
                      <a:pt x="853" y="171"/>
                      <a:pt x="906" y="146"/>
                    </a:cubicBezTo>
                    <a:cubicBezTo>
                      <a:pt x="1022" y="67"/>
                      <a:pt x="1142" y="26"/>
                      <a:pt x="1246" y="13"/>
                    </a:cubicBezTo>
                    <a:cubicBezTo>
                      <a:pt x="1312" y="1"/>
                      <a:pt x="1350" y="1"/>
                      <a:pt x="1403" y="13"/>
                    </a:cubicBezTo>
                    <a:cubicBezTo>
                      <a:pt x="1469" y="13"/>
                      <a:pt x="1507" y="26"/>
                      <a:pt x="1548" y="54"/>
                    </a:cubicBezTo>
                    <a:cubicBezTo>
                      <a:pt x="1626" y="92"/>
                      <a:pt x="1680" y="158"/>
                      <a:pt x="1692" y="212"/>
                    </a:cubicBezTo>
                    <a:cubicBezTo>
                      <a:pt x="1705" y="262"/>
                      <a:pt x="1692" y="290"/>
                      <a:pt x="1680" y="290"/>
                    </a:cubicBezTo>
                    <a:cubicBezTo>
                      <a:pt x="1652" y="290"/>
                      <a:pt x="1639" y="278"/>
                      <a:pt x="1614" y="249"/>
                    </a:cubicBezTo>
                    <a:cubicBezTo>
                      <a:pt x="1585" y="237"/>
                      <a:pt x="1560" y="212"/>
                      <a:pt x="1494" y="199"/>
                    </a:cubicBezTo>
                    <a:cubicBezTo>
                      <a:pt x="1444" y="183"/>
                      <a:pt x="1378" y="183"/>
                      <a:pt x="1287" y="212"/>
                    </a:cubicBezTo>
                    <a:cubicBezTo>
                      <a:pt x="1208" y="224"/>
                      <a:pt x="1114" y="262"/>
                      <a:pt x="1035" y="315"/>
                    </a:cubicBezTo>
                    <a:cubicBezTo>
                      <a:pt x="997" y="341"/>
                      <a:pt x="956" y="369"/>
                      <a:pt x="906" y="419"/>
                    </a:cubicBezTo>
                    <a:cubicBezTo>
                      <a:pt x="878" y="448"/>
                      <a:pt x="853" y="460"/>
                      <a:pt x="827" y="485"/>
                    </a:cubicBezTo>
                    <a:cubicBezTo>
                      <a:pt x="787" y="514"/>
                      <a:pt x="749" y="526"/>
                      <a:pt x="708" y="539"/>
                    </a:cubicBezTo>
                    <a:cubicBezTo>
                      <a:pt x="551" y="592"/>
                      <a:pt x="393" y="551"/>
                      <a:pt x="277" y="473"/>
                    </a:cubicBezTo>
                    <a:cubicBezTo>
                      <a:pt x="158" y="407"/>
                      <a:pt x="91" y="315"/>
                      <a:pt x="54" y="249"/>
                    </a:cubicBezTo>
                    <a:cubicBezTo>
                      <a:pt x="13" y="183"/>
                      <a:pt x="0" y="146"/>
                      <a:pt x="0" y="13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1" name="Google Shape;1091;p26"/>
              <p:cNvSpPr/>
              <p:nvPr/>
            </p:nvSpPr>
            <p:spPr>
              <a:xfrm>
                <a:off x="3800949" y="1426694"/>
                <a:ext cx="170574" cy="165839"/>
              </a:xfrm>
              <a:custGeom>
                <a:rect b="b" l="l" r="r" t="t"/>
                <a:pathLst>
                  <a:path extrusionOk="0" h="2487" w="2558">
                    <a:moveTo>
                      <a:pt x="1838" y="0"/>
                    </a:moveTo>
                    <a:cubicBezTo>
                      <a:pt x="1516" y="0"/>
                      <a:pt x="1187" y="363"/>
                      <a:pt x="827" y="833"/>
                    </a:cubicBezTo>
                    <a:cubicBezTo>
                      <a:pt x="340" y="1450"/>
                      <a:pt x="0" y="2013"/>
                      <a:pt x="418" y="2340"/>
                    </a:cubicBezTo>
                    <a:cubicBezTo>
                      <a:pt x="547" y="2439"/>
                      <a:pt x="703" y="2487"/>
                      <a:pt x="871" y="2487"/>
                    </a:cubicBezTo>
                    <a:cubicBezTo>
                      <a:pt x="1255" y="2487"/>
                      <a:pt x="1704" y="2239"/>
                      <a:pt x="2032" y="1802"/>
                    </a:cubicBezTo>
                    <a:cubicBezTo>
                      <a:pt x="2516" y="1185"/>
                      <a:pt x="2557" y="427"/>
                      <a:pt x="2136" y="113"/>
                    </a:cubicBezTo>
                    <a:cubicBezTo>
                      <a:pt x="2037" y="35"/>
                      <a:pt x="1937" y="0"/>
                      <a:pt x="183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2" name="Google Shape;1092;p26"/>
              <p:cNvSpPr/>
              <p:nvPr/>
            </p:nvSpPr>
            <p:spPr>
              <a:xfrm>
                <a:off x="3825488" y="1441098"/>
                <a:ext cx="99690" cy="120695"/>
              </a:xfrm>
              <a:custGeom>
                <a:rect b="b" l="l" r="r" t="t"/>
                <a:pathLst>
                  <a:path extrusionOk="0" h="1810" w="1495">
                    <a:moveTo>
                      <a:pt x="0" y="1797"/>
                    </a:moveTo>
                    <a:cubicBezTo>
                      <a:pt x="0" y="1784"/>
                      <a:pt x="50" y="1771"/>
                      <a:pt x="116" y="1718"/>
                    </a:cubicBezTo>
                    <a:cubicBezTo>
                      <a:pt x="195" y="1665"/>
                      <a:pt x="274" y="1586"/>
                      <a:pt x="365" y="1482"/>
                    </a:cubicBezTo>
                    <a:cubicBezTo>
                      <a:pt x="550" y="1271"/>
                      <a:pt x="745" y="1010"/>
                      <a:pt x="890" y="800"/>
                    </a:cubicBezTo>
                    <a:cubicBezTo>
                      <a:pt x="1192" y="369"/>
                      <a:pt x="1403" y="1"/>
                      <a:pt x="1466" y="26"/>
                    </a:cubicBezTo>
                    <a:cubicBezTo>
                      <a:pt x="1494" y="42"/>
                      <a:pt x="1466" y="145"/>
                      <a:pt x="1403" y="303"/>
                    </a:cubicBezTo>
                    <a:cubicBezTo>
                      <a:pt x="1337" y="472"/>
                      <a:pt x="1230" y="683"/>
                      <a:pt x="1073" y="919"/>
                    </a:cubicBezTo>
                    <a:cubicBezTo>
                      <a:pt x="915" y="1142"/>
                      <a:pt x="679" y="1403"/>
                      <a:pt x="459" y="1573"/>
                    </a:cubicBezTo>
                    <a:cubicBezTo>
                      <a:pt x="352" y="1677"/>
                      <a:pt x="236" y="1743"/>
                      <a:pt x="157" y="1784"/>
                    </a:cubicBezTo>
                    <a:cubicBezTo>
                      <a:pt x="66" y="1809"/>
                      <a:pt x="0" y="1809"/>
                      <a:pt x="0" y="1797"/>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6"/>
              <p:cNvSpPr/>
              <p:nvPr/>
            </p:nvSpPr>
            <p:spPr>
              <a:xfrm>
                <a:off x="3835958" y="1666288"/>
                <a:ext cx="167840" cy="120095"/>
              </a:xfrm>
              <a:custGeom>
                <a:rect b="b" l="l" r="r" t="t"/>
                <a:pathLst>
                  <a:path extrusionOk="0" h="1801" w="2517">
                    <a:moveTo>
                      <a:pt x="1001" y="1"/>
                    </a:moveTo>
                    <a:cubicBezTo>
                      <a:pt x="625" y="1"/>
                      <a:pt x="305" y="162"/>
                      <a:pt x="183" y="451"/>
                    </a:cubicBezTo>
                    <a:cubicBezTo>
                      <a:pt x="0" y="870"/>
                      <a:pt x="340" y="1420"/>
                      <a:pt x="931" y="1669"/>
                    </a:cubicBezTo>
                    <a:cubicBezTo>
                      <a:pt x="1136" y="1758"/>
                      <a:pt x="1343" y="1801"/>
                      <a:pt x="1535" y="1801"/>
                    </a:cubicBezTo>
                    <a:cubicBezTo>
                      <a:pt x="1907" y="1801"/>
                      <a:pt x="2219" y="1641"/>
                      <a:pt x="2331" y="1354"/>
                    </a:cubicBezTo>
                    <a:cubicBezTo>
                      <a:pt x="2517" y="923"/>
                      <a:pt x="2174" y="373"/>
                      <a:pt x="1586" y="124"/>
                    </a:cubicBezTo>
                    <a:cubicBezTo>
                      <a:pt x="1389" y="41"/>
                      <a:pt x="1188" y="1"/>
                      <a:pt x="1001"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4" name="Google Shape;1094;p26"/>
              <p:cNvSpPr/>
              <p:nvPr/>
            </p:nvSpPr>
            <p:spPr>
              <a:xfrm>
                <a:off x="3214534" y="1447633"/>
                <a:ext cx="171374" cy="165906"/>
              </a:xfrm>
              <a:custGeom>
                <a:rect b="b" l="l" r="r" t="t"/>
                <a:pathLst>
                  <a:path extrusionOk="0" h="2488" w="2570">
                    <a:moveTo>
                      <a:pt x="1851" y="1"/>
                    </a:moveTo>
                    <a:cubicBezTo>
                      <a:pt x="1528" y="1"/>
                      <a:pt x="1197" y="363"/>
                      <a:pt x="827" y="834"/>
                    </a:cubicBezTo>
                    <a:cubicBezTo>
                      <a:pt x="355" y="1463"/>
                      <a:pt x="0" y="2026"/>
                      <a:pt x="421" y="2340"/>
                    </a:cubicBezTo>
                    <a:cubicBezTo>
                      <a:pt x="553" y="2440"/>
                      <a:pt x="712" y="2488"/>
                      <a:pt x="882" y="2488"/>
                    </a:cubicBezTo>
                    <a:cubicBezTo>
                      <a:pt x="1269" y="2488"/>
                      <a:pt x="1717" y="2243"/>
                      <a:pt x="2044" y="1815"/>
                    </a:cubicBezTo>
                    <a:cubicBezTo>
                      <a:pt x="2529" y="1202"/>
                      <a:pt x="2570" y="441"/>
                      <a:pt x="2151" y="113"/>
                    </a:cubicBezTo>
                    <a:cubicBezTo>
                      <a:pt x="2051" y="36"/>
                      <a:pt x="1952" y="1"/>
                      <a:pt x="185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5" name="Google Shape;1095;p26"/>
              <p:cNvSpPr/>
              <p:nvPr/>
            </p:nvSpPr>
            <p:spPr>
              <a:xfrm>
                <a:off x="3239874" y="1462103"/>
                <a:ext cx="99690" cy="121496"/>
              </a:xfrm>
              <a:custGeom>
                <a:rect b="b" l="l" r="r" t="t"/>
                <a:pathLst>
                  <a:path extrusionOk="0" h="1822" w="1495">
                    <a:moveTo>
                      <a:pt x="1" y="1809"/>
                    </a:moveTo>
                    <a:cubicBezTo>
                      <a:pt x="1" y="1796"/>
                      <a:pt x="54" y="1771"/>
                      <a:pt x="120" y="1730"/>
                    </a:cubicBezTo>
                    <a:cubicBezTo>
                      <a:pt x="183" y="1677"/>
                      <a:pt x="277" y="1598"/>
                      <a:pt x="369" y="1494"/>
                    </a:cubicBezTo>
                    <a:cubicBezTo>
                      <a:pt x="538" y="1283"/>
                      <a:pt x="749" y="1022"/>
                      <a:pt x="891" y="799"/>
                    </a:cubicBezTo>
                    <a:cubicBezTo>
                      <a:pt x="1193" y="368"/>
                      <a:pt x="1403" y="0"/>
                      <a:pt x="1457" y="25"/>
                    </a:cubicBezTo>
                    <a:cubicBezTo>
                      <a:pt x="1495" y="41"/>
                      <a:pt x="1469" y="157"/>
                      <a:pt x="1403" y="315"/>
                    </a:cubicBezTo>
                    <a:cubicBezTo>
                      <a:pt x="1337" y="472"/>
                      <a:pt x="1221" y="695"/>
                      <a:pt x="1064" y="919"/>
                    </a:cubicBezTo>
                    <a:cubicBezTo>
                      <a:pt x="919" y="1142"/>
                      <a:pt x="683" y="1403"/>
                      <a:pt x="460" y="1585"/>
                    </a:cubicBezTo>
                    <a:cubicBezTo>
                      <a:pt x="356" y="1677"/>
                      <a:pt x="236" y="1755"/>
                      <a:pt x="145" y="1784"/>
                    </a:cubicBezTo>
                    <a:cubicBezTo>
                      <a:pt x="67" y="1821"/>
                      <a:pt x="1" y="1809"/>
                      <a:pt x="1" y="180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6"/>
              <p:cNvSpPr/>
              <p:nvPr/>
            </p:nvSpPr>
            <p:spPr>
              <a:xfrm>
                <a:off x="3552819" y="1668355"/>
                <a:ext cx="147702" cy="163439"/>
              </a:xfrm>
              <a:custGeom>
                <a:rect b="b" l="l" r="r" t="t"/>
                <a:pathLst>
                  <a:path extrusionOk="0" h="2451" w="2215">
                    <a:moveTo>
                      <a:pt x="929" y="0"/>
                    </a:moveTo>
                    <a:cubicBezTo>
                      <a:pt x="850" y="0"/>
                      <a:pt x="772" y="13"/>
                      <a:pt x="695" y="40"/>
                    </a:cubicBezTo>
                    <a:cubicBezTo>
                      <a:pt x="208" y="210"/>
                      <a:pt x="0" y="880"/>
                      <a:pt x="236" y="1534"/>
                    </a:cubicBezTo>
                    <a:cubicBezTo>
                      <a:pt x="424" y="2085"/>
                      <a:pt x="863" y="2451"/>
                      <a:pt x="1286" y="2451"/>
                    </a:cubicBezTo>
                    <a:cubicBezTo>
                      <a:pt x="1365" y="2451"/>
                      <a:pt x="1443" y="2438"/>
                      <a:pt x="1519" y="2411"/>
                    </a:cubicBezTo>
                    <a:cubicBezTo>
                      <a:pt x="2004" y="2254"/>
                      <a:pt x="2215" y="1572"/>
                      <a:pt x="1991" y="917"/>
                    </a:cubicBezTo>
                    <a:cubicBezTo>
                      <a:pt x="1792" y="366"/>
                      <a:pt x="1353" y="0"/>
                      <a:pt x="92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7" name="Google Shape;1097;p26"/>
              <p:cNvSpPr/>
              <p:nvPr/>
            </p:nvSpPr>
            <p:spPr>
              <a:xfrm>
                <a:off x="3598097" y="1690294"/>
                <a:ext cx="61348" cy="126697"/>
              </a:xfrm>
              <a:custGeom>
                <a:rect b="b" l="l" r="r" t="t"/>
                <a:pathLst>
                  <a:path extrusionOk="0" h="1900" w="920">
                    <a:moveTo>
                      <a:pt x="787" y="1900"/>
                    </a:moveTo>
                    <a:cubicBezTo>
                      <a:pt x="774" y="1887"/>
                      <a:pt x="787" y="1846"/>
                      <a:pt x="787" y="1755"/>
                    </a:cubicBezTo>
                    <a:cubicBezTo>
                      <a:pt x="803" y="1677"/>
                      <a:pt x="803" y="1573"/>
                      <a:pt x="762" y="1441"/>
                    </a:cubicBezTo>
                    <a:cubicBezTo>
                      <a:pt x="737" y="1321"/>
                      <a:pt x="683" y="1205"/>
                      <a:pt x="592" y="1114"/>
                    </a:cubicBezTo>
                    <a:cubicBezTo>
                      <a:pt x="513" y="1007"/>
                      <a:pt x="394" y="928"/>
                      <a:pt x="290" y="849"/>
                    </a:cubicBezTo>
                    <a:cubicBezTo>
                      <a:pt x="186" y="758"/>
                      <a:pt x="95" y="654"/>
                      <a:pt x="42" y="535"/>
                    </a:cubicBezTo>
                    <a:cubicBezTo>
                      <a:pt x="16" y="472"/>
                      <a:pt x="1" y="419"/>
                      <a:pt x="1" y="352"/>
                    </a:cubicBezTo>
                    <a:cubicBezTo>
                      <a:pt x="1" y="286"/>
                      <a:pt x="16" y="236"/>
                      <a:pt x="29" y="183"/>
                    </a:cubicBezTo>
                    <a:cubicBezTo>
                      <a:pt x="67" y="91"/>
                      <a:pt x="145" y="38"/>
                      <a:pt x="199" y="25"/>
                    </a:cubicBezTo>
                    <a:cubicBezTo>
                      <a:pt x="252" y="0"/>
                      <a:pt x="277" y="13"/>
                      <a:pt x="290" y="25"/>
                    </a:cubicBezTo>
                    <a:cubicBezTo>
                      <a:pt x="290" y="63"/>
                      <a:pt x="211" y="104"/>
                      <a:pt x="186" y="236"/>
                    </a:cubicBezTo>
                    <a:cubicBezTo>
                      <a:pt x="174" y="299"/>
                      <a:pt x="174" y="365"/>
                      <a:pt x="224" y="444"/>
                    </a:cubicBezTo>
                    <a:cubicBezTo>
                      <a:pt x="265" y="522"/>
                      <a:pt x="331" y="601"/>
                      <a:pt x="422" y="680"/>
                    </a:cubicBezTo>
                    <a:cubicBezTo>
                      <a:pt x="513" y="758"/>
                      <a:pt x="645" y="849"/>
                      <a:pt x="737" y="982"/>
                    </a:cubicBezTo>
                    <a:cubicBezTo>
                      <a:pt x="840" y="1114"/>
                      <a:pt x="894" y="1283"/>
                      <a:pt x="906" y="1428"/>
                    </a:cubicBezTo>
                    <a:cubicBezTo>
                      <a:pt x="919" y="1573"/>
                      <a:pt x="894" y="1689"/>
                      <a:pt x="853" y="1780"/>
                    </a:cubicBezTo>
                    <a:cubicBezTo>
                      <a:pt x="828" y="1859"/>
                      <a:pt x="787" y="1900"/>
                      <a:pt x="787" y="190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8" name="Google Shape;1098;p26"/>
              <p:cNvSpPr/>
              <p:nvPr/>
            </p:nvSpPr>
            <p:spPr>
              <a:xfrm>
                <a:off x="3488003" y="1378015"/>
                <a:ext cx="171441" cy="123763"/>
              </a:xfrm>
              <a:custGeom>
                <a:rect b="b" l="l" r="r" t="t"/>
                <a:pathLst>
                  <a:path extrusionOk="0" h="1856" w="2571">
                    <a:moveTo>
                      <a:pt x="1242" y="1"/>
                    </a:moveTo>
                    <a:cubicBezTo>
                      <a:pt x="592" y="1"/>
                      <a:pt x="53" y="366"/>
                      <a:pt x="29" y="855"/>
                    </a:cubicBezTo>
                    <a:cubicBezTo>
                      <a:pt x="0" y="1365"/>
                      <a:pt x="538" y="1812"/>
                      <a:pt x="1233" y="1853"/>
                    </a:cubicBezTo>
                    <a:cubicBezTo>
                      <a:pt x="1265" y="1854"/>
                      <a:pt x="1297" y="1855"/>
                      <a:pt x="1328" y="1855"/>
                    </a:cubicBezTo>
                    <a:cubicBezTo>
                      <a:pt x="1980" y="1855"/>
                      <a:pt x="2506" y="1486"/>
                      <a:pt x="2545" y="1000"/>
                    </a:cubicBezTo>
                    <a:cubicBezTo>
                      <a:pt x="2570" y="487"/>
                      <a:pt x="2032" y="44"/>
                      <a:pt x="1337" y="3"/>
                    </a:cubicBezTo>
                    <a:cubicBezTo>
                      <a:pt x="1305" y="1"/>
                      <a:pt x="1273" y="1"/>
                      <a:pt x="124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9" name="Google Shape;1099;p26"/>
              <p:cNvSpPr/>
              <p:nvPr/>
            </p:nvSpPr>
            <p:spPr>
              <a:xfrm>
                <a:off x="3513343" y="1420159"/>
                <a:ext cx="131164" cy="35075"/>
              </a:xfrm>
              <a:custGeom>
                <a:rect b="b" l="l" r="r" t="t"/>
                <a:pathLst>
                  <a:path extrusionOk="0" h="526" w="1967">
                    <a:moveTo>
                      <a:pt x="1954" y="356"/>
                    </a:moveTo>
                    <a:cubicBezTo>
                      <a:pt x="1954" y="368"/>
                      <a:pt x="1901" y="327"/>
                      <a:pt x="1838" y="290"/>
                    </a:cubicBezTo>
                    <a:cubicBezTo>
                      <a:pt x="1759" y="261"/>
                      <a:pt x="1665" y="211"/>
                      <a:pt x="1536" y="198"/>
                    </a:cubicBezTo>
                    <a:cubicBezTo>
                      <a:pt x="1416" y="170"/>
                      <a:pt x="1272" y="183"/>
                      <a:pt x="1155" y="223"/>
                    </a:cubicBezTo>
                    <a:cubicBezTo>
                      <a:pt x="1036" y="261"/>
                      <a:pt x="919" y="340"/>
                      <a:pt x="800" y="406"/>
                    </a:cubicBezTo>
                    <a:cubicBezTo>
                      <a:pt x="683" y="472"/>
                      <a:pt x="551" y="525"/>
                      <a:pt x="422" y="525"/>
                    </a:cubicBezTo>
                    <a:cubicBezTo>
                      <a:pt x="356" y="525"/>
                      <a:pt x="290" y="513"/>
                      <a:pt x="237" y="485"/>
                    </a:cubicBezTo>
                    <a:cubicBezTo>
                      <a:pt x="171" y="459"/>
                      <a:pt x="133" y="434"/>
                      <a:pt x="92" y="393"/>
                    </a:cubicBezTo>
                    <a:cubicBezTo>
                      <a:pt x="14" y="315"/>
                      <a:pt x="1" y="236"/>
                      <a:pt x="1" y="183"/>
                    </a:cubicBezTo>
                    <a:cubicBezTo>
                      <a:pt x="1" y="120"/>
                      <a:pt x="29" y="91"/>
                      <a:pt x="42" y="104"/>
                    </a:cubicBezTo>
                    <a:cubicBezTo>
                      <a:pt x="80" y="104"/>
                      <a:pt x="80" y="198"/>
                      <a:pt x="199" y="277"/>
                    </a:cubicBezTo>
                    <a:cubicBezTo>
                      <a:pt x="249" y="315"/>
                      <a:pt x="316" y="327"/>
                      <a:pt x="407" y="315"/>
                    </a:cubicBezTo>
                    <a:cubicBezTo>
                      <a:pt x="501" y="315"/>
                      <a:pt x="592" y="277"/>
                      <a:pt x="709" y="223"/>
                    </a:cubicBezTo>
                    <a:cubicBezTo>
                      <a:pt x="816" y="170"/>
                      <a:pt x="945" y="91"/>
                      <a:pt x="1102" y="54"/>
                    </a:cubicBezTo>
                    <a:cubicBezTo>
                      <a:pt x="1259" y="0"/>
                      <a:pt x="1429" y="13"/>
                      <a:pt x="1561" y="66"/>
                    </a:cubicBezTo>
                    <a:cubicBezTo>
                      <a:pt x="1706" y="104"/>
                      <a:pt x="1809" y="183"/>
                      <a:pt x="1876" y="236"/>
                    </a:cubicBezTo>
                    <a:cubicBezTo>
                      <a:pt x="1942" y="302"/>
                      <a:pt x="1967" y="340"/>
                      <a:pt x="1954" y="35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6"/>
              <p:cNvSpPr/>
              <p:nvPr/>
            </p:nvSpPr>
            <p:spPr>
              <a:xfrm>
                <a:off x="3715327" y="1656885"/>
                <a:ext cx="126763" cy="185511"/>
              </a:xfrm>
              <a:custGeom>
                <a:rect b="b" l="l" r="r" t="t"/>
                <a:pathLst>
                  <a:path extrusionOk="0" h="2782" w="1901">
                    <a:moveTo>
                      <a:pt x="1255" y="1"/>
                    </a:moveTo>
                    <a:cubicBezTo>
                      <a:pt x="775" y="1"/>
                      <a:pt x="302" y="499"/>
                      <a:pt x="158" y="1193"/>
                    </a:cubicBezTo>
                    <a:cubicBezTo>
                      <a:pt x="1" y="1954"/>
                      <a:pt x="287" y="2662"/>
                      <a:pt x="812" y="2766"/>
                    </a:cubicBezTo>
                    <a:cubicBezTo>
                      <a:pt x="858" y="2776"/>
                      <a:pt x="901" y="2782"/>
                      <a:pt x="942" y="2782"/>
                    </a:cubicBezTo>
                    <a:cubicBezTo>
                      <a:pt x="1359" y="2782"/>
                      <a:pt x="1534" y="2242"/>
                      <a:pt x="1677" y="1549"/>
                    </a:cubicBezTo>
                    <a:cubicBezTo>
                      <a:pt x="1834" y="787"/>
                      <a:pt x="1901" y="121"/>
                      <a:pt x="1388" y="14"/>
                    </a:cubicBezTo>
                    <a:cubicBezTo>
                      <a:pt x="1344" y="5"/>
                      <a:pt x="1299" y="1"/>
                      <a:pt x="1255"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1" name="Google Shape;1101;p26"/>
              <p:cNvSpPr/>
              <p:nvPr/>
            </p:nvSpPr>
            <p:spPr>
              <a:xfrm>
                <a:off x="3778276" y="1675357"/>
                <a:ext cx="42010" cy="149435"/>
              </a:xfrm>
              <a:custGeom>
                <a:rect b="b" l="l" r="r" t="t"/>
                <a:pathLst>
                  <a:path extrusionOk="0" h="2241" w="630">
                    <a:moveTo>
                      <a:pt x="617" y="13"/>
                    </a:moveTo>
                    <a:cubicBezTo>
                      <a:pt x="629" y="13"/>
                      <a:pt x="589" y="51"/>
                      <a:pt x="551" y="130"/>
                    </a:cubicBezTo>
                    <a:cubicBezTo>
                      <a:pt x="510" y="208"/>
                      <a:pt x="472" y="315"/>
                      <a:pt x="431" y="444"/>
                    </a:cubicBezTo>
                    <a:cubicBezTo>
                      <a:pt x="365" y="709"/>
                      <a:pt x="302" y="1048"/>
                      <a:pt x="261" y="1297"/>
                    </a:cubicBezTo>
                    <a:cubicBezTo>
                      <a:pt x="183" y="1822"/>
                      <a:pt x="158" y="2240"/>
                      <a:pt x="92" y="2240"/>
                    </a:cubicBezTo>
                    <a:cubicBezTo>
                      <a:pt x="51" y="2240"/>
                      <a:pt x="26" y="2136"/>
                      <a:pt x="13" y="1967"/>
                    </a:cubicBezTo>
                    <a:cubicBezTo>
                      <a:pt x="0" y="1781"/>
                      <a:pt x="13" y="1545"/>
                      <a:pt x="51" y="1272"/>
                    </a:cubicBezTo>
                    <a:cubicBezTo>
                      <a:pt x="92" y="995"/>
                      <a:pt x="195" y="668"/>
                      <a:pt x="315" y="407"/>
                    </a:cubicBezTo>
                    <a:cubicBezTo>
                      <a:pt x="365" y="275"/>
                      <a:pt x="431" y="158"/>
                      <a:pt x="497" y="92"/>
                    </a:cubicBezTo>
                    <a:cubicBezTo>
                      <a:pt x="563" y="26"/>
                      <a:pt x="617" y="1"/>
                      <a:pt x="617"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6"/>
              <p:cNvSpPr/>
              <p:nvPr/>
            </p:nvSpPr>
            <p:spPr>
              <a:xfrm>
                <a:off x="3583427" y="1512649"/>
                <a:ext cx="159038" cy="112160"/>
              </a:xfrm>
              <a:custGeom>
                <a:rect b="b" l="l" r="r" t="t"/>
                <a:pathLst>
                  <a:path extrusionOk="0" h="1682" w="2385">
                    <a:moveTo>
                      <a:pt x="1244" y="0"/>
                    </a:moveTo>
                    <a:cubicBezTo>
                      <a:pt x="1210" y="0"/>
                      <a:pt x="1175" y="1"/>
                      <a:pt x="1139" y="3"/>
                    </a:cubicBezTo>
                    <a:cubicBezTo>
                      <a:pt x="497" y="29"/>
                      <a:pt x="0" y="434"/>
                      <a:pt x="26" y="893"/>
                    </a:cubicBezTo>
                    <a:cubicBezTo>
                      <a:pt x="50" y="1349"/>
                      <a:pt x="552" y="1681"/>
                      <a:pt x="1164" y="1681"/>
                    </a:cubicBezTo>
                    <a:cubicBezTo>
                      <a:pt x="1186" y="1681"/>
                      <a:pt x="1208" y="1681"/>
                      <a:pt x="1230" y="1680"/>
                    </a:cubicBezTo>
                    <a:cubicBezTo>
                      <a:pt x="1888" y="1642"/>
                      <a:pt x="2385" y="1233"/>
                      <a:pt x="2359" y="777"/>
                    </a:cubicBezTo>
                    <a:cubicBezTo>
                      <a:pt x="2333" y="331"/>
                      <a:pt x="1850" y="0"/>
                      <a:pt x="124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3" name="Google Shape;1103;p26"/>
              <p:cNvSpPr/>
              <p:nvPr/>
            </p:nvSpPr>
            <p:spPr>
              <a:xfrm>
                <a:off x="3390245" y="1521585"/>
                <a:ext cx="127630" cy="186111"/>
              </a:xfrm>
              <a:custGeom>
                <a:rect b="b" l="l" r="r" t="t"/>
                <a:pathLst>
                  <a:path extrusionOk="0" h="2791" w="1914">
                    <a:moveTo>
                      <a:pt x="1251" y="0"/>
                    </a:moveTo>
                    <a:cubicBezTo>
                      <a:pt x="775" y="0"/>
                      <a:pt x="313" y="499"/>
                      <a:pt x="158" y="1193"/>
                    </a:cubicBezTo>
                    <a:cubicBezTo>
                      <a:pt x="1" y="1951"/>
                      <a:pt x="303" y="2659"/>
                      <a:pt x="812" y="2779"/>
                    </a:cubicBezTo>
                    <a:cubicBezTo>
                      <a:pt x="854" y="2787"/>
                      <a:pt x="893" y="2791"/>
                      <a:pt x="930" y="2791"/>
                    </a:cubicBezTo>
                    <a:cubicBezTo>
                      <a:pt x="1366" y="2791"/>
                      <a:pt x="1532" y="2247"/>
                      <a:pt x="1677" y="1546"/>
                    </a:cubicBezTo>
                    <a:cubicBezTo>
                      <a:pt x="1847" y="785"/>
                      <a:pt x="1913" y="118"/>
                      <a:pt x="1388" y="14"/>
                    </a:cubicBezTo>
                    <a:cubicBezTo>
                      <a:pt x="1342" y="5"/>
                      <a:pt x="1297" y="0"/>
                      <a:pt x="125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4" name="Google Shape;1104;p26"/>
              <p:cNvSpPr/>
              <p:nvPr/>
            </p:nvSpPr>
            <p:spPr>
              <a:xfrm>
                <a:off x="3453194" y="1539923"/>
                <a:ext cx="42010" cy="149369"/>
              </a:xfrm>
              <a:custGeom>
                <a:rect b="b" l="l" r="r" t="t"/>
                <a:pathLst>
                  <a:path extrusionOk="0" h="2240" w="630">
                    <a:moveTo>
                      <a:pt x="629" y="13"/>
                    </a:moveTo>
                    <a:cubicBezTo>
                      <a:pt x="629" y="13"/>
                      <a:pt x="601" y="54"/>
                      <a:pt x="563" y="132"/>
                    </a:cubicBezTo>
                    <a:cubicBezTo>
                      <a:pt x="510" y="211"/>
                      <a:pt x="472" y="315"/>
                      <a:pt x="444" y="447"/>
                    </a:cubicBezTo>
                    <a:cubicBezTo>
                      <a:pt x="365" y="708"/>
                      <a:pt x="302" y="1047"/>
                      <a:pt x="261" y="1296"/>
                    </a:cubicBezTo>
                    <a:cubicBezTo>
                      <a:pt x="183" y="1821"/>
                      <a:pt x="158" y="2239"/>
                      <a:pt x="92" y="2239"/>
                    </a:cubicBezTo>
                    <a:cubicBezTo>
                      <a:pt x="51" y="2239"/>
                      <a:pt x="25" y="2136"/>
                      <a:pt x="13" y="1966"/>
                    </a:cubicBezTo>
                    <a:cubicBezTo>
                      <a:pt x="0" y="1783"/>
                      <a:pt x="13" y="1548"/>
                      <a:pt x="51" y="1271"/>
                    </a:cubicBezTo>
                    <a:cubicBezTo>
                      <a:pt x="92" y="997"/>
                      <a:pt x="195" y="667"/>
                      <a:pt x="315" y="406"/>
                    </a:cubicBezTo>
                    <a:cubicBezTo>
                      <a:pt x="365" y="274"/>
                      <a:pt x="431" y="157"/>
                      <a:pt x="497" y="91"/>
                    </a:cubicBezTo>
                    <a:cubicBezTo>
                      <a:pt x="563" y="25"/>
                      <a:pt x="617" y="0"/>
                      <a:pt x="629"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05" name="Google Shape;1105;p26"/>
          <p:cNvGrpSpPr/>
          <p:nvPr/>
        </p:nvGrpSpPr>
        <p:grpSpPr>
          <a:xfrm>
            <a:off x="-11" y="3982340"/>
            <a:ext cx="2096777" cy="1814249"/>
            <a:chOff x="6222494" y="3474678"/>
            <a:chExt cx="1406949" cy="1217372"/>
          </a:xfrm>
        </p:grpSpPr>
        <p:sp>
          <p:nvSpPr>
            <p:cNvPr id="1106" name="Google Shape;1106;p26"/>
            <p:cNvSpPr/>
            <p:nvPr/>
          </p:nvSpPr>
          <p:spPr>
            <a:xfrm>
              <a:off x="7220413" y="3895851"/>
              <a:ext cx="409030" cy="631150"/>
            </a:xfrm>
            <a:custGeom>
              <a:rect b="b" l="l" r="r" t="t"/>
              <a:pathLst>
                <a:path extrusionOk="0" h="9465" w="6134">
                  <a:moveTo>
                    <a:pt x="1209" y="16"/>
                  </a:moveTo>
                  <a:cubicBezTo>
                    <a:pt x="1193" y="16"/>
                    <a:pt x="1180" y="0"/>
                    <a:pt x="1180" y="0"/>
                  </a:cubicBezTo>
                  <a:cubicBezTo>
                    <a:pt x="1180" y="0"/>
                    <a:pt x="1" y="3605"/>
                    <a:pt x="894" y="6133"/>
                  </a:cubicBezTo>
                  <a:cubicBezTo>
                    <a:pt x="1693" y="8429"/>
                    <a:pt x="4209" y="9294"/>
                    <a:pt x="4668" y="9436"/>
                  </a:cubicBezTo>
                  <a:cubicBezTo>
                    <a:pt x="4719" y="9451"/>
                    <a:pt x="4747" y="9464"/>
                    <a:pt x="4747" y="9464"/>
                  </a:cubicBezTo>
                  <a:cubicBezTo>
                    <a:pt x="4747" y="9464"/>
                    <a:pt x="6134" y="7143"/>
                    <a:pt x="5244" y="4602"/>
                  </a:cubicBezTo>
                  <a:cubicBezTo>
                    <a:pt x="4404" y="2189"/>
                    <a:pt x="1482" y="198"/>
                    <a:pt x="1209" y="16"/>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6"/>
            <p:cNvSpPr/>
            <p:nvPr/>
          </p:nvSpPr>
          <p:spPr>
            <a:xfrm>
              <a:off x="6475892" y="3474678"/>
              <a:ext cx="148769" cy="195780"/>
            </a:xfrm>
            <a:custGeom>
              <a:rect b="b" l="l" r="r" t="t"/>
              <a:pathLst>
                <a:path extrusionOk="0" h="2936" w="2231">
                  <a:moveTo>
                    <a:pt x="720" y="2793"/>
                  </a:moveTo>
                  <a:cubicBezTo>
                    <a:pt x="1221" y="2935"/>
                    <a:pt x="1796" y="2463"/>
                    <a:pt x="2007" y="1730"/>
                  </a:cubicBezTo>
                  <a:cubicBezTo>
                    <a:pt x="2230" y="1010"/>
                    <a:pt x="2007" y="290"/>
                    <a:pt x="1507" y="145"/>
                  </a:cubicBezTo>
                  <a:cubicBezTo>
                    <a:pt x="1010" y="1"/>
                    <a:pt x="434" y="472"/>
                    <a:pt x="224" y="1205"/>
                  </a:cubicBezTo>
                  <a:cubicBezTo>
                    <a:pt x="0" y="1941"/>
                    <a:pt x="224" y="2649"/>
                    <a:pt x="720" y="279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6"/>
            <p:cNvSpPr/>
            <p:nvPr/>
          </p:nvSpPr>
          <p:spPr>
            <a:xfrm>
              <a:off x="6694480" y="4499718"/>
              <a:ext cx="205382" cy="179176"/>
            </a:xfrm>
            <a:custGeom>
              <a:rect b="b" l="l" r="r" t="t"/>
              <a:pathLst>
                <a:path extrusionOk="0" h="2687" w="3080">
                  <a:moveTo>
                    <a:pt x="931" y="460"/>
                  </a:moveTo>
                  <a:cubicBezTo>
                    <a:pt x="277" y="919"/>
                    <a:pt x="0" y="1680"/>
                    <a:pt x="343" y="2177"/>
                  </a:cubicBezTo>
                  <a:cubicBezTo>
                    <a:pt x="683" y="2662"/>
                    <a:pt x="1494" y="2687"/>
                    <a:pt x="2152" y="2243"/>
                  </a:cubicBezTo>
                  <a:cubicBezTo>
                    <a:pt x="2819" y="1784"/>
                    <a:pt x="3080" y="1010"/>
                    <a:pt x="2753" y="526"/>
                  </a:cubicBezTo>
                  <a:cubicBezTo>
                    <a:pt x="2413" y="42"/>
                    <a:pt x="1601" y="1"/>
                    <a:pt x="931" y="46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6"/>
            <p:cNvSpPr/>
            <p:nvPr/>
          </p:nvSpPr>
          <p:spPr>
            <a:xfrm>
              <a:off x="6392004" y="3799760"/>
              <a:ext cx="154837" cy="206249"/>
            </a:xfrm>
            <a:custGeom>
              <a:rect b="b" l="l" r="r" t="t"/>
              <a:pathLst>
                <a:path extrusionOk="0" h="3093" w="2322">
                  <a:moveTo>
                    <a:pt x="1680" y="183"/>
                  </a:moveTo>
                  <a:cubicBezTo>
                    <a:pt x="1192" y="1"/>
                    <a:pt x="579" y="460"/>
                    <a:pt x="289" y="1205"/>
                  </a:cubicBezTo>
                  <a:cubicBezTo>
                    <a:pt x="0" y="1966"/>
                    <a:pt x="157" y="2728"/>
                    <a:pt x="642" y="2910"/>
                  </a:cubicBezTo>
                  <a:cubicBezTo>
                    <a:pt x="1129" y="3092"/>
                    <a:pt x="1743" y="2636"/>
                    <a:pt x="2032" y="1875"/>
                  </a:cubicBezTo>
                  <a:cubicBezTo>
                    <a:pt x="2321" y="1127"/>
                    <a:pt x="2164" y="369"/>
                    <a:pt x="1680" y="18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6"/>
            <p:cNvSpPr/>
            <p:nvPr/>
          </p:nvSpPr>
          <p:spPr>
            <a:xfrm>
              <a:off x="6321319" y="3615380"/>
              <a:ext cx="144968" cy="165173"/>
            </a:xfrm>
            <a:custGeom>
              <a:rect b="b" l="l" r="r" t="t"/>
              <a:pathLst>
                <a:path extrusionOk="0" h="2477" w="2174">
                  <a:moveTo>
                    <a:pt x="1768" y="2215"/>
                  </a:moveTo>
                  <a:cubicBezTo>
                    <a:pt x="2161" y="1942"/>
                    <a:pt x="2174" y="1284"/>
                    <a:pt x="1809" y="746"/>
                  </a:cubicBezTo>
                  <a:cubicBezTo>
                    <a:pt x="1428" y="212"/>
                    <a:pt x="812" y="1"/>
                    <a:pt x="419" y="275"/>
                  </a:cubicBezTo>
                  <a:cubicBezTo>
                    <a:pt x="25" y="551"/>
                    <a:pt x="0" y="1206"/>
                    <a:pt x="381" y="1731"/>
                  </a:cubicBezTo>
                  <a:cubicBezTo>
                    <a:pt x="746" y="2269"/>
                    <a:pt x="1375" y="2476"/>
                    <a:pt x="1768" y="221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1" name="Google Shape;1111;p26"/>
            <p:cNvSpPr/>
            <p:nvPr/>
          </p:nvSpPr>
          <p:spPr>
            <a:xfrm>
              <a:off x="6541508" y="3798960"/>
              <a:ext cx="672026" cy="769116"/>
            </a:xfrm>
            <a:custGeom>
              <a:rect b="b" l="l" r="r" t="t"/>
              <a:pathLst>
                <a:path extrusionOk="0" h="11534" w="10078">
                  <a:moveTo>
                    <a:pt x="8414" y="5674"/>
                  </a:moveTo>
                  <a:cubicBezTo>
                    <a:pt x="8229" y="5687"/>
                    <a:pt x="8059" y="5699"/>
                    <a:pt x="7901" y="5715"/>
                  </a:cubicBezTo>
                  <a:cubicBezTo>
                    <a:pt x="7942" y="5661"/>
                    <a:pt x="7968" y="5608"/>
                    <a:pt x="8008" y="5558"/>
                  </a:cubicBezTo>
                  <a:cubicBezTo>
                    <a:pt x="8361" y="4888"/>
                    <a:pt x="8257" y="4155"/>
                    <a:pt x="7785" y="3906"/>
                  </a:cubicBezTo>
                  <a:cubicBezTo>
                    <a:pt x="7313" y="3642"/>
                    <a:pt x="6643" y="3985"/>
                    <a:pt x="6291" y="4639"/>
                  </a:cubicBezTo>
                  <a:cubicBezTo>
                    <a:pt x="6250" y="4705"/>
                    <a:pt x="6225" y="4771"/>
                    <a:pt x="6200" y="4834"/>
                  </a:cubicBezTo>
                  <a:cubicBezTo>
                    <a:pt x="6341" y="4441"/>
                    <a:pt x="6184" y="3891"/>
                    <a:pt x="5778" y="3460"/>
                  </a:cubicBezTo>
                  <a:cubicBezTo>
                    <a:pt x="5583" y="3262"/>
                    <a:pt x="5360" y="3120"/>
                    <a:pt x="5149" y="3041"/>
                  </a:cubicBezTo>
                  <a:cubicBezTo>
                    <a:pt x="5269" y="2922"/>
                    <a:pt x="5373" y="2790"/>
                    <a:pt x="5451" y="2661"/>
                  </a:cubicBezTo>
                  <a:cubicBezTo>
                    <a:pt x="5857" y="2884"/>
                    <a:pt x="6316" y="2909"/>
                    <a:pt x="6631" y="2661"/>
                  </a:cubicBezTo>
                  <a:cubicBezTo>
                    <a:pt x="7103" y="2293"/>
                    <a:pt x="7077" y="1481"/>
                    <a:pt x="6593" y="852"/>
                  </a:cubicBezTo>
                  <a:cubicBezTo>
                    <a:pt x="6093" y="211"/>
                    <a:pt x="5307" y="0"/>
                    <a:pt x="4847" y="352"/>
                  </a:cubicBezTo>
                  <a:cubicBezTo>
                    <a:pt x="4586" y="550"/>
                    <a:pt x="4483" y="878"/>
                    <a:pt x="4508" y="1233"/>
                  </a:cubicBezTo>
                  <a:cubicBezTo>
                    <a:pt x="4259" y="1296"/>
                    <a:pt x="4011" y="1441"/>
                    <a:pt x="3788" y="1651"/>
                  </a:cubicBezTo>
                  <a:cubicBezTo>
                    <a:pt x="3721" y="1717"/>
                    <a:pt x="3655" y="1783"/>
                    <a:pt x="3605" y="1846"/>
                  </a:cubicBezTo>
                  <a:cubicBezTo>
                    <a:pt x="3721" y="1664"/>
                    <a:pt x="3747" y="1469"/>
                    <a:pt x="3630" y="1271"/>
                  </a:cubicBezTo>
                  <a:cubicBezTo>
                    <a:pt x="3328" y="733"/>
                    <a:pt x="2451" y="654"/>
                    <a:pt x="1665" y="1101"/>
                  </a:cubicBezTo>
                  <a:cubicBezTo>
                    <a:pt x="878" y="1547"/>
                    <a:pt x="485" y="2334"/>
                    <a:pt x="787" y="2868"/>
                  </a:cubicBezTo>
                  <a:cubicBezTo>
                    <a:pt x="837" y="2963"/>
                    <a:pt x="903" y="3041"/>
                    <a:pt x="982" y="3079"/>
                  </a:cubicBezTo>
                  <a:cubicBezTo>
                    <a:pt x="734" y="3224"/>
                    <a:pt x="510" y="3460"/>
                    <a:pt x="340" y="3762"/>
                  </a:cubicBezTo>
                  <a:cubicBezTo>
                    <a:pt x="1" y="4429"/>
                    <a:pt x="92" y="5164"/>
                    <a:pt x="564" y="5413"/>
                  </a:cubicBezTo>
                  <a:cubicBezTo>
                    <a:pt x="774" y="5529"/>
                    <a:pt x="1023" y="5529"/>
                    <a:pt x="1259" y="5438"/>
                  </a:cubicBezTo>
                  <a:cubicBezTo>
                    <a:pt x="982" y="6080"/>
                    <a:pt x="1114" y="6750"/>
                    <a:pt x="1573" y="7011"/>
                  </a:cubicBezTo>
                  <a:cubicBezTo>
                    <a:pt x="2083" y="7300"/>
                    <a:pt x="2803" y="6998"/>
                    <a:pt x="3212" y="6316"/>
                  </a:cubicBezTo>
                  <a:cubicBezTo>
                    <a:pt x="3382" y="6526"/>
                    <a:pt x="3655" y="6658"/>
                    <a:pt x="3970" y="6721"/>
                  </a:cubicBezTo>
                  <a:cubicBezTo>
                    <a:pt x="3854" y="6762"/>
                    <a:pt x="3721" y="6816"/>
                    <a:pt x="3605" y="6894"/>
                  </a:cubicBezTo>
                  <a:cubicBezTo>
                    <a:pt x="2819" y="7325"/>
                    <a:pt x="2426" y="8124"/>
                    <a:pt x="2724" y="8662"/>
                  </a:cubicBezTo>
                  <a:cubicBezTo>
                    <a:pt x="2765" y="8715"/>
                    <a:pt x="2790" y="8766"/>
                    <a:pt x="2831" y="8807"/>
                  </a:cubicBezTo>
                  <a:cubicBezTo>
                    <a:pt x="2426" y="8807"/>
                    <a:pt x="1979" y="9121"/>
                    <a:pt x="1702" y="9618"/>
                  </a:cubicBezTo>
                  <a:cubicBezTo>
                    <a:pt x="1363" y="10288"/>
                    <a:pt x="1454" y="11021"/>
                    <a:pt x="1926" y="11269"/>
                  </a:cubicBezTo>
                  <a:cubicBezTo>
                    <a:pt x="2397" y="11534"/>
                    <a:pt x="3067" y="11191"/>
                    <a:pt x="3420" y="10537"/>
                  </a:cubicBezTo>
                  <a:cubicBezTo>
                    <a:pt x="3747" y="9920"/>
                    <a:pt x="3684" y="9238"/>
                    <a:pt x="3303" y="8951"/>
                  </a:cubicBezTo>
                  <a:cubicBezTo>
                    <a:pt x="3618" y="8923"/>
                    <a:pt x="4011" y="8728"/>
                    <a:pt x="4454" y="8480"/>
                  </a:cubicBezTo>
                  <a:cubicBezTo>
                    <a:pt x="5241" y="8033"/>
                    <a:pt x="5870" y="7586"/>
                    <a:pt x="5571" y="7052"/>
                  </a:cubicBezTo>
                  <a:cubicBezTo>
                    <a:pt x="5439" y="6828"/>
                    <a:pt x="5203" y="6684"/>
                    <a:pt x="4914" y="6630"/>
                  </a:cubicBezTo>
                  <a:cubicBezTo>
                    <a:pt x="5426" y="6435"/>
                    <a:pt x="5766" y="6029"/>
                    <a:pt x="5712" y="5608"/>
                  </a:cubicBezTo>
                  <a:cubicBezTo>
                    <a:pt x="5700" y="5504"/>
                    <a:pt x="5675" y="5400"/>
                    <a:pt x="5609" y="5306"/>
                  </a:cubicBezTo>
                  <a:cubicBezTo>
                    <a:pt x="5766" y="5281"/>
                    <a:pt x="5911" y="5215"/>
                    <a:pt x="6027" y="5111"/>
                  </a:cubicBezTo>
                  <a:cubicBezTo>
                    <a:pt x="6093" y="5045"/>
                    <a:pt x="6146" y="4966"/>
                    <a:pt x="6184" y="4888"/>
                  </a:cubicBezTo>
                  <a:cubicBezTo>
                    <a:pt x="5964" y="5479"/>
                    <a:pt x="6093" y="6067"/>
                    <a:pt x="6514" y="6290"/>
                  </a:cubicBezTo>
                  <a:cubicBezTo>
                    <a:pt x="6606" y="6344"/>
                    <a:pt x="6697" y="6369"/>
                    <a:pt x="6788" y="6369"/>
                  </a:cubicBezTo>
                  <a:lnTo>
                    <a:pt x="6788" y="6473"/>
                  </a:lnTo>
                  <a:cubicBezTo>
                    <a:pt x="6801" y="6671"/>
                    <a:pt x="6879" y="6841"/>
                    <a:pt x="7024" y="6998"/>
                  </a:cubicBezTo>
                  <a:cubicBezTo>
                    <a:pt x="6933" y="7102"/>
                    <a:pt x="6842" y="7234"/>
                    <a:pt x="6763" y="7366"/>
                  </a:cubicBezTo>
                  <a:cubicBezTo>
                    <a:pt x="6565" y="7731"/>
                    <a:pt x="6514" y="8124"/>
                    <a:pt x="6593" y="8451"/>
                  </a:cubicBezTo>
                  <a:cubicBezTo>
                    <a:pt x="6291" y="8086"/>
                    <a:pt x="5885" y="7901"/>
                    <a:pt x="5530" y="8020"/>
                  </a:cubicBezTo>
                  <a:cubicBezTo>
                    <a:pt x="5020" y="8190"/>
                    <a:pt x="4797" y="8898"/>
                    <a:pt x="5033" y="9606"/>
                  </a:cubicBezTo>
                  <a:cubicBezTo>
                    <a:pt x="5269" y="10313"/>
                    <a:pt x="5870" y="10760"/>
                    <a:pt x="6382" y="10590"/>
                  </a:cubicBezTo>
                  <a:cubicBezTo>
                    <a:pt x="6892" y="10417"/>
                    <a:pt x="7115" y="9709"/>
                    <a:pt x="6879" y="9002"/>
                  </a:cubicBezTo>
                  <a:cubicBezTo>
                    <a:pt x="6867" y="8976"/>
                    <a:pt x="6854" y="8951"/>
                    <a:pt x="6854" y="8923"/>
                  </a:cubicBezTo>
                  <a:cubicBezTo>
                    <a:pt x="6892" y="8964"/>
                    <a:pt x="6933" y="8989"/>
                    <a:pt x="6986" y="9017"/>
                  </a:cubicBezTo>
                  <a:cubicBezTo>
                    <a:pt x="7458" y="9278"/>
                    <a:pt x="8125" y="8939"/>
                    <a:pt x="8480" y="8281"/>
                  </a:cubicBezTo>
                  <a:cubicBezTo>
                    <a:pt x="8622" y="8008"/>
                    <a:pt x="8688" y="7718"/>
                    <a:pt x="8688" y="7457"/>
                  </a:cubicBezTo>
                  <a:cubicBezTo>
                    <a:pt x="9487" y="7338"/>
                    <a:pt x="10078" y="6841"/>
                    <a:pt x="10037" y="6278"/>
                  </a:cubicBezTo>
                  <a:cubicBezTo>
                    <a:pt x="10012" y="5661"/>
                    <a:pt x="9304" y="5621"/>
                    <a:pt x="8414" y="5674"/>
                  </a:cubicBezTo>
                  <a:close/>
                  <a:moveTo>
                    <a:pt x="2149" y="4469"/>
                  </a:moveTo>
                  <a:cubicBezTo>
                    <a:pt x="2385" y="3866"/>
                    <a:pt x="2268" y="3249"/>
                    <a:pt x="1847" y="3026"/>
                  </a:cubicBezTo>
                  <a:cubicBezTo>
                    <a:pt x="2045" y="2947"/>
                    <a:pt x="2281" y="2818"/>
                    <a:pt x="2517" y="2686"/>
                  </a:cubicBezTo>
                  <a:cubicBezTo>
                    <a:pt x="2935" y="2450"/>
                    <a:pt x="3316" y="2214"/>
                    <a:pt x="3526" y="1953"/>
                  </a:cubicBezTo>
                  <a:cubicBezTo>
                    <a:pt x="3212" y="2425"/>
                    <a:pt x="3171" y="2963"/>
                    <a:pt x="3473" y="3290"/>
                  </a:cubicBezTo>
                  <a:cubicBezTo>
                    <a:pt x="3589" y="3406"/>
                    <a:pt x="3762" y="3485"/>
                    <a:pt x="3945" y="3513"/>
                  </a:cubicBezTo>
                  <a:cubicBezTo>
                    <a:pt x="3841" y="3891"/>
                    <a:pt x="3983" y="4391"/>
                    <a:pt x="4363" y="4784"/>
                  </a:cubicBezTo>
                  <a:cubicBezTo>
                    <a:pt x="4325" y="4796"/>
                    <a:pt x="4297" y="4796"/>
                    <a:pt x="4259" y="4796"/>
                  </a:cubicBezTo>
                  <a:cubicBezTo>
                    <a:pt x="3945" y="4834"/>
                    <a:pt x="3655" y="4954"/>
                    <a:pt x="3448" y="5111"/>
                  </a:cubicBezTo>
                  <a:cubicBezTo>
                    <a:pt x="3382" y="4834"/>
                    <a:pt x="3237" y="4614"/>
                    <a:pt x="3014" y="4482"/>
                  </a:cubicBezTo>
                  <a:cubicBezTo>
                    <a:pt x="2765" y="4337"/>
                    <a:pt x="2451" y="4337"/>
                    <a:pt x="2149" y="4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2" name="Google Shape;1112;p26"/>
            <p:cNvSpPr/>
            <p:nvPr/>
          </p:nvSpPr>
          <p:spPr>
            <a:xfrm>
              <a:off x="6526638" y="3679997"/>
              <a:ext cx="222786" cy="127830"/>
            </a:xfrm>
            <a:custGeom>
              <a:rect b="b" l="l" r="r" t="t"/>
              <a:pathLst>
                <a:path extrusionOk="0" h="1917" w="3341">
                  <a:moveTo>
                    <a:pt x="1743" y="1863"/>
                  </a:moveTo>
                  <a:cubicBezTo>
                    <a:pt x="2633" y="1797"/>
                    <a:pt x="3341" y="1259"/>
                    <a:pt x="3303" y="642"/>
                  </a:cubicBezTo>
                  <a:cubicBezTo>
                    <a:pt x="3262" y="42"/>
                    <a:pt x="2570" y="1"/>
                    <a:pt x="1664" y="54"/>
                  </a:cubicBezTo>
                  <a:cubicBezTo>
                    <a:pt x="762" y="108"/>
                    <a:pt x="0" y="237"/>
                    <a:pt x="38" y="853"/>
                  </a:cubicBezTo>
                  <a:cubicBezTo>
                    <a:pt x="79" y="1457"/>
                    <a:pt x="840" y="1916"/>
                    <a:pt x="1743" y="186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3" name="Google Shape;1113;p26"/>
            <p:cNvSpPr/>
            <p:nvPr/>
          </p:nvSpPr>
          <p:spPr>
            <a:xfrm>
              <a:off x="7121655" y="3929993"/>
              <a:ext cx="409030" cy="630150"/>
            </a:xfrm>
            <a:custGeom>
              <a:rect b="b" l="l" r="r" t="t"/>
              <a:pathLst>
                <a:path extrusionOk="0" h="9450" w="6134">
                  <a:moveTo>
                    <a:pt x="1180" y="1"/>
                  </a:moveTo>
                  <a:cubicBezTo>
                    <a:pt x="1180" y="1"/>
                    <a:pt x="0" y="3593"/>
                    <a:pt x="881" y="6121"/>
                  </a:cubicBezTo>
                  <a:cubicBezTo>
                    <a:pt x="1693" y="8414"/>
                    <a:pt x="4209" y="9292"/>
                    <a:pt x="4668" y="9436"/>
                  </a:cubicBezTo>
                  <a:cubicBezTo>
                    <a:pt x="4718" y="9449"/>
                    <a:pt x="4747" y="9449"/>
                    <a:pt x="4747" y="9449"/>
                  </a:cubicBezTo>
                  <a:cubicBezTo>
                    <a:pt x="4747" y="9449"/>
                    <a:pt x="6134" y="7131"/>
                    <a:pt x="5243" y="4599"/>
                  </a:cubicBezTo>
                  <a:cubicBezTo>
                    <a:pt x="4391" y="2190"/>
                    <a:pt x="1469" y="196"/>
                    <a:pt x="1208" y="13"/>
                  </a:cubicBezTo>
                  <a:cubicBezTo>
                    <a:pt x="1196" y="1"/>
                    <a:pt x="1180" y="1"/>
                    <a:pt x="1180"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4" name="Google Shape;1114;p26"/>
            <p:cNvSpPr/>
            <p:nvPr/>
          </p:nvSpPr>
          <p:spPr>
            <a:xfrm>
              <a:off x="7202208" y="3930860"/>
              <a:ext cx="328478" cy="629283"/>
            </a:xfrm>
            <a:custGeom>
              <a:rect b="b" l="l" r="r" t="t"/>
              <a:pathLst>
                <a:path extrusionOk="0" h="9437" w="4926">
                  <a:moveTo>
                    <a:pt x="0" y="0"/>
                  </a:moveTo>
                  <a:lnTo>
                    <a:pt x="3460" y="9423"/>
                  </a:lnTo>
                  <a:cubicBezTo>
                    <a:pt x="3510" y="9436"/>
                    <a:pt x="3539" y="9436"/>
                    <a:pt x="3539" y="9436"/>
                  </a:cubicBezTo>
                  <a:cubicBezTo>
                    <a:pt x="3539" y="9436"/>
                    <a:pt x="4926" y="7118"/>
                    <a:pt x="4035" y="4586"/>
                  </a:cubicBezTo>
                  <a:cubicBezTo>
                    <a:pt x="3183" y="2177"/>
                    <a:pt x="261" y="183"/>
                    <a:pt x="0"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5" name="Google Shape;1115;p26"/>
            <p:cNvSpPr/>
            <p:nvPr/>
          </p:nvSpPr>
          <p:spPr>
            <a:xfrm>
              <a:off x="6640333" y="4151183"/>
              <a:ext cx="187778" cy="130898"/>
            </a:xfrm>
            <a:custGeom>
              <a:rect b="b" l="l" r="r" t="t"/>
              <a:pathLst>
                <a:path extrusionOk="0" h="1963" w="2816">
                  <a:moveTo>
                    <a:pt x="1502" y="1"/>
                  </a:moveTo>
                  <a:cubicBezTo>
                    <a:pt x="1434" y="1"/>
                    <a:pt x="1366" y="4"/>
                    <a:pt x="1296" y="11"/>
                  </a:cubicBezTo>
                  <a:cubicBezTo>
                    <a:pt x="550" y="103"/>
                    <a:pt x="0" y="603"/>
                    <a:pt x="63" y="1141"/>
                  </a:cubicBezTo>
                  <a:cubicBezTo>
                    <a:pt x="123" y="1625"/>
                    <a:pt x="656" y="1963"/>
                    <a:pt x="1313" y="1963"/>
                  </a:cubicBezTo>
                  <a:cubicBezTo>
                    <a:pt x="1381" y="1963"/>
                    <a:pt x="1450" y="1959"/>
                    <a:pt x="1519" y="1952"/>
                  </a:cubicBezTo>
                  <a:cubicBezTo>
                    <a:pt x="2265" y="1861"/>
                    <a:pt x="2815" y="1361"/>
                    <a:pt x="2752" y="826"/>
                  </a:cubicBezTo>
                  <a:cubicBezTo>
                    <a:pt x="2692" y="338"/>
                    <a:pt x="2159" y="1"/>
                    <a:pt x="150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6" name="Google Shape;1116;p26"/>
            <p:cNvSpPr/>
            <p:nvPr/>
          </p:nvSpPr>
          <p:spPr>
            <a:xfrm>
              <a:off x="6649735" y="3911855"/>
              <a:ext cx="180243" cy="155570"/>
            </a:xfrm>
            <a:custGeom>
              <a:rect b="b" l="l" r="r" t="t"/>
              <a:pathLst>
                <a:path extrusionOk="0" h="2333" w="2703">
                  <a:moveTo>
                    <a:pt x="1732" y="1"/>
                  </a:moveTo>
                  <a:cubicBezTo>
                    <a:pt x="1394" y="1"/>
                    <a:pt x="1007" y="156"/>
                    <a:pt x="683" y="455"/>
                  </a:cubicBezTo>
                  <a:cubicBezTo>
                    <a:pt x="145" y="968"/>
                    <a:pt x="1" y="1701"/>
                    <a:pt x="369" y="2094"/>
                  </a:cubicBezTo>
                  <a:cubicBezTo>
                    <a:pt x="520" y="2255"/>
                    <a:pt x="732" y="2333"/>
                    <a:pt x="968" y="2333"/>
                  </a:cubicBezTo>
                  <a:cubicBezTo>
                    <a:pt x="1308" y="2333"/>
                    <a:pt x="1695" y="2173"/>
                    <a:pt x="2020" y="1871"/>
                  </a:cubicBezTo>
                  <a:cubicBezTo>
                    <a:pt x="2558" y="1361"/>
                    <a:pt x="2702" y="625"/>
                    <a:pt x="2334" y="232"/>
                  </a:cubicBezTo>
                  <a:cubicBezTo>
                    <a:pt x="2183" y="76"/>
                    <a:pt x="1969" y="1"/>
                    <a:pt x="173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7" name="Google Shape;1117;p26"/>
            <p:cNvSpPr/>
            <p:nvPr/>
          </p:nvSpPr>
          <p:spPr>
            <a:xfrm>
              <a:off x="6441883" y="4028485"/>
              <a:ext cx="161772" cy="170974"/>
            </a:xfrm>
            <a:custGeom>
              <a:rect b="b" l="l" r="r" t="t"/>
              <a:pathLst>
                <a:path extrusionOk="0" h="2564" w="2426">
                  <a:moveTo>
                    <a:pt x="1502" y="1"/>
                  </a:moveTo>
                  <a:cubicBezTo>
                    <a:pt x="1089" y="1"/>
                    <a:pt x="628" y="313"/>
                    <a:pt x="353" y="829"/>
                  </a:cubicBezTo>
                  <a:cubicBezTo>
                    <a:pt x="1" y="1487"/>
                    <a:pt x="104" y="2219"/>
                    <a:pt x="576" y="2480"/>
                  </a:cubicBezTo>
                  <a:cubicBezTo>
                    <a:pt x="683" y="2537"/>
                    <a:pt x="800" y="2563"/>
                    <a:pt x="921" y="2563"/>
                  </a:cubicBezTo>
                  <a:cubicBezTo>
                    <a:pt x="1335" y="2563"/>
                    <a:pt x="1798" y="2251"/>
                    <a:pt x="2070" y="1735"/>
                  </a:cubicBezTo>
                  <a:cubicBezTo>
                    <a:pt x="2426" y="1078"/>
                    <a:pt x="2319" y="345"/>
                    <a:pt x="1847" y="84"/>
                  </a:cubicBezTo>
                  <a:cubicBezTo>
                    <a:pt x="1740" y="28"/>
                    <a:pt x="1623" y="1"/>
                    <a:pt x="150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8" name="Google Shape;1118;p26"/>
            <p:cNvSpPr/>
            <p:nvPr/>
          </p:nvSpPr>
          <p:spPr>
            <a:xfrm>
              <a:off x="6869991" y="4268746"/>
              <a:ext cx="161772" cy="171041"/>
            </a:xfrm>
            <a:custGeom>
              <a:rect b="b" l="l" r="r" t="t"/>
              <a:pathLst>
                <a:path extrusionOk="0" h="2565" w="2426">
                  <a:moveTo>
                    <a:pt x="1503" y="1"/>
                  </a:moveTo>
                  <a:cubicBezTo>
                    <a:pt x="1090" y="1"/>
                    <a:pt x="628" y="315"/>
                    <a:pt x="356" y="831"/>
                  </a:cubicBezTo>
                  <a:cubicBezTo>
                    <a:pt x="0" y="1485"/>
                    <a:pt x="107" y="2221"/>
                    <a:pt x="579" y="2482"/>
                  </a:cubicBezTo>
                  <a:cubicBezTo>
                    <a:pt x="686" y="2538"/>
                    <a:pt x="802" y="2565"/>
                    <a:pt x="923" y="2565"/>
                  </a:cubicBezTo>
                  <a:cubicBezTo>
                    <a:pt x="1337" y="2565"/>
                    <a:pt x="1798" y="2252"/>
                    <a:pt x="2073" y="1736"/>
                  </a:cubicBezTo>
                  <a:cubicBezTo>
                    <a:pt x="2425" y="1079"/>
                    <a:pt x="2321" y="346"/>
                    <a:pt x="1849" y="85"/>
                  </a:cubicBezTo>
                  <a:cubicBezTo>
                    <a:pt x="1742" y="28"/>
                    <a:pt x="1625" y="1"/>
                    <a:pt x="150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9" name="Google Shape;1119;p26"/>
            <p:cNvSpPr/>
            <p:nvPr/>
          </p:nvSpPr>
          <p:spPr>
            <a:xfrm>
              <a:off x="6838516" y="4087033"/>
              <a:ext cx="160905" cy="170507"/>
            </a:xfrm>
            <a:custGeom>
              <a:rect b="b" l="l" r="r" t="t"/>
              <a:pathLst>
                <a:path extrusionOk="0" h="2557" w="2413">
                  <a:moveTo>
                    <a:pt x="1504" y="0"/>
                  </a:moveTo>
                  <a:cubicBezTo>
                    <a:pt x="1090" y="0"/>
                    <a:pt x="628" y="310"/>
                    <a:pt x="356" y="816"/>
                  </a:cubicBezTo>
                  <a:cubicBezTo>
                    <a:pt x="0" y="1486"/>
                    <a:pt x="107" y="2219"/>
                    <a:pt x="579" y="2467"/>
                  </a:cubicBezTo>
                  <a:cubicBezTo>
                    <a:pt x="688" y="2528"/>
                    <a:pt x="807" y="2557"/>
                    <a:pt x="930" y="2557"/>
                  </a:cubicBezTo>
                  <a:cubicBezTo>
                    <a:pt x="1342" y="2557"/>
                    <a:pt x="1800" y="2238"/>
                    <a:pt x="2073" y="1735"/>
                  </a:cubicBezTo>
                  <a:cubicBezTo>
                    <a:pt x="2413" y="1080"/>
                    <a:pt x="2321" y="332"/>
                    <a:pt x="1850" y="83"/>
                  </a:cubicBezTo>
                  <a:cubicBezTo>
                    <a:pt x="1743" y="27"/>
                    <a:pt x="1625" y="0"/>
                    <a:pt x="150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0" name="Google Shape;1120;p26"/>
            <p:cNvSpPr/>
            <p:nvPr/>
          </p:nvSpPr>
          <p:spPr>
            <a:xfrm>
              <a:off x="6532706" y="4419050"/>
              <a:ext cx="161772" cy="171107"/>
            </a:xfrm>
            <a:custGeom>
              <a:rect b="b" l="l" r="r" t="t"/>
              <a:pathLst>
                <a:path extrusionOk="0" h="2566" w="2426">
                  <a:moveTo>
                    <a:pt x="1505" y="0"/>
                  </a:moveTo>
                  <a:cubicBezTo>
                    <a:pt x="1091" y="0"/>
                    <a:pt x="629" y="313"/>
                    <a:pt x="356" y="832"/>
                  </a:cubicBezTo>
                  <a:cubicBezTo>
                    <a:pt x="1" y="1486"/>
                    <a:pt x="104" y="2219"/>
                    <a:pt x="576" y="2483"/>
                  </a:cubicBezTo>
                  <a:cubicBezTo>
                    <a:pt x="683" y="2539"/>
                    <a:pt x="800" y="2566"/>
                    <a:pt x="921" y="2566"/>
                  </a:cubicBezTo>
                  <a:cubicBezTo>
                    <a:pt x="1335" y="2566"/>
                    <a:pt x="1798" y="2253"/>
                    <a:pt x="2070" y="1734"/>
                  </a:cubicBezTo>
                  <a:cubicBezTo>
                    <a:pt x="2426" y="1080"/>
                    <a:pt x="2322" y="347"/>
                    <a:pt x="1850" y="83"/>
                  </a:cubicBezTo>
                  <a:cubicBezTo>
                    <a:pt x="1743" y="27"/>
                    <a:pt x="1626" y="0"/>
                    <a:pt x="1505"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1" name="Google Shape;1121;p26"/>
            <p:cNvSpPr/>
            <p:nvPr/>
          </p:nvSpPr>
          <p:spPr>
            <a:xfrm>
              <a:off x="6377067" y="3515755"/>
              <a:ext cx="148769" cy="180376"/>
            </a:xfrm>
            <a:custGeom>
              <a:rect b="b" l="l" r="r" t="t"/>
              <a:pathLst>
                <a:path extrusionOk="0" h="2705" w="2231">
                  <a:moveTo>
                    <a:pt x="1326" y="0"/>
                  </a:moveTo>
                  <a:cubicBezTo>
                    <a:pt x="876" y="0"/>
                    <a:pt x="408" y="443"/>
                    <a:pt x="212" y="1089"/>
                  </a:cubicBezTo>
                  <a:cubicBezTo>
                    <a:pt x="1" y="1822"/>
                    <a:pt x="224" y="2530"/>
                    <a:pt x="724" y="2674"/>
                  </a:cubicBezTo>
                  <a:cubicBezTo>
                    <a:pt x="788" y="2695"/>
                    <a:pt x="852" y="2704"/>
                    <a:pt x="918" y="2704"/>
                  </a:cubicBezTo>
                  <a:cubicBezTo>
                    <a:pt x="1362" y="2704"/>
                    <a:pt x="1824" y="2255"/>
                    <a:pt x="2007" y="1627"/>
                  </a:cubicBezTo>
                  <a:cubicBezTo>
                    <a:pt x="2231" y="891"/>
                    <a:pt x="1995" y="183"/>
                    <a:pt x="1511" y="26"/>
                  </a:cubicBezTo>
                  <a:cubicBezTo>
                    <a:pt x="1450" y="9"/>
                    <a:pt x="1388" y="0"/>
                    <a:pt x="1326"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2" name="Google Shape;1122;p26"/>
            <p:cNvSpPr/>
            <p:nvPr/>
          </p:nvSpPr>
          <p:spPr>
            <a:xfrm>
              <a:off x="6423412" y="3531493"/>
              <a:ext cx="50012" cy="138099"/>
            </a:xfrm>
            <a:custGeom>
              <a:rect b="b" l="l" r="r" t="t"/>
              <a:pathLst>
                <a:path extrusionOk="0" h="2071" w="750">
                  <a:moveTo>
                    <a:pt x="749" y="13"/>
                  </a:moveTo>
                  <a:cubicBezTo>
                    <a:pt x="749" y="13"/>
                    <a:pt x="709" y="54"/>
                    <a:pt x="658" y="133"/>
                  </a:cubicBezTo>
                  <a:cubicBezTo>
                    <a:pt x="605" y="196"/>
                    <a:pt x="526" y="303"/>
                    <a:pt x="485" y="419"/>
                  </a:cubicBezTo>
                  <a:cubicBezTo>
                    <a:pt x="435" y="551"/>
                    <a:pt x="407" y="696"/>
                    <a:pt x="422" y="841"/>
                  </a:cubicBezTo>
                  <a:cubicBezTo>
                    <a:pt x="422" y="970"/>
                    <a:pt x="473" y="1114"/>
                    <a:pt x="501" y="1246"/>
                  </a:cubicBezTo>
                  <a:cubicBezTo>
                    <a:pt x="539" y="1391"/>
                    <a:pt x="551" y="1548"/>
                    <a:pt x="514" y="1690"/>
                  </a:cubicBezTo>
                  <a:cubicBezTo>
                    <a:pt x="501" y="1756"/>
                    <a:pt x="473" y="1822"/>
                    <a:pt x="435" y="1875"/>
                  </a:cubicBezTo>
                  <a:cubicBezTo>
                    <a:pt x="394" y="1941"/>
                    <a:pt x="356" y="1979"/>
                    <a:pt x="303" y="2004"/>
                  </a:cubicBezTo>
                  <a:cubicBezTo>
                    <a:pt x="212" y="2070"/>
                    <a:pt x="120" y="2070"/>
                    <a:pt x="67" y="2058"/>
                  </a:cubicBezTo>
                  <a:cubicBezTo>
                    <a:pt x="13" y="2033"/>
                    <a:pt x="1" y="2004"/>
                    <a:pt x="1" y="1992"/>
                  </a:cubicBezTo>
                  <a:cubicBezTo>
                    <a:pt x="13" y="1954"/>
                    <a:pt x="108" y="1967"/>
                    <a:pt x="212" y="1875"/>
                  </a:cubicBezTo>
                  <a:cubicBezTo>
                    <a:pt x="265" y="1822"/>
                    <a:pt x="303" y="1756"/>
                    <a:pt x="315" y="1652"/>
                  </a:cubicBezTo>
                  <a:cubicBezTo>
                    <a:pt x="328" y="1561"/>
                    <a:pt x="315" y="1441"/>
                    <a:pt x="290" y="1312"/>
                  </a:cubicBezTo>
                  <a:cubicBezTo>
                    <a:pt x="265" y="1193"/>
                    <a:pt x="224" y="1036"/>
                    <a:pt x="224" y="853"/>
                  </a:cubicBezTo>
                  <a:cubicBezTo>
                    <a:pt x="224" y="668"/>
                    <a:pt x="278" y="498"/>
                    <a:pt x="356" y="353"/>
                  </a:cubicBezTo>
                  <a:cubicBezTo>
                    <a:pt x="435" y="224"/>
                    <a:pt x="539" y="133"/>
                    <a:pt x="605" y="67"/>
                  </a:cubicBezTo>
                  <a:cubicBezTo>
                    <a:pt x="683" y="13"/>
                    <a:pt x="737" y="1"/>
                    <a:pt x="749"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3" name="Google Shape;1123;p26"/>
            <p:cNvSpPr/>
            <p:nvPr/>
          </p:nvSpPr>
          <p:spPr>
            <a:xfrm>
              <a:off x="6628797" y="4530345"/>
              <a:ext cx="205582" cy="161705"/>
            </a:xfrm>
            <a:custGeom>
              <a:rect b="b" l="l" r="r" t="t"/>
              <a:pathLst>
                <a:path extrusionOk="0" h="2425" w="3083">
                  <a:moveTo>
                    <a:pt x="1924" y="0"/>
                  </a:moveTo>
                  <a:cubicBezTo>
                    <a:pt x="1607" y="0"/>
                    <a:pt x="1253" y="109"/>
                    <a:pt x="931" y="330"/>
                  </a:cubicBezTo>
                  <a:cubicBezTo>
                    <a:pt x="277" y="773"/>
                    <a:pt x="0" y="1547"/>
                    <a:pt x="343" y="2031"/>
                  </a:cubicBezTo>
                  <a:cubicBezTo>
                    <a:pt x="521" y="2293"/>
                    <a:pt x="825" y="2425"/>
                    <a:pt x="1170" y="2425"/>
                  </a:cubicBezTo>
                  <a:cubicBezTo>
                    <a:pt x="1484" y="2425"/>
                    <a:pt x="1832" y="2316"/>
                    <a:pt x="2151" y="2097"/>
                  </a:cubicBezTo>
                  <a:cubicBezTo>
                    <a:pt x="2818" y="1638"/>
                    <a:pt x="3082" y="880"/>
                    <a:pt x="2740" y="380"/>
                  </a:cubicBezTo>
                  <a:cubicBezTo>
                    <a:pt x="2569" y="128"/>
                    <a:pt x="2268" y="0"/>
                    <a:pt x="192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4" name="Google Shape;1124;p26"/>
            <p:cNvSpPr/>
            <p:nvPr/>
          </p:nvSpPr>
          <p:spPr>
            <a:xfrm>
              <a:off x="6669007" y="4560886"/>
              <a:ext cx="130364" cy="95289"/>
            </a:xfrm>
            <a:custGeom>
              <a:rect b="b" l="l" r="r" t="t"/>
              <a:pathLst>
                <a:path extrusionOk="0" h="1429" w="1955">
                  <a:moveTo>
                    <a:pt x="1942" y="54"/>
                  </a:moveTo>
                  <a:cubicBezTo>
                    <a:pt x="1942" y="67"/>
                    <a:pt x="1888" y="79"/>
                    <a:pt x="1797" y="92"/>
                  </a:cubicBezTo>
                  <a:cubicBezTo>
                    <a:pt x="1706" y="108"/>
                    <a:pt x="1574" y="145"/>
                    <a:pt x="1457" y="211"/>
                  </a:cubicBezTo>
                  <a:cubicBezTo>
                    <a:pt x="1325" y="277"/>
                    <a:pt x="1206" y="381"/>
                    <a:pt x="1127" y="513"/>
                  </a:cubicBezTo>
                  <a:cubicBezTo>
                    <a:pt x="1036" y="630"/>
                    <a:pt x="985" y="787"/>
                    <a:pt x="932" y="919"/>
                  </a:cubicBezTo>
                  <a:cubicBezTo>
                    <a:pt x="866" y="1064"/>
                    <a:pt x="775" y="1208"/>
                    <a:pt x="655" y="1300"/>
                  </a:cubicBezTo>
                  <a:cubicBezTo>
                    <a:pt x="592" y="1350"/>
                    <a:pt x="539" y="1378"/>
                    <a:pt x="460" y="1403"/>
                  </a:cubicBezTo>
                  <a:cubicBezTo>
                    <a:pt x="394" y="1416"/>
                    <a:pt x="328" y="1429"/>
                    <a:pt x="262" y="1416"/>
                  </a:cubicBezTo>
                  <a:cubicBezTo>
                    <a:pt x="146" y="1403"/>
                    <a:pt x="67" y="1337"/>
                    <a:pt x="26" y="1287"/>
                  </a:cubicBezTo>
                  <a:cubicBezTo>
                    <a:pt x="1" y="1221"/>
                    <a:pt x="1" y="1193"/>
                    <a:pt x="14" y="1180"/>
                  </a:cubicBezTo>
                  <a:cubicBezTo>
                    <a:pt x="54" y="1155"/>
                    <a:pt x="120" y="1246"/>
                    <a:pt x="278" y="1234"/>
                  </a:cubicBezTo>
                  <a:cubicBezTo>
                    <a:pt x="341" y="1221"/>
                    <a:pt x="419" y="1193"/>
                    <a:pt x="498" y="1130"/>
                  </a:cubicBezTo>
                  <a:cubicBezTo>
                    <a:pt x="577" y="1051"/>
                    <a:pt x="643" y="944"/>
                    <a:pt x="709" y="828"/>
                  </a:cubicBezTo>
                  <a:cubicBezTo>
                    <a:pt x="762" y="696"/>
                    <a:pt x="828" y="538"/>
                    <a:pt x="945" y="381"/>
                  </a:cubicBezTo>
                  <a:cubicBezTo>
                    <a:pt x="1064" y="236"/>
                    <a:pt x="1221" y="120"/>
                    <a:pt x="1379" y="67"/>
                  </a:cubicBezTo>
                  <a:cubicBezTo>
                    <a:pt x="1536" y="13"/>
                    <a:pt x="1693" y="1"/>
                    <a:pt x="1784" y="13"/>
                  </a:cubicBezTo>
                  <a:cubicBezTo>
                    <a:pt x="1888" y="29"/>
                    <a:pt x="1954" y="41"/>
                    <a:pt x="1942"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6"/>
            <p:cNvSpPr/>
            <p:nvPr/>
          </p:nvSpPr>
          <p:spPr>
            <a:xfrm>
              <a:off x="6293179" y="3842505"/>
              <a:ext cx="154837" cy="187244"/>
            </a:xfrm>
            <a:custGeom>
              <a:rect b="b" l="l" r="r" t="t"/>
              <a:pathLst>
                <a:path extrusionOk="0" h="2808" w="2322">
                  <a:moveTo>
                    <a:pt x="1454" y="1"/>
                  </a:moveTo>
                  <a:cubicBezTo>
                    <a:pt x="1015" y="1"/>
                    <a:pt x="524" y="430"/>
                    <a:pt x="278" y="1077"/>
                  </a:cubicBezTo>
                  <a:cubicBezTo>
                    <a:pt x="1" y="1822"/>
                    <a:pt x="158" y="2583"/>
                    <a:pt x="646" y="2766"/>
                  </a:cubicBezTo>
                  <a:cubicBezTo>
                    <a:pt x="718" y="2794"/>
                    <a:pt x="794" y="2807"/>
                    <a:pt x="871" y="2807"/>
                  </a:cubicBezTo>
                  <a:cubicBezTo>
                    <a:pt x="1307" y="2807"/>
                    <a:pt x="1789" y="2378"/>
                    <a:pt x="2033" y="1731"/>
                  </a:cubicBezTo>
                  <a:cubicBezTo>
                    <a:pt x="2322" y="986"/>
                    <a:pt x="2165" y="225"/>
                    <a:pt x="1680" y="42"/>
                  </a:cubicBezTo>
                  <a:cubicBezTo>
                    <a:pt x="1608" y="14"/>
                    <a:pt x="1532" y="1"/>
                    <a:pt x="145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6"/>
            <p:cNvSpPr/>
            <p:nvPr/>
          </p:nvSpPr>
          <p:spPr>
            <a:xfrm>
              <a:off x="6329054" y="3846972"/>
              <a:ext cx="76218" cy="166973"/>
            </a:xfrm>
            <a:custGeom>
              <a:rect b="b" l="l" r="r" t="t"/>
              <a:pathLst>
                <a:path extrusionOk="0" h="2504" w="1143">
                  <a:moveTo>
                    <a:pt x="199" y="2491"/>
                  </a:moveTo>
                  <a:cubicBezTo>
                    <a:pt x="199" y="2504"/>
                    <a:pt x="145" y="2450"/>
                    <a:pt x="92" y="2347"/>
                  </a:cubicBezTo>
                  <a:cubicBezTo>
                    <a:pt x="41" y="2243"/>
                    <a:pt x="1" y="2086"/>
                    <a:pt x="13" y="1900"/>
                  </a:cubicBezTo>
                  <a:cubicBezTo>
                    <a:pt x="13" y="1809"/>
                    <a:pt x="41" y="1705"/>
                    <a:pt x="79" y="1614"/>
                  </a:cubicBezTo>
                  <a:cubicBezTo>
                    <a:pt x="92" y="1560"/>
                    <a:pt x="120" y="1507"/>
                    <a:pt x="170" y="1457"/>
                  </a:cubicBezTo>
                  <a:cubicBezTo>
                    <a:pt x="224" y="1403"/>
                    <a:pt x="277" y="1378"/>
                    <a:pt x="315" y="1362"/>
                  </a:cubicBezTo>
                  <a:cubicBezTo>
                    <a:pt x="369" y="1337"/>
                    <a:pt x="406" y="1324"/>
                    <a:pt x="447" y="1299"/>
                  </a:cubicBezTo>
                  <a:cubicBezTo>
                    <a:pt x="472" y="1271"/>
                    <a:pt x="513" y="1258"/>
                    <a:pt x="538" y="1233"/>
                  </a:cubicBezTo>
                  <a:cubicBezTo>
                    <a:pt x="604" y="1180"/>
                    <a:pt x="658" y="1126"/>
                    <a:pt x="708" y="1063"/>
                  </a:cubicBezTo>
                  <a:cubicBezTo>
                    <a:pt x="894" y="827"/>
                    <a:pt x="932" y="551"/>
                    <a:pt x="919" y="356"/>
                  </a:cubicBezTo>
                  <a:cubicBezTo>
                    <a:pt x="906" y="158"/>
                    <a:pt x="853" y="41"/>
                    <a:pt x="894" y="13"/>
                  </a:cubicBezTo>
                  <a:cubicBezTo>
                    <a:pt x="906" y="0"/>
                    <a:pt x="932" y="25"/>
                    <a:pt x="972" y="79"/>
                  </a:cubicBezTo>
                  <a:cubicBezTo>
                    <a:pt x="1010" y="120"/>
                    <a:pt x="1064" y="211"/>
                    <a:pt x="1089" y="315"/>
                  </a:cubicBezTo>
                  <a:cubicBezTo>
                    <a:pt x="1130" y="434"/>
                    <a:pt x="1142" y="576"/>
                    <a:pt x="1114" y="733"/>
                  </a:cubicBezTo>
                  <a:cubicBezTo>
                    <a:pt x="1089" y="890"/>
                    <a:pt x="1023" y="1063"/>
                    <a:pt x="906" y="1221"/>
                  </a:cubicBezTo>
                  <a:cubicBezTo>
                    <a:pt x="840" y="1284"/>
                    <a:pt x="774" y="1362"/>
                    <a:pt x="683" y="1416"/>
                  </a:cubicBezTo>
                  <a:cubicBezTo>
                    <a:pt x="642" y="1441"/>
                    <a:pt x="604" y="1482"/>
                    <a:pt x="551" y="1494"/>
                  </a:cubicBezTo>
                  <a:cubicBezTo>
                    <a:pt x="513" y="1519"/>
                    <a:pt x="447" y="1548"/>
                    <a:pt x="406" y="1560"/>
                  </a:cubicBezTo>
                  <a:cubicBezTo>
                    <a:pt x="369" y="1573"/>
                    <a:pt x="343" y="1585"/>
                    <a:pt x="315" y="1598"/>
                  </a:cubicBezTo>
                  <a:cubicBezTo>
                    <a:pt x="290" y="1626"/>
                    <a:pt x="277" y="1652"/>
                    <a:pt x="249" y="1692"/>
                  </a:cubicBezTo>
                  <a:cubicBezTo>
                    <a:pt x="211" y="1755"/>
                    <a:pt x="186" y="1834"/>
                    <a:pt x="170" y="1913"/>
                  </a:cubicBezTo>
                  <a:cubicBezTo>
                    <a:pt x="133" y="2070"/>
                    <a:pt x="145" y="2215"/>
                    <a:pt x="170" y="2321"/>
                  </a:cubicBezTo>
                  <a:cubicBezTo>
                    <a:pt x="186" y="2425"/>
                    <a:pt x="211" y="2491"/>
                    <a:pt x="199" y="249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6"/>
            <p:cNvSpPr/>
            <p:nvPr/>
          </p:nvSpPr>
          <p:spPr>
            <a:xfrm>
              <a:off x="6222494" y="3658858"/>
              <a:ext cx="145234" cy="145501"/>
            </a:xfrm>
            <a:custGeom>
              <a:rect b="b" l="l" r="r" t="t"/>
              <a:pathLst>
                <a:path extrusionOk="0" h="2182" w="2178">
                  <a:moveTo>
                    <a:pt x="818" y="1"/>
                  </a:moveTo>
                  <a:cubicBezTo>
                    <a:pt x="674" y="1"/>
                    <a:pt x="536" y="40"/>
                    <a:pt x="419" y="123"/>
                  </a:cubicBezTo>
                  <a:cubicBezTo>
                    <a:pt x="26" y="396"/>
                    <a:pt x="1" y="1054"/>
                    <a:pt x="381" y="1588"/>
                  </a:cubicBezTo>
                  <a:cubicBezTo>
                    <a:pt x="637" y="1966"/>
                    <a:pt x="1017" y="2182"/>
                    <a:pt x="1357" y="2182"/>
                  </a:cubicBezTo>
                  <a:cubicBezTo>
                    <a:pt x="1501" y="2182"/>
                    <a:pt x="1638" y="2143"/>
                    <a:pt x="1756" y="2060"/>
                  </a:cubicBezTo>
                  <a:cubicBezTo>
                    <a:pt x="2149" y="1787"/>
                    <a:pt x="2177" y="1132"/>
                    <a:pt x="1797" y="594"/>
                  </a:cubicBezTo>
                  <a:cubicBezTo>
                    <a:pt x="1539" y="217"/>
                    <a:pt x="1158" y="1"/>
                    <a:pt x="8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8" name="Google Shape;1128;p26"/>
            <p:cNvSpPr/>
            <p:nvPr/>
          </p:nvSpPr>
          <p:spPr>
            <a:xfrm>
              <a:off x="6253102" y="3673929"/>
              <a:ext cx="92622" cy="105758"/>
            </a:xfrm>
            <a:custGeom>
              <a:rect b="b" l="l" r="r" t="t"/>
              <a:pathLst>
                <a:path extrusionOk="0" h="1586" w="1389">
                  <a:moveTo>
                    <a:pt x="117" y="0"/>
                  </a:moveTo>
                  <a:cubicBezTo>
                    <a:pt x="130" y="0"/>
                    <a:pt x="130" y="54"/>
                    <a:pt x="130" y="145"/>
                  </a:cubicBezTo>
                  <a:cubicBezTo>
                    <a:pt x="130" y="224"/>
                    <a:pt x="130" y="340"/>
                    <a:pt x="171" y="460"/>
                  </a:cubicBezTo>
                  <a:cubicBezTo>
                    <a:pt x="209" y="576"/>
                    <a:pt x="303" y="683"/>
                    <a:pt x="407" y="733"/>
                  </a:cubicBezTo>
                  <a:cubicBezTo>
                    <a:pt x="444" y="762"/>
                    <a:pt x="498" y="762"/>
                    <a:pt x="577" y="774"/>
                  </a:cubicBezTo>
                  <a:cubicBezTo>
                    <a:pt x="643" y="774"/>
                    <a:pt x="721" y="774"/>
                    <a:pt x="800" y="799"/>
                  </a:cubicBezTo>
                  <a:cubicBezTo>
                    <a:pt x="945" y="828"/>
                    <a:pt x="1074" y="906"/>
                    <a:pt x="1168" y="985"/>
                  </a:cubicBezTo>
                  <a:cubicBezTo>
                    <a:pt x="1218" y="1035"/>
                    <a:pt x="1259" y="1076"/>
                    <a:pt x="1297" y="1126"/>
                  </a:cubicBezTo>
                  <a:cubicBezTo>
                    <a:pt x="1325" y="1180"/>
                    <a:pt x="1350" y="1233"/>
                    <a:pt x="1363" y="1284"/>
                  </a:cubicBezTo>
                  <a:cubicBezTo>
                    <a:pt x="1388" y="1391"/>
                    <a:pt x="1375" y="1482"/>
                    <a:pt x="1338" y="1535"/>
                  </a:cubicBezTo>
                  <a:cubicBezTo>
                    <a:pt x="1297" y="1586"/>
                    <a:pt x="1259" y="1586"/>
                    <a:pt x="1247" y="1573"/>
                  </a:cubicBezTo>
                  <a:cubicBezTo>
                    <a:pt x="1231" y="1561"/>
                    <a:pt x="1231" y="1535"/>
                    <a:pt x="1231" y="1494"/>
                  </a:cubicBezTo>
                  <a:cubicBezTo>
                    <a:pt x="1231" y="1457"/>
                    <a:pt x="1231" y="1416"/>
                    <a:pt x="1193" y="1350"/>
                  </a:cubicBezTo>
                  <a:cubicBezTo>
                    <a:pt x="1168" y="1299"/>
                    <a:pt x="1114" y="1233"/>
                    <a:pt x="1023" y="1167"/>
                  </a:cubicBezTo>
                  <a:cubicBezTo>
                    <a:pt x="945" y="1114"/>
                    <a:pt x="853" y="1064"/>
                    <a:pt x="734" y="1035"/>
                  </a:cubicBezTo>
                  <a:cubicBezTo>
                    <a:pt x="680" y="1023"/>
                    <a:pt x="630" y="1010"/>
                    <a:pt x="551" y="1010"/>
                  </a:cubicBezTo>
                  <a:cubicBezTo>
                    <a:pt x="523" y="998"/>
                    <a:pt x="473" y="998"/>
                    <a:pt x="432" y="985"/>
                  </a:cubicBezTo>
                  <a:cubicBezTo>
                    <a:pt x="394" y="969"/>
                    <a:pt x="341" y="957"/>
                    <a:pt x="303" y="931"/>
                  </a:cubicBezTo>
                  <a:cubicBezTo>
                    <a:pt x="130" y="828"/>
                    <a:pt x="39" y="655"/>
                    <a:pt x="26" y="497"/>
                  </a:cubicBezTo>
                  <a:cubicBezTo>
                    <a:pt x="1" y="340"/>
                    <a:pt x="26" y="211"/>
                    <a:pt x="51" y="133"/>
                  </a:cubicBezTo>
                  <a:cubicBezTo>
                    <a:pt x="80" y="41"/>
                    <a:pt x="105" y="0"/>
                    <a:pt x="117"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9" name="Google Shape;1129;p26"/>
            <p:cNvSpPr/>
            <p:nvPr/>
          </p:nvSpPr>
          <p:spPr>
            <a:xfrm>
              <a:off x="6892797" y="4209397"/>
              <a:ext cx="221986" cy="121962"/>
            </a:xfrm>
            <a:custGeom>
              <a:rect b="b" l="l" r="r" t="t"/>
              <a:pathLst>
                <a:path extrusionOk="0" h="1829" w="3329">
                  <a:moveTo>
                    <a:pt x="2135" y="0"/>
                  </a:moveTo>
                  <a:cubicBezTo>
                    <a:pt x="1984" y="0"/>
                    <a:pt x="1822" y="7"/>
                    <a:pt x="1652" y="16"/>
                  </a:cubicBezTo>
                  <a:cubicBezTo>
                    <a:pt x="759" y="82"/>
                    <a:pt x="1" y="202"/>
                    <a:pt x="39" y="818"/>
                  </a:cubicBezTo>
                  <a:cubicBezTo>
                    <a:pt x="77" y="1398"/>
                    <a:pt x="757" y="1829"/>
                    <a:pt x="1586" y="1829"/>
                  </a:cubicBezTo>
                  <a:cubicBezTo>
                    <a:pt x="1634" y="1829"/>
                    <a:pt x="1682" y="1827"/>
                    <a:pt x="1731" y="1824"/>
                  </a:cubicBezTo>
                  <a:cubicBezTo>
                    <a:pt x="2633" y="1774"/>
                    <a:pt x="3329" y="1236"/>
                    <a:pt x="3291" y="620"/>
                  </a:cubicBezTo>
                  <a:cubicBezTo>
                    <a:pt x="3258" y="119"/>
                    <a:pt x="2793" y="0"/>
                    <a:pt x="213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0" name="Google Shape;1130;p26"/>
            <p:cNvSpPr/>
            <p:nvPr/>
          </p:nvSpPr>
          <p:spPr>
            <a:xfrm>
              <a:off x="6911068" y="4234937"/>
              <a:ext cx="178376" cy="29874"/>
            </a:xfrm>
            <a:custGeom>
              <a:rect b="b" l="l" r="r" t="t"/>
              <a:pathLst>
                <a:path extrusionOk="0" h="448" w="2675">
                  <a:moveTo>
                    <a:pt x="13" y="146"/>
                  </a:moveTo>
                  <a:cubicBezTo>
                    <a:pt x="13" y="146"/>
                    <a:pt x="79" y="171"/>
                    <a:pt x="170" y="183"/>
                  </a:cubicBezTo>
                  <a:cubicBezTo>
                    <a:pt x="265" y="212"/>
                    <a:pt x="394" y="224"/>
                    <a:pt x="564" y="224"/>
                  </a:cubicBezTo>
                  <a:cubicBezTo>
                    <a:pt x="878" y="224"/>
                    <a:pt x="1271" y="199"/>
                    <a:pt x="1561" y="158"/>
                  </a:cubicBezTo>
                  <a:cubicBezTo>
                    <a:pt x="2164" y="92"/>
                    <a:pt x="2649" y="1"/>
                    <a:pt x="2661" y="67"/>
                  </a:cubicBezTo>
                  <a:cubicBezTo>
                    <a:pt x="2674" y="105"/>
                    <a:pt x="2570" y="171"/>
                    <a:pt x="2372" y="237"/>
                  </a:cubicBezTo>
                  <a:cubicBezTo>
                    <a:pt x="2190" y="303"/>
                    <a:pt x="1916" y="369"/>
                    <a:pt x="1586" y="407"/>
                  </a:cubicBezTo>
                  <a:cubicBezTo>
                    <a:pt x="1287" y="448"/>
                    <a:pt x="878" y="435"/>
                    <a:pt x="551" y="382"/>
                  </a:cubicBezTo>
                  <a:cubicBezTo>
                    <a:pt x="381" y="356"/>
                    <a:pt x="236" y="315"/>
                    <a:pt x="145" y="262"/>
                  </a:cubicBezTo>
                  <a:cubicBezTo>
                    <a:pt x="41" y="212"/>
                    <a:pt x="1" y="158"/>
                    <a:pt x="13" y="14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1" name="Google Shape;1131;p26"/>
            <p:cNvSpPr/>
            <p:nvPr/>
          </p:nvSpPr>
          <p:spPr>
            <a:xfrm>
              <a:off x="6762564" y="4364503"/>
              <a:ext cx="153837" cy="176242"/>
            </a:xfrm>
            <a:custGeom>
              <a:rect b="b" l="l" r="r" t="t"/>
              <a:pathLst>
                <a:path extrusionOk="0" h="2643" w="2307">
                  <a:moveTo>
                    <a:pt x="959" y="0"/>
                  </a:moveTo>
                  <a:cubicBezTo>
                    <a:pt x="883" y="0"/>
                    <a:pt x="807" y="12"/>
                    <a:pt x="734" y="36"/>
                  </a:cubicBezTo>
                  <a:cubicBezTo>
                    <a:pt x="224" y="206"/>
                    <a:pt x="1" y="914"/>
                    <a:pt x="237" y="1637"/>
                  </a:cubicBezTo>
                  <a:cubicBezTo>
                    <a:pt x="438" y="2241"/>
                    <a:pt x="907" y="2643"/>
                    <a:pt x="1356" y="2643"/>
                  </a:cubicBezTo>
                  <a:cubicBezTo>
                    <a:pt x="1434" y="2643"/>
                    <a:pt x="1511" y="2631"/>
                    <a:pt x="1586" y="2606"/>
                  </a:cubicBezTo>
                  <a:cubicBezTo>
                    <a:pt x="2083" y="2436"/>
                    <a:pt x="2306" y="1728"/>
                    <a:pt x="2083" y="1021"/>
                  </a:cubicBezTo>
                  <a:cubicBezTo>
                    <a:pt x="1881" y="415"/>
                    <a:pt x="1411" y="0"/>
                    <a:pt x="959"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6"/>
            <p:cNvSpPr/>
            <p:nvPr/>
          </p:nvSpPr>
          <p:spPr>
            <a:xfrm>
              <a:off x="6427813" y="3715672"/>
              <a:ext cx="221986" cy="121962"/>
            </a:xfrm>
            <a:custGeom>
              <a:rect b="b" l="l" r="r" t="t"/>
              <a:pathLst>
                <a:path extrusionOk="0" h="1829" w="3329">
                  <a:moveTo>
                    <a:pt x="2145" y="0"/>
                  </a:moveTo>
                  <a:cubicBezTo>
                    <a:pt x="1993" y="0"/>
                    <a:pt x="1832" y="7"/>
                    <a:pt x="1665" y="16"/>
                  </a:cubicBezTo>
                  <a:cubicBezTo>
                    <a:pt x="762" y="82"/>
                    <a:pt x="1" y="202"/>
                    <a:pt x="42" y="815"/>
                  </a:cubicBezTo>
                  <a:cubicBezTo>
                    <a:pt x="78" y="1398"/>
                    <a:pt x="760" y="1829"/>
                    <a:pt x="1587" y="1829"/>
                  </a:cubicBezTo>
                  <a:cubicBezTo>
                    <a:pt x="1634" y="1829"/>
                    <a:pt x="1682" y="1828"/>
                    <a:pt x="1731" y="1825"/>
                  </a:cubicBezTo>
                  <a:cubicBezTo>
                    <a:pt x="2637" y="1774"/>
                    <a:pt x="3329" y="1236"/>
                    <a:pt x="3303" y="620"/>
                  </a:cubicBezTo>
                  <a:cubicBezTo>
                    <a:pt x="3273" y="119"/>
                    <a:pt x="2800" y="0"/>
                    <a:pt x="214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3" name="Google Shape;1133;p26"/>
            <p:cNvSpPr/>
            <p:nvPr/>
          </p:nvSpPr>
          <p:spPr>
            <a:xfrm>
              <a:off x="6446284" y="3741279"/>
              <a:ext cx="179176" cy="29807"/>
            </a:xfrm>
            <a:custGeom>
              <a:rect b="b" l="l" r="r" t="t"/>
              <a:pathLst>
                <a:path extrusionOk="0" h="447" w="2687">
                  <a:moveTo>
                    <a:pt x="13" y="145"/>
                  </a:moveTo>
                  <a:cubicBezTo>
                    <a:pt x="26" y="145"/>
                    <a:pt x="79" y="170"/>
                    <a:pt x="171" y="183"/>
                  </a:cubicBezTo>
                  <a:cubicBezTo>
                    <a:pt x="262" y="211"/>
                    <a:pt x="406" y="223"/>
                    <a:pt x="564" y="223"/>
                  </a:cubicBezTo>
                  <a:cubicBezTo>
                    <a:pt x="878" y="223"/>
                    <a:pt x="1271" y="195"/>
                    <a:pt x="1558" y="157"/>
                  </a:cubicBezTo>
                  <a:cubicBezTo>
                    <a:pt x="2162" y="91"/>
                    <a:pt x="2646" y="0"/>
                    <a:pt x="2674" y="66"/>
                  </a:cubicBezTo>
                  <a:cubicBezTo>
                    <a:pt x="2687" y="104"/>
                    <a:pt x="2567" y="170"/>
                    <a:pt x="2385" y="236"/>
                  </a:cubicBezTo>
                  <a:cubicBezTo>
                    <a:pt x="2187" y="302"/>
                    <a:pt x="1913" y="368"/>
                    <a:pt x="1599" y="406"/>
                  </a:cubicBezTo>
                  <a:cubicBezTo>
                    <a:pt x="1284" y="447"/>
                    <a:pt x="878" y="431"/>
                    <a:pt x="551" y="381"/>
                  </a:cubicBezTo>
                  <a:cubicBezTo>
                    <a:pt x="394" y="352"/>
                    <a:pt x="237" y="315"/>
                    <a:pt x="142" y="261"/>
                  </a:cubicBezTo>
                  <a:cubicBezTo>
                    <a:pt x="51" y="211"/>
                    <a:pt x="1" y="157"/>
                    <a:pt x="13" y="14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4" name="Google Shape;1134;p26"/>
            <p:cNvSpPr/>
            <p:nvPr/>
          </p:nvSpPr>
          <p:spPr>
            <a:xfrm>
              <a:off x="6506499" y="4124042"/>
              <a:ext cx="178309" cy="183510"/>
            </a:xfrm>
            <a:custGeom>
              <a:rect b="b" l="l" r="r" t="t"/>
              <a:pathLst>
                <a:path extrusionOk="0" h="2752" w="2674">
                  <a:moveTo>
                    <a:pt x="1648" y="0"/>
                  </a:moveTo>
                  <a:cubicBezTo>
                    <a:pt x="1202" y="0"/>
                    <a:pt x="703" y="315"/>
                    <a:pt x="406" y="840"/>
                  </a:cubicBezTo>
                  <a:cubicBezTo>
                    <a:pt x="0" y="1548"/>
                    <a:pt x="104" y="2346"/>
                    <a:pt x="617" y="2648"/>
                  </a:cubicBezTo>
                  <a:cubicBezTo>
                    <a:pt x="742" y="2719"/>
                    <a:pt x="881" y="2752"/>
                    <a:pt x="1026" y="2752"/>
                  </a:cubicBezTo>
                  <a:cubicBezTo>
                    <a:pt x="1472" y="2752"/>
                    <a:pt x="1971" y="2437"/>
                    <a:pt x="2268" y="1912"/>
                  </a:cubicBezTo>
                  <a:cubicBezTo>
                    <a:pt x="2674" y="1205"/>
                    <a:pt x="2570" y="406"/>
                    <a:pt x="2057" y="104"/>
                  </a:cubicBezTo>
                  <a:cubicBezTo>
                    <a:pt x="1932" y="34"/>
                    <a:pt x="1793" y="0"/>
                    <a:pt x="164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6"/>
            <p:cNvSpPr/>
            <p:nvPr/>
          </p:nvSpPr>
          <p:spPr>
            <a:xfrm>
              <a:off x="6555378" y="4153783"/>
              <a:ext cx="83953" cy="133698"/>
            </a:xfrm>
            <a:custGeom>
              <a:rect b="b" l="l" r="r" t="t"/>
              <a:pathLst>
                <a:path extrusionOk="0" h="2005" w="1259">
                  <a:moveTo>
                    <a:pt x="0" y="1992"/>
                  </a:moveTo>
                  <a:cubicBezTo>
                    <a:pt x="0" y="1979"/>
                    <a:pt x="54" y="1951"/>
                    <a:pt x="132" y="1900"/>
                  </a:cubicBezTo>
                  <a:cubicBezTo>
                    <a:pt x="198" y="1847"/>
                    <a:pt x="302" y="1756"/>
                    <a:pt x="381" y="1636"/>
                  </a:cubicBezTo>
                  <a:cubicBezTo>
                    <a:pt x="459" y="1520"/>
                    <a:pt x="526" y="1375"/>
                    <a:pt x="551" y="1231"/>
                  </a:cubicBezTo>
                  <a:cubicBezTo>
                    <a:pt x="566" y="1086"/>
                    <a:pt x="538" y="916"/>
                    <a:pt x="538" y="771"/>
                  </a:cubicBezTo>
                  <a:cubicBezTo>
                    <a:pt x="538" y="614"/>
                    <a:pt x="551" y="457"/>
                    <a:pt x="617" y="315"/>
                  </a:cubicBezTo>
                  <a:cubicBezTo>
                    <a:pt x="658" y="249"/>
                    <a:pt x="695" y="183"/>
                    <a:pt x="749" y="130"/>
                  </a:cubicBezTo>
                  <a:cubicBezTo>
                    <a:pt x="802" y="92"/>
                    <a:pt x="865" y="51"/>
                    <a:pt x="919" y="38"/>
                  </a:cubicBezTo>
                  <a:cubicBezTo>
                    <a:pt x="1038" y="1"/>
                    <a:pt x="1129" y="26"/>
                    <a:pt x="1195" y="51"/>
                  </a:cubicBezTo>
                  <a:cubicBezTo>
                    <a:pt x="1246" y="92"/>
                    <a:pt x="1258" y="130"/>
                    <a:pt x="1246" y="142"/>
                  </a:cubicBezTo>
                  <a:cubicBezTo>
                    <a:pt x="1233" y="171"/>
                    <a:pt x="1129" y="130"/>
                    <a:pt x="997" y="208"/>
                  </a:cubicBezTo>
                  <a:cubicBezTo>
                    <a:pt x="931" y="249"/>
                    <a:pt x="865" y="300"/>
                    <a:pt x="840" y="406"/>
                  </a:cubicBezTo>
                  <a:cubicBezTo>
                    <a:pt x="802" y="498"/>
                    <a:pt x="787" y="630"/>
                    <a:pt x="787" y="759"/>
                  </a:cubicBezTo>
                  <a:cubicBezTo>
                    <a:pt x="787" y="903"/>
                    <a:pt x="802" y="1073"/>
                    <a:pt x="761" y="1271"/>
                  </a:cubicBezTo>
                  <a:cubicBezTo>
                    <a:pt x="724" y="1454"/>
                    <a:pt x="617" y="1624"/>
                    <a:pt x="500" y="1743"/>
                  </a:cubicBezTo>
                  <a:cubicBezTo>
                    <a:pt x="393" y="1860"/>
                    <a:pt x="264" y="1938"/>
                    <a:pt x="158" y="1966"/>
                  </a:cubicBezTo>
                  <a:cubicBezTo>
                    <a:pt x="66" y="2004"/>
                    <a:pt x="0" y="2004"/>
                    <a:pt x="0" y="199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6" name="Google Shape;1136;p26"/>
            <p:cNvSpPr/>
            <p:nvPr/>
          </p:nvSpPr>
          <p:spPr>
            <a:xfrm>
              <a:off x="6734690" y="3844772"/>
              <a:ext cx="181710" cy="176642"/>
            </a:xfrm>
            <a:custGeom>
              <a:rect b="b" l="l" r="r" t="t"/>
              <a:pathLst>
                <a:path extrusionOk="0" h="2649" w="2725">
                  <a:moveTo>
                    <a:pt x="1001" y="0"/>
                  </a:moveTo>
                  <a:cubicBezTo>
                    <a:pt x="800" y="0"/>
                    <a:pt x="611" y="57"/>
                    <a:pt x="456" y="178"/>
                  </a:cubicBezTo>
                  <a:cubicBezTo>
                    <a:pt x="0" y="546"/>
                    <a:pt x="13" y="1345"/>
                    <a:pt x="510" y="1986"/>
                  </a:cubicBezTo>
                  <a:cubicBezTo>
                    <a:pt x="844" y="2409"/>
                    <a:pt x="1303" y="2649"/>
                    <a:pt x="1711" y="2649"/>
                  </a:cubicBezTo>
                  <a:cubicBezTo>
                    <a:pt x="1910" y="2649"/>
                    <a:pt x="2098" y="2592"/>
                    <a:pt x="2252" y="2471"/>
                  </a:cubicBezTo>
                  <a:cubicBezTo>
                    <a:pt x="2724" y="2103"/>
                    <a:pt x="2699" y="1304"/>
                    <a:pt x="2202" y="662"/>
                  </a:cubicBezTo>
                  <a:cubicBezTo>
                    <a:pt x="1875" y="240"/>
                    <a:pt x="1412" y="0"/>
                    <a:pt x="100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7" name="Google Shape;1137;p26"/>
            <p:cNvSpPr/>
            <p:nvPr/>
          </p:nvSpPr>
          <p:spPr>
            <a:xfrm>
              <a:off x="6778301" y="3872312"/>
              <a:ext cx="99690" cy="125096"/>
            </a:xfrm>
            <a:custGeom>
              <a:rect b="b" l="l" r="r" t="t"/>
              <a:pathLst>
                <a:path extrusionOk="0" h="1876" w="1495">
                  <a:moveTo>
                    <a:pt x="1454" y="1875"/>
                  </a:moveTo>
                  <a:cubicBezTo>
                    <a:pt x="1441" y="1875"/>
                    <a:pt x="1441" y="1809"/>
                    <a:pt x="1416" y="1718"/>
                  </a:cubicBezTo>
                  <a:cubicBezTo>
                    <a:pt x="1391" y="1627"/>
                    <a:pt x="1350" y="1507"/>
                    <a:pt x="1271" y="1391"/>
                  </a:cubicBezTo>
                  <a:cubicBezTo>
                    <a:pt x="1205" y="1272"/>
                    <a:pt x="1089" y="1155"/>
                    <a:pt x="957" y="1077"/>
                  </a:cubicBezTo>
                  <a:cubicBezTo>
                    <a:pt x="825" y="1010"/>
                    <a:pt x="667" y="970"/>
                    <a:pt x="538" y="904"/>
                  </a:cubicBezTo>
                  <a:cubicBezTo>
                    <a:pt x="394" y="853"/>
                    <a:pt x="249" y="775"/>
                    <a:pt x="145" y="668"/>
                  </a:cubicBezTo>
                  <a:cubicBezTo>
                    <a:pt x="92" y="605"/>
                    <a:pt x="54" y="539"/>
                    <a:pt x="26" y="473"/>
                  </a:cubicBezTo>
                  <a:cubicBezTo>
                    <a:pt x="1" y="407"/>
                    <a:pt x="1" y="341"/>
                    <a:pt x="1" y="275"/>
                  </a:cubicBezTo>
                  <a:cubicBezTo>
                    <a:pt x="13" y="158"/>
                    <a:pt x="67" y="79"/>
                    <a:pt x="117" y="39"/>
                  </a:cubicBezTo>
                  <a:cubicBezTo>
                    <a:pt x="170" y="1"/>
                    <a:pt x="211" y="1"/>
                    <a:pt x="224" y="13"/>
                  </a:cubicBezTo>
                  <a:cubicBezTo>
                    <a:pt x="249" y="54"/>
                    <a:pt x="170" y="117"/>
                    <a:pt x="183" y="275"/>
                  </a:cubicBezTo>
                  <a:cubicBezTo>
                    <a:pt x="196" y="353"/>
                    <a:pt x="224" y="419"/>
                    <a:pt x="303" y="498"/>
                  </a:cubicBezTo>
                  <a:cubicBezTo>
                    <a:pt x="381" y="564"/>
                    <a:pt x="485" y="630"/>
                    <a:pt x="617" y="683"/>
                  </a:cubicBezTo>
                  <a:cubicBezTo>
                    <a:pt x="746" y="734"/>
                    <a:pt x="919" y="787"/>
                    <a:pt x="1076" y="891"/>
                  </a:cubicBezTo>
                  <a:cubicBezTo>
                    <a:pt x="1234" y="1010"/>
                    <a:pt x="1350" y="1155"/>
                    <a:pt x="1416" y="1312"/>
                  </a:cubicBezTo>
                  <a:cubicBezTo>
                    <a:pt x="1482" y="1470"/>
                    <a:pt x="1495" y="1611"/>
                    <a:pt x="1495" y="1718"/>
                  </a:cubicBezTo>
                  <a:cubicBezTo>
                    <a:pt x="1495" y="1822"/>
                    <a:pt x="1469" y="1875"/>
                    <a:pt x="1454" y="187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8" name="Google Shape;1138;p26"/>
            <p:cNvSpPr/>
            <p:nvPr/>
          </p:nvSpPr>
          <p:spPr>
            <a:xfrm>
              <a:off x="6604457" y="4272480"/>
              <a:ext cx="229921" cy="157037"/>
            </a:xfrm>
            <a:custGeom>
              <a:rect b="b" l="l" r="r" t="t"/>
              <a:pathLst>
                <a:path extrusionOk="0" h="2355" w="3448">
                  <a:moveTo>
                    <a:pt x="2208" y="0"/>
                  </a:moveTo>
                  <a:cubicBezTo>
                    <a:pt x="1885" y="0"/>
                    <a:pt x="1523" y="95"/>
                    <a:pt x="1180" y="290"/>
                  </a:cubicBezTo>
                  <a:cubicBezTo>
                    <a:pt x="393" y="737"/>
                    <a:pt x="0" y="1523"/>
                    <a:pt x="302" y="2058"/>
                  </a:cubicBezTo>
                  <a:cubicBezTo>
                    <a:pt x="419" y="2269"/>
                    <a:pt x="589" y="2355"/>
                    <a:pt x="800" y="2355"/>
                  </a:cubicBezTo>
                  <a:cubicBezTo>
                    <a:pt x="1128" y="2355"/>
                    <a:pt x="1554" y="2147"/>
                    <a:pt x="2032" y="1875"/>
                  </a:cubicBezTo>
                  <a:cubicBezTo>
                    <a:pt x="2818" y="1429"/>
                    <a:pt x="3447" y="985"/>
                    <a:pt x="3145" y="460"/>
                  </a:cubicBezTo>
                  <a:cubicBezTo>
                    <a:pt x="2976" y="157"/>
                    <a:pt x="2623" y="0"/>
                    <a:pt x="220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9" name="Google Shape;1139;p26"/>
            <p:cNvSpPr/>
            <p:nvPr/>
          </p:nvSpPr>
          <p:spPr>
            <a:xfrm>
              <a:off x="6648935" y="4324093"/>
              <a:ext cx="158171" cy="89221"/>
            </a:xfrm>
            <a:custGeom>
              <a:rect b="b" l="l" r="r" t="t"/>
              <a:pathLst>
                <a:path extrusionOk="0" h="1338" w="2372">
                  <a:moveTo>
                    <a:pt x="2372" y="42"/>
                  </a:moveTo>
                  <a:cubicBezTo>
                    <a:pt x="2372" y="54"/>
                    <a:pt x="2309" y="54"/>
                    <a:pt x="2214" y="79"/>
                  </a:cubicBezTo>
                  <a:cubicBezTo>
                    <a:pt x="2123" y="104"/>
                    <a:pt x="1994" y="145"/>
                    <a:pt x="1849" y="224"/>
                  </a:cubicBezTo>
                  <a:cubicBezTo>
                    <a:pt x="1560" y="356"/>
                    <a:pt x="1220" y="551"/>
                    <a:pt x="972" y="708"/>
                  </a:cubicBezTo>
                  <a:cubicBezTo>
                    <a:pt x="459" y="1048"/>
                    <a:pt x="79" y="1337"/>
                    <a:pt x="28" y="1284"/>
                  </a:cubicBezTo>
                  <a:cubicBezTo>
                    <a:pt x="0" y="1246"/>
                    <a:pt x="66" y="1142"/>
                    <a:pt x="211" y="998"/>
                  </a:cubicBezTo>
                  <a:cubicBezTo>
                    <a:pt x="355" y="853"/>
                    <a:pt x="563" y="683"/>
                    <a:pt x="840" y="513"/>
                  </a:cubicBezTo>
                  <a:cubicBezTo>
                    <a:pt x="1101" y="340"/>
                    <a:pt x="1481" y="170"/>
                    <a:pt x="1796" y="79"/>
                  </a:cubicBezTo>
                  <a:cubicBezTo>
                    <a:pt x="1941" y="26"/>
                    <a:pt x="2098" y="1"/>
                    <a:pt x="2202" y="1"/>
                  </a:cubicBezTo>
                  <a:cubicBezTo>
                    <a:pt x="2321" y="1"/>
                    <a:pt x="2372" y="42"/>
                    <a:pt x="2372" y="4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0" name="Google Shape;1140;p26"/>
            <p:cNvSpPr/>
            <p:nvPr/>
          </p:nvSpPr>
          <p:spPr>
            <a:xfrm>
              <a:off x="6692746" y="4029819"/>
              <a:ext cx="177309" cy="157637"/>
            </a:xfrm>
            <a:custGeom>
              <a:rect b="b" l="l" r="r" t="t"/>
              <a:pathLst>
                <a:path extrusionOk="0" h="2364" w="2659">
                  <a:moveTo>
                    <a:pt x="948" y="0"/>
                  </a:moveTo>
                  <a:cubicBezTo>
                    <a:pt x="728" y="0"/>
                    <a:pt x="528" y="68"/>
                    <a:pt x="378" y="209"/>
                  </a:cubicBezTo>
                  <a:cubicBezTo>
                    <a:pt x="0" y="586"/>
                    <a:pt x="117" y="1322"/>
                    <a:pt x="629" y="1860"/>
                  </a:cubicBezTo>
                  <a:cubicBezTo>
                    <a:pt x="949" y="2187"/>
                    <a:pt x="1350" y="2364"/>
                    <a:pt x="1702" y="2364"/>
                  </a:cubicBezTo>
                  <a:cubicBezTo>
                    <a:pt x="1925" y="2364"/>
                    <a:pt x="2128" y="2293"/>
                    <a:pt x="2281" y="2146"/>
                  </a:cubicBezTo>
                  <a:cubicBezTo>
                    <a:pt x="2658" y="1781"/>
                    <a:pt x="2542" y="1045"/>
                    <a:pt x="2029" y="507"/>
                  </a:cubicBezTo>
                  <a:cubicBezTo>
                    <a:pt x="1706" y="177"/>
                    <a:pt x="1302" y="0"/>
                    <a:pt x="948"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1" name="Google Shape;1141;p26"/>
            <p:cNvSpPr/>
            <p:nvPr/>
          </p:nvSpPr>
          <p:spPr>
            <a:xfrm>
              <a:off x="6475025" y="3886316"/>
              <a:ext cx="229921" cy="157104"/>
            </a:xfrm>
            <a:custGeom>
              <a:rect b="b" l="l" r="r" t="t"/>
              <a:pathLst>
                <a:path extrusionOk="0" h="2356" w="3448">
                  <a:moveTo>
                    <a:pt x="2202" y="0"/>
                  </a:moveTo>
                  <a:cubicBezTo>
                    <a:pt x="1878" y="0"/>
                    <a:pt x="1518" y="94"/>
                    <a:pt x="1180" y="288"/>
                  </a:cubicBezTo>
                  <a:cubicBezTo>
                    <a:pt x="394" y="734"/>
                    <a:pt x="1" y="1521"/>
                    <a:pt x="303" y="2059"/>
                  </a:cubicBezTo>
                  <a:cubicBezTo>
                    <a:pt x="421" y="2270"/>
                    <a:pt x="592" y="2355"/>
                    <a:pt x="803" y="2355"/>
                  </a:cubicBezTo>
                  <a:cubicBezTo>
                    <a:pt x="1131" y="2355"/>
                    <a:pt x="1555" y="2150"/>
                    <a:pt x="2032" y="1889"/>
                  </a:cubicBezTo>
                  <a:cubicBezTo>
                    <a:pt x="2819" y="1442"/>
                    <a:pt x="3448" y="995"/>
                    <a:pt x="3146" y="458"/>
                  </a:cubicBezTo>
                  <a:cubicBezTo>
                    <a:pt x="2976" y="156"/>
                    <a:pt x="2619" y="0"/>
                    <a:pt x="2202"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2" name="Google Shape;1142;p26"/>
            <p:cNvSpPr/>
            <p:nvPr/>
          </p:nvSpPr>
          <p:spPr>
            <a:xfrm>
              <a:off x="6519703" y="3937795"/>
              <a:ext cx="158238" cy="89155"/>
            </a:xfrm>
            <a:custGeom>
              <a:rect b="b" l="l" r="r" t="t"/>
              <a:pathLst>
                <a:path extrusionOk="0" h="1337" w="2373">
                  <a:moveTo>
                    <a:pt x="2372" y="54"/>
                  </a:moveTo>
                  <a:cubicBezTo>
                    <a:pt x="2372" y="66"/>
                    <a:pt x="2306" y="66"/>
                    <a:pt x="2215" y="79"/>
                  </a:cubicBezTo>
                  <a:cubicBezTo>
                    <a:pt x="2124" y="107"/>
                    <a:pt x="1992" y="157"/>
                    <a:pt x="1847" y="223"/>
                  </a:cubicBezTo>
                  <a:cubicBezTo>
                    <a:pt x="1557" y="368"/>
                    <a:pt x="1218" y="551"/>
                    <a:pt x="969" y="724"/>
                  </a:cubicBezTo>
                  <a:cubicBezTo>
                    <a:pt x="457" y="1051"/>
                    <a:pt x="79" y="1337"/>
                    <a:pt x="26" y="1287"/>
                  </a:cubicBezTo>
                  <a:cubicBezTo>
                    <a:pt x="1" y="1258"/>
                    <a:pt x="63" y="1154"/>
                    <a:pt x="208" y="1010"/>
                  </a:cubicBezTo>
                  <a:cubicBezTo>
                    <a:pt x="353" y="865"/>
                    <a:pt x="564" y="683"/>
                    <a:pt x="837" y="513"/>
                  </a:cubicBezTo>
                  <a:cubicBezTo>
                    <a:pt x="1101" y="343"/>
                    <a:pt x="1479" y="173"/>
                    <a:pt x="1793" y="79"/>
                  </a:cubicBezTo>
                  <a:cubicBezTo>
                    <a:pt x="1938" y="28"/>
                    <a:pt x="2095" y="0"/>
                    <a:pt x="2202" y="0"/>
                  </a:cubicBezTo>
                  <a:cubicBezTo>
                    <a:pt x="2319" y="16"/>
                    <a:pt x="2372" y="41"/>
                    <a:pt x="2372"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7_2">
    <p:spTree>
      <p:nvGrpSpPr>
        <p:cNvPr id="1143" name="Shape 1143"/>
        <p:cNvGrpSpPr/>
        <p:nvPr/>
      </p:nvGrpSpPr>
      <p:grpSpPr>
        <a:xfrm>
          <a:off x="0" y="0"/>
          <a:ext cx="0" cy="0"/>
          <a:chOff x="0" y="0"/>
          <a:chExt cx="0" cy="0"/>
        </a:xfrm>
      </p:grpSpPr>
      <p:sp>
        <p:nvSpPr>
          <p:cNvPr id="1144" name="Google Shape;1144;p27"/>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45" name="Google Shape;1145;p27"/>
          <p:cNvSpPr txBox="1"/>
          <p:nvPr>
            <p:ph idx="1" type="subTitle"/>
          </p:nvPr>
        </p:nvSpPr>
        <p:spPr>
          <a:xfrm>
            <a:off x="1034900" y="2136662"/>
            <a:ext cx="2221800" cy="1181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146" name="Google Shape;1146;p27"/>
          <p:cNvSpPr txBox="1"/>
          <p:nvPr>
            <p:ph idx="2" type="subTitle"/>
          </p:nvPr>
        </p:nvSpPr>
        <p:spPr>
          <a:xfrm>
            <a:off x="5887148" y="2136662"/>
            <a:ext cx="2221800" cy="1181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147" name="Google Shape;1147;p27"/>
          <p:cNvSpPr txBox="1"/>
          <p:nvPr>
            <p:ph idx="3" type="subTitle"/>
          </p:nvPr>
        </p:nvSpPr>
        <p:spPr>
          <a:xfrm>
            <a:off x="3461018" y="2136662"/>
            <a:ext cx="2221800" cy="1181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148" name="Google Shape;1148;p27"/>
          <p:cNvSpPr txBox="1"/>
          <p:nvPr>
            <p:ph idx="4" type="subTitle"/>
          </p:nvPr>
        </p:nvSpPr>
        <p:spPr>
          <a:xfrm>
            <a:off x="1034900" y="1805825"/>
            <a:ext cx="22218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solidFill>
                  <a:schemeClr val="dk1"/>
                </a:solidFill>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49" name="Google Shape;1149;p27"/>
          <p:cNvSpPr txBox="1"/>
          <p:nvPr>
            <p:ph idx="5" type="subTitle"/>
          </p:nvPr>
        </p:nvSpPr>
        <p:spPr>
          <a:xfrm>
            <a:off x="3461019" y="1805825"/>
            <a:ext cx="22218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solidFill>
                  <a:schemeClr val="dk1"/>
                </a:solidFill>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50" name="Google Shape;1150;p27"/>
          <p:cNvSpPr txBox="1"/>
          <p:nvPr>
            <p:ph idx="6" type="subTitle"/>
          </p:nvPr>
        </p:nvSpPr>
        <p:spPr>
          <a:xfrm>
            <a:off x="5887152" y="1805825"/>
            <a:ext cx="22218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solidFill>
                  <a:schemeClr val="dk1"/>
                </a:solidFill>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grpSp>
        <p:nvGrpSpPr>
          <p:cNvPr id="1151" name="Google Shape;1151;p27"/>
          <p:cNvGrpSpPr/>
          <p:nvPr/>
        </p:nvGrpSpPr>
        <p:grpSpPr>
          <a:xfrm>
            <a:off x="7833458" y="3860536"/>
            <a:ext cx="1257209" cy="1164899"/>
            <a:chOff x="7893253" y="3121156"/>
            <a:chExt cx="856410" cy="793528"/>
          </a:xfrm>
        </p:grpSpPr>
        <p:sp>
          <p:nvSpPr>
            <p:cNvPr id="1152" name="Google Shape;1152;p27"/>
            <p:cNvSpPr/>
            <p:nvPr/>
          </p:nvSpPr>
          <p:spPr>
            <a:xfrm>
              <a:off x="8310225" y="3121156"/>
              <a:ext cx="439438" cy="588340"/>
            </a:xfrm>
            <a:custGeom>
              <a:rect b="b" l="l" r="r" t="t"/>
              <a:pathLst>
                <a:path extrusionOk="0" h="8823" w="6590">
                  <a:moveTo>
                    <a:pt x="654" y="16"/>
                  </a:moveTo>
                  <a:cubicBezTo>
                    <a:pt x="642" y="0"/>
                    <a:pt x="629" y="0"/>
                    <a:pt x="629" y="0"/>
                  </a:cubicBezTo>
                  <a:cubicBezTo>
                    <a:pt x="629" y="0"/>
                    <a:pt x="0" y="3737"/>
                    <a:pt x="1258" y="6108"/>
                  </a:cubicBezTo>
                  <a:cubicBezTo>
                    <a:pt x="2397" y="8256"/>
                    <a:pt x="5017" y="8744"/>
                    <a:pt x="5504" y="8807"/>
                  </a:cubicBezTo>
                  <a:cubicBezTo>
                    <a:pt x="5555" y="8823"/>
                    <a:pt x="5583" y="8823"/>
                    <a:pt x="5583" y="8823"/>
                  </a:cubicBezTo>
                  <a:cubicBezTo>
                    <a:pt x="5583" y="8823"/>
                    <a:pt x="6589" y="6319"/>
                    <a:pt x="5331" y="3948"/>
                  </a:cubicBezTo>
                  <a:cubicBezTo>
                    <a:pt x="4139" y="1692"/>
                    <a:pt x="956" y="158"/>
                    <a:pt x="654" y="16"/>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7"/>
            <p:cNvSpPr/>
            <p:nvPr/>
          </p:nvSpPr>
          <p:spPr>
            <a:xfrm>
              <a:off x="7992879" y="3473512"/>
              <a:ext cx="435237" cy="425568"/>
            </a:xfrm>
            <a:custGeom>
              <a:rect b="b" l="l" r="r" t="t"/>
              <a:pathLst>
                <a:path extrusionOk="0" h="6382" w="6527">
                  <a:moveTo>
                    <a:pt x="13" y="0"/>
                  </a:moveTo>
                  <a:lnTo>
                    <a:pt x="0" y="0"/>
                  </a:lnTo>
                  <a:cubicBezTo>
                    <a:pt x="0" y="0"/>
                    <a:pt x="419" y="3249"/>
                    <a:pt x="2057" y="4888"/>
                  </a:cubicBezTo>
                  <a:cubicBezTo>
                    <a:pt x="3539" y="6382"/>
                    <a:pt x="5832" y="6118"/>
                    <a:pt x="6253" y="6055"/>
                  </a:cubicBezTo>
                  <a:cubicBezTo>
                    <a:pt x="6291" y="6055"/>
                    <a:pt x="6316" y="6039"/>
                    <a:pt x="6316" y="6039"/>
                  </a:cubicBezTo>
                  <a:cubicBezTo>
                    <a:pt x="6316" y="6039"/>
                    <a:pt x="6527" y="3708"/>
                    <a:pt x="4888" y="2070"/>
                  </a:cubicBezTo>
                  <a:cubicBezTo>
                    <a:pt x="3328" y="497"/>
                    <a:pt x="302" y="38"/>
                    <a:pt x="13" y="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7"/>
            <p:cNvSpPr/>
            <p:nvPr/>
          </p:nvSpPr>
          <p:spPr>
            <a:xfrm>
              <a:off x="8211400" y="3155298"/>
              <a:ext cx="439704" cy="587339"/>
            </a:xfrm>
            <a:custGeom>
              <a:rect b="b" l="l" r="r" t="t"/>
              <a:pathLst>
                <a:path extrusionOk="0" h="8808" w="6594">
                  <a:moveTo>
                    <a:pt x="630" y="1"/>
                  </a:moveTo>
                  <a:cubicBezTo>
                    <a:pt x="630" y="1"/>
                    <a:pt x="1" y="3734"/>
                    <a:pt x="1259" y="6093"/>
                  </a:cubicBezTo>
                  <a:cubicBezTo>
                    <a:pt x="2397" y="8245"/>
                    <a:pt x="5021" y="8729"/>
                    <a:pt x="5505" y="8795"/>
                  </a:cubicBezTo>
                  <a:cubicBezTo>
                    <a:pt x="5543" y="8808"/>
                    <a:pt x="5571" y="8808"/>
                    <a:pt x="5571" y="8808"/>
                  </a:cubicBezTo>
                  <a:cubicBezTo>
                    <a:pt x="5571" y="8808"/>
                    <a:pt x="6593" y="6304"/>
                    <a:pt x="5335" y="3932"/>
                  </a:cubicBezTo>
                  <a:cubicBezTo>
                    <a:pt x="4140" y="1677"/>
                    <a:pt x="944" y="146"/>
                    <a:pt x="655"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7"/>
            <p:cNvSpPr/>
            <p:nvPr/>
          </p:nvSpPr>
          <p:spPr>
            <a:xfrm>
              <a:off x="8255012" y="3155298"/>
              <a:ext cx="396094" cy="587339"/>
            </a:xfrm>
            <a:custGeom>
              <a:rect b="b" l="l" r="r" t="t"/>
              <a:pathLst>
                <a:path extrusionOk="0" h="8808" w="5940">
                  <a:moveTo>
                    <a:pt x="1" y="1"/>
                  </a:moveTo>
                  <a:lnTo>
                    <a:pt x="4851" y="8795"/>
                  </a:lnTo>
                  <a:cubicBezTo>
                    <a:pt x="4889" y="8808"/>
                    <a:pt x="4917" y="8808"/>
                    <a:pt x="4917" y="8808"/>
                  </a:cubicBezTo>
                  <a:cubicBezTo>
                    <a:pt x="4917" y="8808"/>
                    <a:pt x="5939" y="6304"/>
                    <a:pt x="4681" y="3932"/>
                  </a:cubicBezTo>
                  <a:cubicBezTo>
                    <a:pt x="3486" y="1677"/>
                    <a:pt x="290" y="146"/>
                    <a:pt x="1" y="1"/>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7"/>
            <p:cNvSpPr/>
            <p:nvPr/>
          </p:nvSpPr>
          <p:spPr>
            <a:xfrm>
              <a:off x="7893253" y="3506654"/>
              <a:ext cx="436104" cy="408030"/>
            </a:xfrm>
            <a:custGeom>
              <a:rect b="b" l="l" r="r" t="t"/>
              <a:pathLst>
                <a:path extrusionOk="0" h="6119" w="6540">
                  <a:moveTo>
                    <a:pt x="0" y="0"/>
                  </a:moveTo>
                  <a:cubicBezTo>
                    <a:pt x="0" y="0"/>
                    <a:pt x="434" y="3249"/>
                    <a:pt x="2070" y="4900"/>
                  </a:cubicBezTo>
                  <a:cubicBezTo>
                    <a:pt x="3102" y="5933"/>
                    <a:pt x="4528" y="6119"/>
                    <a:pt x="5441" y="6119"/>
                  </a:cubicBezTo>
                  <a:cubicBezTo>
                    <a:pt x="5838" y="6119"/>
                    <a:pt x="6138" y="6084"/>
                    <a:pt x="6266" y="6067"/>
                  </a:cubicBezTo>
                  <a:cubicBezTo>
                    <a:pt x="6303" y="6055"/>
                    <a:pt x="6332" y="6055"/>
                    <a:pt x="6332" y="6055"/>
                  </a:cubicBezTo>
                  <a:cubicBezTo>
                    <a:pt x="6332" y="6055"/>
                    <a:pt x="6539" y="3721"/>
                    <a:pt x="4901" y="2070"/>
                  </a:cubicBezTo>
                  <a:cubicBezTo>
                    <a:pt x="3328" y="510"/>
                    <a:pt x="302" y="38"/>
                    <a:pt x="26"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7" name="Google Shape;1157;p27"/>
            <p:cNvSpPr/>
            <p:nvPr/>
          </p:nvSpPr>
          <p:spPr>
            <a:xfrm>
              <a:off x="7894920" y="3506654"/>
              <a:ext cx="434436" cy="404629"/>
            </a:xfrm>
            <a:custGeom>
              <a:rect b="b" l="l" r="r" t="t"/>
              <a:pathLst>
                <a:path extrusionOk="0" h="6068" w="6515">
                  <a:moveTo>
                    <a:pt x="1" y="0"/>
                  </a:moveTo>
                  <a:lnTo>
                    <a:pt x="6241" y="6067"/>
                  </a:lnTo>
                  <a:cubicBezTo>
                    <a:pt x="6278" y="6055"/>
                    <a:pt x="6307" y="6055"/>
                    <a:pt x="6307" y="6055"/>
                  </a:cubicBezTo>
                  <a:cubicBezTo>
                    <a:pt x="6307" y="6055"/>
                    <a:pt x="6514" y="3721"/>
                    <a:pt x="4876" y="2070"/>
                  </a:cubicBezTo>
                  <a:cubicBezTo>
                    <a:pt x="3303" y="510"/>
                    <a:pt x="277" y="38"/>
                    <a:pt x="1"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58" name="Google Shape;1158;p27"/>
          <p:cNvGrpSpPr/>
          <p:nvPr/>
        </p:nvGrpSpPr>
        <p:grpSpPr>
          <a:xfrm>
            <a:off x="-630822" y="3860525"/>
            <a:ext cx="2164152" cy="2274771"/>
            <a:chOff x="6731156" y="0"/>
            <a:chExt cx="1474218" cy="1549571"/>
          </a:xfrm>
        </p:grpSpPr>
        <p:sp>
          <p:nvSpPr>
            <p:cNvPr id="1159" name="Google Shape;1159;p27"/>
            <p:cNvSpPr/>
            <p:nvPr/>
          </p:nvSpPr>
          <p:spPr>
            <a:xfrm>
              <a:off x="6829914" y="0"/>
              <a:ext cx="1375460" cy="1516227"/>
            </a:xfrm>
            <a:custGeom>
              <a:rect b="b" l="l" r="r" t="t"/>
              <a:pathLst>
                <a:path extrusionOk="0" h="22738" w="20627">
                  <a:moveTo>
                    <a:pt x="20627" y="4904"/>
                  </a:moveTo>
                  <a:lnTo>
                    <a:pt x="14692" y="212"/>
                  </a:lnTo>
                  <a:lnTo>
                    <a:pt x="12789" y="2624"/>
                  </a:lnTo>
                  <a:lnTo>
                    <a:pt x="9474" y="1"/>
                  </a:lnTo>
                  <a:lnTo>
                    <a:pt x="6945" y="3212"/>
                  </a:lnTo>
                  <a:cubicBezTo>
                    <a:pt x="2922" y="4495"/>
                    <a:pt x="0" y="8270"/>
                    <a:pt x="0" y="12739"/>
                  </a:cubicBezTo>
                  <a:cubicBezTo>
                    <a:pt x="0" y="18256"/>
                    <a:pt x="4482" y="22738"/>
                    <a:pt x="9999" y="22738"/>
                  </a:cubicBezTo>
                  <a:cubicBezTo>
                    <a:pt x="15528" y="22738"/>
                    <a:pt x="19998" y="18256"/>
                    <a:pt x="19998" y="12739"/>
                  </a:cubicBezTo>
                  <a:cubicBezTo>
                    <a:pt x="19998" y="10827"/>
                    <a:pt x="19473" y="9056"/>
                    <a:pt x="18545" y="753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0" name="Google Shape;1160;p27"/>
            <p:cNvSpPr/>
            <p:nvPr/>
          </p:nvSpPr>
          <p:spPr>
            <a:xfrm>
              <a:off x="6731156" y="215855"/>
              <a:ext cx="1333517" cy="1333717"/>
            </a:xfrm>
            <a:custGeom>
              <a:rect b="b" l="l" r="r" t="t"/>
              <a:pathLst>
                <a:path extrusionOk="0" h="20001" w="19998">
                  <a:moveTo>
                    <a:pt x="9999" y="0"/>
                  </a:moveTo>
                  <a:cubicBezTo>
                    <a:pt x="4469" y="0"/>
                    <a:pt x="0" y="4482"/>
                    <a:pt x="0" y="10002"/>
                  </a:cubicBezTo>
                  <a:cubicBezTo>
                    <a:pt x="0" y="15519"/>
                    <a:pt x="4469" y="20001"/>
                    <a:pt x="9999" y="20001"/>
                  </a:cubicBezTo>
                  <a:cubicBezTo>
                    <a:pt x="15515" y="20001"/>
                    <a:pt x="19997" y="15519"/>
                    <a:pt x="19997" y="10002"/>
                  </a:cubicBezTo>
                  <a:cubicBezTo>
                    <a:pt x="19997" y="4482"/>
                    <a:pt x="15515" y="0"/>
                    <a:pt x="9999"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1" name="Google Shape;1161;p27"/>
            <p:cNvSpPr/>
            <p:nvPr/>
          </p:nvSpPr>
          <p:spPr>
            <a:xfrm>
              <a:off x="7459940" y="47212"/>
              <a:ext cx="646687" cy="630083"/>
            </a:xfrm>
            <a:custGeom>
              <a:rect b="b" l="l" r="r" t="t"/>
              <a:pathLst>
                <a:path extrusionOk="0" h="9449" w="9698">
                  <a:moveTo>
                    <a:pt x="3762" y="1"/>
                  </a:moveTo>
                  <a:lnTo>
                    <a:pt x="1" y="4759"/>
                  </a:lnTo>
                  <a:lnTo>
                    <a:pt x="5936" y="9449"/>
                  </a:lnTo>
                  <a:lnTo>
                    <a:pt x="9697" y="4693"/>
                  </a:lnTo>
                  <a:lnTo>
                    <a:pt x="3762"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2" name="Google Shape;1162;p27"/>
            <p:cNvSpPr/>
            <p:nvPr/>
          </p:nvSpPr>
          <p:spPr>
            <a:xfrm>
              <a:off x="7505485" y="91890"/>
              <a:ext cx="561067" cy="546196"/>
            </a:xfrm>
            <a:custGeom>
              <a:rect b="b" l="l" r="r" t="t"/>
              <a:pathLst>
                <a:path extrusionOk="0" h="8191" w="8414">
                  <a:moveTo>
                    <a:pt x="3237" y="1"/>
                  </a:moveTo>
                  <a:lnTo>
                    <a:pt x="0" y="4089"/>
                  </a:lnTo>
                  <a:lnTo>
                    <a:pt x="5174" y="8191"/>
                  </a:lnTo>
                  <a:lnTo>
                    <a:pt x="8414" y="4089"/>
                  </a:lnTo>
                  <a:lnTo>
                    <a:pt x="3237"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3" name="Google Shape;1163;p27"/>
            <p:cNvSpPr/>
            <p:nvPr/>
          </p:nvSpPr>
          <p:spPr>
            <a:xfrm>
              <a:off x="7459940" y="47212"/>
              <a:ext cx="261395" cy="317409"/>
            </a:xfrm>
            <a:custGeom>
              <a:rect b="b" l="l" r="r" t="t"/>
              <a:pathLst>
                <a:path extrusionOk="0" h="4760" w="3920">
                  <a:moveTo>
                    <a:pt x="3762" y="1"/>
                  </a:moveTo>
                  <a:lnTo>
                    <a:pt x="1" y="4759"/>
                  </a:lnTo>
                  <a:lnTo>
                    <a:pt x="683" y="4759"/>
                  </a:lnTo>
                  <a:lnTo>
                    <a:pt x="3920" y="671"/>
                  </a:lnTo>
                  <a:lnTo>
                    <a:pt x="3762"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4" name="Google Shape;1164;p27"/>
            <p:cNvSpPr/>
            <p:nvPr/>
          </p:nvSpPr>
          <p:spPr>
            <a:xfrm>
              <a:off x="7846305" y="360158"/>
              <a:ext cx="260328" cy="317142"/>
            </a:xfrm>
            <a:custGeom>
              <a:rect b="b" l="l" r="r" t="t"/>
              <a:pathLst>
                <a:path extrusionOk="0" h="4756" w="3904">
                  <a:moveTo>
                    <a:pt x="3237" y="0"/>
                  </a:moveTo>
                  <a:lnTo>
                    <a:pt x="0" y="4102"/>
                  </a:lnTo>
                  <a:lnTo>
                    <a:pt x="142" y="4756"/>
                  </a:lnTo>
                  <a:lnTo>
                    <a:pt x="3903"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5" name="Google Shape;1165;p27"/>
            <p:cNvSpPr/>
            <p:nvPr/>
          </p:nvSpPr>
          <p:spPr>
            <a:xfrm>
              <a:off x="7505485" y="91890"/>
              <a:ext cx="554798" cy="540995"/>
            </a:xfrm>
            <a:custGeom>
              <a:rect b="b" l="l" r="r" t="t"/>
              <a:pathLst>
                <a:path extrusionOk="0" h="8113" w="8320">
                  <a:moveTo>
                    <a:pt x="3249" y="104"/>
                  </a:moveTo>
                  <a:lnTo>
                    <a:pt x="8228" y="4036"/>
                  </a:lnTo>
                  <a:lnTo>
                    <a:pt x="5083" y="8021"/>
                  </a:lnTo>
                  <a:lnTo>
                    <a:pt x="104" y="4077"/>
                  </a:lnTo>
                  <a:lnTo>
                    <a:pt x="3249" y="104"/>
                  </a:lnTo>
                  <a:close/>
                  <a:moveTo>
                    <a:pt x="3237" y="1"/>
                  </a:moveTo>
                  <a:lnTo>
                    <a:pt x="25" y="4061"/>
                  </a:lnTo>
                  <a:lnTo>
                    <a:pt x="0" y="4089"/>
                  </a:lnTo>
                  <a:lnTo>
                    <a:pt x="5095" y="8112"/>
                  </a:lnTo>
                  <a:lnTo>
                    <a:pt x="8307" y="4048"/>
                  </a:lnTo>
                  <a:lnTo>
                    <a:pt x="8319" y="4023"/>
                  </a:lnTo>
                  <a:lnTo>
                    <a:pt x="323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6" name="Google Shape;1166;p27"/>
            <p:cNvSpPr/>
            <p:nvPr/>
          </p:nvSpPr>
          <p:spPr>
            <a:xfrm>
              <a:off x="7758816" y="292807"/>
              <a:ext cx="216718" cy="271865"/>
            </a:xfrm>
            <a:custGeom>
              <a:rect b="b" l="l" r="r" t="t"/>
              <a:pathLst>
                <a:path extrusionOk="0" h="4077" w="3250">
                  <a:moveTo>
                    <a:pt x="3184" y="1"/>
                  </a:moveTo>
                  <a:lnTo>
                    <a:pt x="1" y="4036"/>
                  </a:lnTo>
                  <a:lnTo>
                    <a:pt x="54" y="4077"/>
                  </a:lnTo>
                  <a:lnTo>
                    <a:pt x="3250" y="42"/>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7" name="Google Shape;1167;p27"/>
            <p:cNvSpPr/>
            <p:nvPr/>
          </p:nvSpPr>
          <p:spPr>
            <a:xfrm>
              <a:off x="7674928" y="226324"/>
              <a:ext cx="215851" cy="271865"/>
            </a:xfrm>
            <a:custGeom>
              <a:rect b="b" l="l" r="r" t="t"/>
              <a:pathLst>
                <a:path extrusionOk="0" h="4077" w="3237">
                  <a:moveTo>
                    <a:pt x="3184" y="1"/>
                  </a:moveTo>
                  <a:lnTo>
                    <a:pt x="1" y="4039"/>
                  </a:lnTo>
                  <a:lnTo>
                    <a:pt x="54" y="4077"/>
                  </a:lnTo>
                  <a:lnTo>
                    <a:pt x="3237" y="42"/>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8" name="Google Shape;1168;p27"/>
            <p:cNvSpPr/>
            <p:nvPr/>
          </p:nvSpPr>
          <p:spPr>
            <a:xfrm>
              <a:off x="7591040" y="160040"/>
              <a:ext cx="215851" cy="271865"/>
            </a:xfrm>
            <a:custGeom>
              <a:rect b="b" l="l" r="r" t="t"/>
              <a:pathLst>
                <a:path extrusionOk="0" h="4077" w="3237">
                  <a:moveTo>
                    <a:pt x="3183" y="1"/>
                  </a:moveTo>
                  <a:lnTo>
                    <a:pt x="0" y="4036"/>
                  </a:lnTo>
                  <a:lnTo>
                    <a:pt x="54" y="4077"/>
                  </a:lnTo>
                  <a:lnTo>
                    <a:pt x="3237" y="38"/>
                  </a:lnTo>
                  <a:lnTo>
                    <a:pt x="3183"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69" name="Google Shape;1169;p27"/>
            <p:cNvSpPr/>
            <p:nvPr/>
          </p:nvSpPr>
          <p:spPr>
            <a:xfrm>
              <a:off x="7666993" y="160907"/>
              <a:ext cx="338347" cy="269131"/>
            </a:xfrm>
            <a:custGeom>
              <a:rect b="b" l="l" r="r" t="t"/>
              <a:pathLst>
                <a:path extrusionOk="0" h="4036" w="5074">
                  <a:moveTo>
                    <a:pt x="41" y="0"/>
                  </a:moveTo>
                  <a:lnTo>
                    <a:pt x="0" y="54"/>
                  </a:lnTo>
                  <a:lnTo>
                    <a:pt x="5032" y="4036"/>
                  </a:lnTo>
                  <a:lnTo>
                    <a:pt x="5073" y="3970"/>
                  </a:lnTo>
                  <a:lnTo>
                    <a:pt x="41"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0" name="Google Shape;1170;p27"/>
            <p:cNvSpPr/>
            <p:nvPr/>
          </p:nvSpPr>
          <p:spPr>
            <a:xfrm>
              <a:off x="7613712" y="228191"/>
              <a:ext cx="339147" cy="269197"/>
            </a:xfrm>
            <a:custGeom>
              <a:rect b="b" l="l" r="r" t="t"/>
              <a:pathLst>
                <a:path extrusionOk="0" h="4037" w="5086">
                  <a:moveTo>
                    <a:pt x="41" y="1"/>
                  </a:moveTo>
                  <a:lnTo>
                    <a:pt x="0" y="51"/>
                  </a:lnTo>
                  <a:lnTo>
                    <a:pt x="5032" y="4036"/>
                  </a:lnTo>
                  <a:lnTo>
                    <a:pt x="5086" y="3970"/>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1" name="Google Shape;1171;p27"/>
            <p:cNvSpPr/>
            <p:nvPr/>
          </p:nvSpPr>
          <p:spPr>
            <a:xfrm>
              <a:off x="7560432" y="295541"/>
              <a:ext cx="339214" cy="269131"/>
            </a:xfrm>
            <a:custGeom>
              <a:rect b="b" l="l" r="r" t="t"/>
              <a:pathLst>
                <a:path extrusionOk="0" h="4036" w="5087">
                  <a:moveTo>
                    <a:pt x="41" y="1"/>
                  </a:moveTo>
                  <a:lnTo>
                    <a:pt x="0" y="51"/>
                  </a:lnTo>
                  <a:lnTo>
                    <a:pt x="5033" y="4036"/>
                  </a:lnTo>
                  <a:lnTo>
                    <a:pt x="5086" y="3970"/>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2" name="Google Shape;1172;p27"/>
            <p:cNvSpPr/>
            <p:nvPr/>
          </p:nvSpPr>
          <p:spPr>
            <a:xfrm>
              <a:off x="7112186" y="34209"/>
              <a:ext cx="646687" cy="629283"/>
            </a:xfrm>
            <a:custGeom>
              <a:rect b="b" l="l" r="r" t="t"/>
              <a:pathLst>
                <a:path extrusionOk="0" h="9437" w="9698">
                  <a:moveTo>
                    <a:pt x="3759" y="1"/>
                  </a:moveTo>
                  <a:lnTo>
                    <a:pt x="1" y="4756"/>
                  </a:lnTo>
                  <a:lnTo>
                    <a:pt x="5936" y="9436"/>
                  </a:lnTo>
                  <a:lnTo>
                    <a:pt x="9698" y="4690"/>
                  </a:lnTo>
                  <a:lnTo>
                    <a:pt x="3759"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3" name="Google Shape;1173;p27"/>
            <p:cNvSpPr/>
            <p:nvPr/>
          </p:nvSpPr>
          <p:spPr>
            <a:xfrm>
              <a:off x="7157530" y="77820"/>
              <a:ext cx="561067" cy="546196"/>
            </a:xfrm>
            <a:custGeom>
              <a:rect b="b" l="l" r="r" t="t"/>
              <a:pathLst>
                <a:path extrusionOk="0" h="8191" w="8414">
                  <a:moveTo>
                    <a:pt x="3237" y="1"/>
                  </a:moveTo>
                  <a:lnTo>
                    <a:pt x="0" y="4102"/>
                  </a:lnTo>
                  <a:lnTo>
                    <a:pt x="5177" y="8191"/>
                  </a:lnTo>
                  <a:lnTo>
                    <a:pt x="8414" y="4090"/>
                  </a:lnTo>
                  <a:lnTo>
                    <a:pt x="3237"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4" name="Google Shape;1174;p27"/>
            <p:cNvSpPr/>
            <p:nvPr/>
          </p:nvSpPr>
          <p:spPr>
            <a:xfrm>
              <a:off x="7112186" y="34209"/>
              <a:ext cx="261195" cy="317209"/>
            </a:xfrm>
            <a:custGeom>
              <a:rect b="b" l="l" r="r" t="t"/>
              <a:pathLst>
                <a:path extrusionOk="0" h="4757" w="3917">
                  <a:moveTo>
                    <a:pt x="3759" y="1"/>
                  </a:moveTo>
                  <a:lnTo>
                    <a:pt x="1" y="4756"/>
                  </a:lnTo>
                  <a:lnTo>
                    <a:pt x="680" y="4756"/>
                  </a:lnTo>
                  <a:lnTo>
                    <a:pt x="3917" y="655"/>
                  </a:lnTo>
                  <a:lnTo>
                    <a:pt x="3759"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5" name="Google Shape;1175;p27"/>
            <p:cNvSpPr/>
            <p:nvPr/>
          </p:nvSpPr>
          <p:spPr>
            <a:xfrm>
              <a:off x="7498350" y="346954"/>
              <a:ext cx="260529" cy="316542"/>
            </a:xfrm>
            <a:custGeom>
              <a:rect b="b" l="l" r="r" t="t"/>
              <a:pathLst>
                <a:path extrusionOk="0" h="4747" w="3907">
                  <a:moveTo>
                    <a:pt x="3237" y="0"/>
                  </a:moveTo>
                  <a:lnTo>
                    <a:pt x="0" y="4105"/>
                  </a:lnTo>
                  <a:lnTo>
                    <a:pt x="145" y="4746"/>
                  </a:lnTo>
                  <a:lnTo>
                    <a:pt x="3907"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6" name="Google Shape;1176;p27"/>
            <p:cNvSpPr/>
            <p:nvPr/>
          </p:nvSpPr>
          <p:spPr>
            <a:xfrm>
              <a:off x="7157530" y="77820"/>
              <a:ext cx="554998" cy="541795"/>
            </a:xfrm>
            <a:custGeom>
              <a:rect b="b" l="l" r="r" t="t"/>
              <a:pathLst>
                <a:path extrusionOk="0" h="8125" w="8323">
                  <a:moveTo>
                    <a:pt x="3252" y="105"/>
                  </a:moveTo>
                  <a:lnTo>
                    <a:pt x="8231" y="4036"/>
                  </a:lnTo>
                  <a:lnTo>
                    <a:pt x="5086" y="8021"/>
                  </a:lnTo>
                  <a:lnTo>
                    <a:pt x="107" y="4090"/>
                  </a:lnTo>
                  <a:lnTo>
                    <a:pt x="3252" y="105"/>
                  </a:lnTo>
                  <a:close/>
                  <a:moveTo>
                    <a:pt x="3237" y="1"/>
                  </a:moveTo>
                  <a:lnTo>
                    <a:pt x="29" y="4064"/>
                  </a:lnTo>
                  <a:lnTo>
                    <a:pt x="0" y="4102"/>
                  </a:lnTo>
                  <a:lnTo>
                    <a:pt x="5099" y="8125"/>
                  </a:lnTo>
                  <a:lnTo>
                    <a:pt x="8310" y="4064"/>
                  </a:lnTo>
                  <a:lnTo>
                    <a:pt x="8323" y="4024"/>
                  </a:lnTo>
                  <a:lnTo>
                    <a:pt x="323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7" name="Google Shape;1177;p27"/>
            <p:cNvSpPr/>
            <p:nvPr/>
          </p:nvSpPr>
          <p:spPr>
            <a:xfrm>
              <a:off x="7411061" y="278737"/>
              <a:ext cx="216718" cy="272731"/>
            </a:xfrm>
            <a:custGeom>
              <a:rect b="b" l="l" r="r" t="t"/>
              <a:pathLst>
                <a:path extrusionOk="0" h="4090" w="3250">
                  <a:moveTo>
                    <a:pt x="3184" y="1"/>
                  </a:moveTo>
                  <a:lnTo>
                    <a:pt x="1" y="4039"/>
                  </a:lnTo>
                  <a:lnTo>
                    <a:pt x="51" y="4090"/>
                  </a:lnTo>
                  <a:lnTo>
                    <a:pt x="3250" y="54"/>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7"/>
            <p:cNvSpPr/>
            <p:nvPr/>
          </p:nvSpPr>
          <p:spPr>
            <a:xfrm>
              <a:off x="7327173" y="212520"/>
              <a:ext cx="215918" cy="272665"/>
            </a:xfrm>
            <a:custGeom>
              <a:rect b="b" l="l" r="r" t="t"/>
              <a:pathLst>
                <a:path extrusionOk="0" h="4089" w="3238">
                  <a:moveTo>
                    <a:pt x="3184" y="0"/>
                  </a:moveTo>
                  <a:lnTo>
                    <a:pt x="1" y="4035"/>
                  </a:lnTo>
                  <a:lnTo>
                    <a:pt x="51" y="4089"/>
                  </a:lnTo>
                  <a:lnTo>
                    <a:pt x="3237" y="50"/>
                  </a:lnTo>
                  <a:lnTo>
                    <a:pt x="31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9" name="Google Shape;1179;p27"/>
            <p:cNvSpPr/>
            <p:nvPr/>
          </p:nvSpPr>
          <p:spPr>
            <a:xfrm>
              <a:off x="7243285" y="146037"/>
              <a:ext cx="215918" cy="272665"/>
            </a:xfrm>
            <a:custGeom>
              <a:rect b="b" l="l" r="r" t="t"/>
              <a:pathLst>
                <a:path extrusionOk="0" h="4089" w="3238">
                  <a:moveTo>
                    <a:pt x="3184" y="0"/>
                  </a:moveTo>
                  <a:lnTo>
                    <a:pt x="1" y="4035"/>
                  </a:lnTo>
                  <a:lnTo>
                    <a:pt x="51" y="4089"/>
                  </a:lnTo>
                  <a:lnTo>
                    <a:pt x="3237" y="53"/>
                  </a:lnTo>
                  <a:lnTo>
                    <a:pt x="31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0" name="Google Shape;1180;p27"/>
            <p:cNvSpPr/>
            <p:nvPr/>
          </p:nvSpPr>
          <p:spPr>
            <a:xfrm>
              <a:off x="7319238" y="146837"/>
              <a:ext cx="338347" cy="269397"/>
            </a:xfrm>
            <a:custGeom>
              <a:rect b="b" l="l" r="r" t="t"/>
              <a:pathLst>
                <a:path extrusionOk="0" h="4040" w="5074">
                  <a:moveTo>
                    <a:pt x="41" y="1"/>
                  </a:moveTo>
                  <a:lnTo>
                    <a:pt x="0" y="54"/>
                  </a:lnTo>
                  <a:lnTo>
                    <a:pt x="5033" y="4039"/>
                  </a:lnTo>
                  <a:lnTo>
                    <a:pt x="5073" y="3986"/>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7"/>
            <p:cNvSpPr/>
            <p:nvPr/>
          </p:nvSpPr>
          <p:spPr>
            <a:xfrm>
              <a:off x="7265958" y="214187"/>
              <a:ext cx="339214" cy="269131"/>
            </a:xfrm>
            <a:custGeom>
              <a:rect b="b" l="l" r="r" t="t"/>
              <a:pathLst>
                <a:path extrusionOk="0" h="4036" w="5087">
                  <a:moveTo>
                    <a:pt x="38" y="0"/>
                  </a:moveTo>
                  <a:lnTo>
                    <a:pt x="0" y="54"/>
                  </a:lnTo>
                  <a:lnTo>
                    <a:pt x="5033" y="4036"/>
                  </a:lnTo>
                  <a:lnTo>
                    <a:pt x="5086" y="3985"/>
                  </a:lnTo>
                  <a:lnTo>
                    <a:pt x="38"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2" name="Google Shape;1182;p27"/>
            <p:cNvSpPr/>
            <p:nvPr/>
          </p:nvSpPr>
          <p:spPr>
            <a:xfrm>
              <a:off x="7212678" y="281471"/>
              <a:ext cx="339014" cy="269197"/>
            </a:xfrm>
            <a:custGeom>
              <a:rect b="b" l="l" r="r" t="t"/>
              <a:pathLst>
                <a:path extrusionOk="0" h="4037" w="5084">
                  <a:moveTo>
                    <a:pt x="38" y="1"/>
                  </a:moveTo>
                  <a:lnTo>
                    <a:pt x="0" y="54"/>
                  </a:lnTo>
                  <a:lnTo>
                    <a:pt x="5033" y="4036"/>
                  </a:lnTo>
                  <a:lnTo>
                    <a:pt x="5083" y="3986"/>
                  </a:lnTo>
                  <a:lnTo>
                    <a:pt x="38"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3" name="Google Shape;1183;p27"/>
            <p:cNvSpPr/>
            <p:nvPr/>
          </p:nvSpPr>
          <p:spPr>
            <a:xfrm>
              <a:off x="7562099" y="941371"/>
              <a:ext cx="413432" cy="283867"/>
            </a:xfrm>
            <a:custGeom>
              <a:rect b="b" l="l" r="r" t="t"/>
              <a:pathLst>
                <a:path extrusionOk="0" h="4257" w="6200">
                  <a:moveTo>
                    <a:pt x="1313" y="0"/>
                  </a:moveTo>
                  <a:cubicBezTo>
                    <a:pt x="942" y="0"/>
                    <a:pt x="583" y="201"/>
                    <a:pt x="409" y="550"/>
                  </a:cubicBezTo>
                  <a:lnTo>
                    <a:pt x="265" y="824"/>
                  </a:lnTo>
                  <a:cubicBezTo>
                    <a:pt x="0" y="1324"/>
                    <a:pt x="199" y="1937"/>
                    <a:pt x="696" y="2201"/>
                  </a:cubicBezTo>
                  <a:lnTo>
                    <a:pt x="4419" y="4139"/>
                  </a:lnTo>
                  <a:cubicBezTo>
                    <a:pt x="4569" y="4218"/>
                    <a:pt x="4730" y="4256"/>
                    <a:pt x="4889" y="4256"/>
                  </a:cubicBezTo>
                  <a:cubicBezTo>
                    <a:pt x="5256" y="4256"/>
                    <a:pt x="5612" y="4055"/>
                    <a:pt x="5794" y="3708"/>
                  </a:cubicBezTo>
                  <a:lnTo>
                    <a:pt x="5939" y="3431"/>
                  </a:lnTo>
                  <a:cubicBezTo>
                    <a:pt x="6200" y="2934"/>
                    <a:pt x="6005" y="2305"/>
                    <a:pt x="5505" y="2057"/>
                  </a:cubicBezTo>
                  <a:lnTo>
                    <a:pt x="1784" y="116"/>
                  </a:lnTo>
                  <a:cubicBezTo>
                    <a:pt x="1634" y="37"/>
                    <a:pt x="1472" y="0"/>
                    <a:pt x="1313"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7"/>
            <p:cNvSpPr/>
            <p:nvPr/>
          </p:nvSpPr>
          <p:spPr>
            <a:xfrm>
              <a:off x="6958280" y="443179"/>
              <a:ext cx="879275" cy="879075"/>
            </a:xfrm>
            <a:custGeom>
              <a:rect b="b" l="l" r="r" t="t"/>
              <a:pathLst>
                <a:path extrusionOk="0" h="13183" w="13186">
                  <a:moveTo>
                    <a:pt x="6593" y="1"/>
                  </a:moveTo>
                  <a:cubicBezTo>
                    <a:pt x="2951" y="1"/>
                    <a:pt x="0" y="2948"/>
                    <a:pt x="0" y="6593"/>
                  </a:cubicBezTo>
                  <a:cubicBezTo>
                    <a:pt x="0" y="10235"/>
                    <a:pt x="2951" y="13182"/>
                    <a:pt x="6593" y="13182"/>
                  </a:cubicBezTo>
                  <a:cubicBezTo>
                    <a:pt x="10235" y="13182"/>
                    <a:pt x="13185" y="10235"/>
                    <a:pt x="13185" y="6593"/>
                  </a:cubicBezTo>
                  <a:cubicBezTo>
                    <a:pt x="13185" y="2948"/>
                    <a:pt x="10235" y="1"/>
                    <a:pt x="6593" y="1"/>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5" name="Google Shape;1185;p27"/>
            <p:cNvSpPr/>
            <p:nvPr/>
          </p:nvSpPr>
          <p:spPr>
            <a:xfrm>
              <a:off x="7003758" y="488523"/>
              <a:ext cx="788254" cy="788387"/>
            </a:xfrm>
            <a:custGeom>
              <a:rect b="b" l="l" r="r" t="t"/>
              <a:pathLst>
                <a:path extrusionOk="0" h="11823" w="11821">
                  <a:moveTo>
                    <a:pt x="5911" y="0"/>
                  </a:moveTo>
                  <a:cubicBezTo>
                    <a:pt x="2649" y="0"/>
                    <a:pt x="1" y="2648"/>
                    <a:pt x="1" y="5913"/>
                  </a:cubicBezTo>
                  <a:cubicBezTo>
                    <a:pt x="1" y="9175"/>
                    <a:pt x="2649" y="11823"/>
                    <a:pt x="5911" y="11823"/>
                  </a:cubicBezTo>
                  <a:cubicBezTo>
                    <a:pt x="9175" y="11823"/>
                    <a:pt x="11821" y="9175"/>
                    <a:pt x="11821" y="5913"/>
                  </a:cubicBezTo>
                  <a:cubicBezTo>
                    <a:pt x="11821" y="2648"/>
                    <a:pt x="9175" y="0"/>
                    <a:pt x="5911"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6" name="Google Shape;1186;p27"/>
            <p:cNvSpPr/>
            <p:nvPr/>
          </p:nvSpPr>
          <p:spPr>
            <a:xfrm>
              <a:off x="7091247" y="548872"/>
              <a:ext cx="632617" cy="382091"/>
            </a:xfrm>
            <a:custGeom>
              <a:rect b="b" l="l" r="r" t="t"/>
              <a:pathLst>
                <a:path extrusionOk="0" h="5730" w="9487">
                  <a:moveTo>
                    <a:pt x="5162" y="1"/>
                  </a:moveTo>
                  <a:cubicBezTo>
                    <a:pt x="2778" y="1"/>
                    <a:pt x="1139" y="878"/>
                    <a:pt x="601" y="2948"/>
                  </a:cubicBezTo>
                  <a:cubicBezTo>
                    <a:pt x="0" y="5257"/>
                    <a:pt x="1966" y="5335"/>
                    <a:pt x="4350" y="5335"/>
                  </a:cubicBezTo>
                  <a:cubicBezTo>
                    <a:pt x="5627" y="5335"/>
                    <a:pt x="7009" y="5729"/>
                    <a:pt x="8018" y="5729"/>
                  </a:cubicBezTo>
                  <a:cubicBezTo>
                    <a:pt x="8893" y="5729"/>
                    <a:pt x="9486" y="5433"/>
                    <a:pt x="9486" y="4326"/>
                  </a:cubicBezTo>
                  <a:cubicBezTo>
                    <a:pt x="9486" y="1942"/>
                    <a:pt x="7549" y="1"/>
                    <a:pt x="516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7"/>
            <p:cNvSpPr/>
            <p:nvPr/>
          </p:nvSpPr>
          <p:spPr>
            <a:xfrm>
              <a:off x="7364716" y="1004454"/>
              <a:ext cx="330412" cy="202848"/>
            </a:xfrm>
            <a:custGeom>
              <a:rect b="b" l="l" r="r" t="t"/>
              <a:pathLst>
                <a:path extrusionOk="0" h="3042" w="4955">
                  <a:moveTo>
                    <a:pt x="3038" y="0"/>
                  </a:moveTo>
                  <a:cubicBezTo>
                    <a:pt x="2734" y="0"/>
                    <a:pt x="2425" y="50"/>
                    <a:pt x="2149" y="154"/>
                  </a:cubicBezTo>
                  <a:cubicBezTo>
                    <a:pt x="1205" y="507"/>
                    <a:pt x="1" y="1032"/>
                    <a:pt x="274" y="1752"/>
                  </a:cubicBezTo>
                  <a:cubicBezTo>
                    <a:pt x="506" y="2364"/>
                    <a:pt x="1649" y="3042"/>
                    <a:pt x="2569" y="3042"/>
                  </a:cubicBezTo>
                  <a:cubicBezTo>
                    <a:pt x="2751" y="3042"/>
                    <a:pt x="2924" y="3015"/>
                    <a:pt x="3080" y="2957"/>
                  </a:cubicBezTo>
                  <a:cubicBezTo>
                    <a:pt x="4023" y="2605"/>
                    <a:pt x="4954" y="1529"/>
                    <a:pt x="4678" y="809"/>
                  </a:cubicBezTo>
                  <a:cubicBezTo>
                    <a:pt x="4484" y="291"/>
                    <a:pt x="3772" y="0"/>
                    <a:pt x="303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8" name="Google Shape;1188;p27"/>
            <p:cNvSpPr/>
            <p:nvPr/>
          </p:nvSpPr>
          <p:spPr>
            <a:xfrm>
              <a:off x="7062306" y="953974"/>
              <a:ext cx="262196" cy="222319"/>
            </a:xfrm>
            <a:custGeom>
              <a:rect b="b" l="l" r="r" t="t"/>
              <a:pathLst>
                <a:path extrusionOk="0" h="3334" w="3932">
                  <a:moveTo>
                    <a:pt x="2008" y="1"/>
                  </a:moveTo>
                  <a:cubicBezTo>
                    <a:pt x="1334" y="1"/>
                    <a:pt x="622" y="221"/>
                    <a:pt x="381" y="635"/>
                  </a:cubicBezTo>
                  <a:cubicBezTo>
                    <a:pt x="0" y="1305"/>
                    <a:pt x="708" y="2563"/>
                    <a:pt x="1428" y="2981"/>
                  </a:cubicBezTo>
                  <a:cubicBezTo>
                    <a:pt x="1800" y="3190"/>
                    <a:pt x="2251" y="3333"/>
                    <a:pt x="2653" y="3333"/>
                  </a:cubicBezTo>
                  <a:cubicBezTo>
                    <a:pt x="3032" y="3333"/>
                    <a:pt x="3367" y="3207"/>
                    <a:pt x="3551" y="2890"/>
                  </a:cubicBezTo>
                  <a:cubicBezTo>
                    <a:pt x="3932" y="2236"/>
                    <a:pt x="3762" y="647"/>
                    <a:pt x="3042" y="229"/>
                  </a:cubicBezTo>
                  <a:cubicBezTo>
                    <a:pt x="2777" y="75"/>
                    <a:pt x="2399" y="1"/>
                    <a:pt x="200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2">
  <p:cSld name="CUSTOM_7_2_1">
    <p:spTree>
      <p:nvGrpSpPr>
        <p:cNvPr id="1189" name="Shape 1189"/>
        <p:cNvGrpSpPr/>
        <p:nvPr/>
      </p:nvGrpSpPr>
      <p:grpSpPr>
        <a:xfrm>
          <a:off x="0" y="0"/>
          <a:ext cx="0" cy="0"/>
          <a:chOff x="0" y="0"/>
          <a:chExt cx="0" cy="0"/>
        </a:xfrm>
      </p:grpSpPr>
      <p:sp>
        <p:nvSpPr>
          <p:cNvPr id="1190" name="Google Shape;1190;p28"/>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91" name="Google Shape;1191;p28"/>
          <p:cNvSpPr txBox="1"/>
          <p:nvPr>
            <p:ph idx="1" type="subTitle"/>
          </p:nvPr>
        </p:nvSpPr>
        <p:spPr>
          <a:xfrm>
            <a:off x="719850" y="2960454"/>
            <a:ext cx="2355900" cy="586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192" name="Google Shape;1192;p28"/>
          <p:cNvSpPr txBox="1"/>
          <p:nvPr>
            <p:ph idx="2" type="subTitle"/>
          </p:nvPr>
        </p:nvSpPr>
        <p:spPr>
          <a:xfrm>
            <a:off x="6068100" y="2960454"/>
            <a:ext cx="2355900" cy="586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193" name="Google Shape;1193;p28"/>
          <p:cNvSpPr txBox="1"/>
          <p:nvPr>
            <p:ph idx="3" type="subTitle"/>
          </p:nvPr>
        </p:nvSpPr>
        <p:spPr>
          <a:xfrm>
            <a:off x="3393975" y="2960454"/>
            <a:ext cx="2355900" cy="5865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solidFill>
                  <a:schemeClr val="dk1"/>
                </a:solidFill>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194" name="Google Shape;1194;p28"/>
          <p:cNvSpPr txBox="1"/>
          <p:nvPr>
            <p:ph idx="4" type="subTitle"/>
          </p:nvPr>
        </p:nvSpPr>
        <p:spPr>
          <a:xfrm>
            <a:off x="719850" y="2629625"/>
            <a:ext cx="23559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solidFill>
                  <a:schemeClr val="dk1"/>
                </a:solidFill>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95" name="Google Shape;1195;p28"/>
          <p:cNvSpPr txBox="1"/>
          <p:nvPr>
            <p:ph idx="5" type="subTitle"/>
          </p:nvPr>
        </p:nvSpPr>
        <p:spPr>
          <a:xfrm>
            <a:off x="3393976" y="2629625"/>
            <a:ext cx="23559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solidFill>
                  <a:schemeClr val="dk1"/>
                </a:solidFill>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196" name="Google Shape;1196;p28"/>
          <p:cNvSpPr txBox="1"/>
          <p:nvPr>
            <p:ph idx="6" type="subTitle"/>
          </p:nvPr>
        </p:nvSpPr>
        <p:spPr>
          <a:xfrm>
            <a:off x="6068103" y="2629625"/>
            <a:ext cx="23559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solidFill>
                  <a:schemeClr val="dk1"/>
                </a:solidFill>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grpSp>
        <p:nvGrpSpPr>
          <p:cNvPr id="1197" name="Google Shape;1197;p28"/>
          <p:cNvGrpSpPr/>
          <p:nvPr/>
        </p:nvGrpSpPr>
        <p:grpSpPr>
          <a:xfrm>
            <a:off x="7142113" y="3684424"/>
            <a:ext cx="3466030" cy="3105911"/>
            <a:chOff x="1259573" y="3375920"/>
            <a:chExt cx="1882382" cy="1686803"/>
          </a:xfrm>
        </p:grpSpPr>
        <p:sp>
          <p:nvSpPr>
            <p:cNvPr id="1198" name="Google Shape;1198;p28"/>
            <p:cNvSpPr/>
            <p:nvPr/>
          </p:nvSpPr>
          <p:spPr>
            <a:xfrm>
              <a:off x="1358331" y="3375920"/>
              <a:ext cx="1783624" cy="1664862"/>
            </a:xfrm>
            <a:custGeom>
              <a:rect b="b" l="l" r="r" t="t"/>
              <a:pathLst>
                <a:path extrusionOk="0" h="24967" w="26748">
                  <a:moveTo>
                    <a:pt x="26094" y="21611"/>
                  </a:moveTo>
                  <a:lnTo>
                    <a:pt x="18715" y="14758"/>
                  </a:lnTo>
                  <a:cubicBezTo>
                    <a:pt x="18193" y="14258"/>
                    <a:pt x="17969" y="13512"/>
                    <a:pt x="18152" y="12817"/>
                  </a:cubicBezTo>
                  <a:cubicBezTo>
                    <a:pt x="18649" y="10983"/>
                    <a:pt x="18086" y="8911"/>
                    <a:pt x="15884" y="6866"/>
                  </a:cubicBezTo>
                  <a:cubicBezTo>
                    <a:pt x="12582" y="3787"/>
                    <a:pt x="8600" y="0"/>
                    <a:pt x="4681" y="4271"/>
                  </a:cubicBezTo>
                  <a:cubicBezTo>
                    <a:pt x="1" y="9370"/>
                    <a:pt x="4838" y="12241"/>
                    <a:pt x="8141" y="15321"/>
                  </a:cubicBezTo>
                  <a:cubicBezTo>
                    <a:pt x="10342" y="17365"/>
                    <a:pt x="12437" y="17758"/>
                    <a:pt x="14220" y="17117"/>
                  </a:cubicBezTo>
                  <a:cubicBezTo>
                    <a:pt x="14890" y="16881"/>
                    <a:pt x="15648" y="17038"/>
                    <a:pt x="16174" y="17522"/>
                  </a:cubicBezTo>
                  <a:lnTo>
                    <a:pt x="23552" y="24388"/>
                  </a:lnTo>
                  <a:cubicBezTo>
                    <a:pt x="24169" y="24967"/>
                    <a:pt x="25137" y="24926"/>
                    <a:pt x="25713" y="24310"/>
                  </a:cubicBezTo>
                  <a:lnTo>
                    <a:pt x="26185" y="23787"/>
                  </a:lnTo>
                  <a:cubicBezTo>
                    <a:pt x="26748" y="23171"/>
                    <a:pt x="26710" y="22187"/>
                    <a:pt x="26094" y="2161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9" name="Google Shape;1199;p28"/>
            <p:cNvSpPr/>
            <p:nvPr/>
          </p:nvSpPr>
          <p:spPr>
            <a:xfrm>
              <a:off x="1561185" y="3460692"/>
              <a:ext cx="111893" cy="164239"/>
            </a:xfrm>
            <a:custGeom>
              <a:rect b="b" l="l" r="r" t="t"/>
              <a:pathLst>
                <a:path extrusionOk="0" h="2463" w="1678">
                  <a:moveTo>
                    <a:pt x="812" y="2450"/>
                  </a:moveTo>
                  <a:cubicBezTo>
                    <a:pt x="1271" y="2463"/>
                    <a:pt x="1652" y="1925"/>
                    <a:pt x="1665" y="1243"/>
                  </a:cubicBezTo>
                  <a:cubicBezTo>
                    <a:pt x="1677" y="576"/>
                    <a:pt x="1309" y="13"/>
                    <a:pt x="853" y="13"/>
                  </a:cubicBezTo>
                  <a:cubicBezTo>
                    <a:pt x="406" y="0"/>
                    <a:pt x="26" y="535"/>
                    <a:pt x="13" y="1205"/>
                  </a:cubicBezTo>
                  <a:cubicBezTo>
                    <a:pt x="1" y="1887"/>
                    <a:pt x="366" y="2450"/>
                    <a:pt x="812" y="245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8"/>
            <p:cNvSpPr/>
            <p:nvPr/>
          </p:nvSpPr>
          <p:spPr>
            <a:xfrm>
              <a:off x="1405613" y="3600490"/>
              <a:ext cx="143301" cy="132832"/>
            </a:xfrm>
            <a:custGeom>
              <a:rect b="b" l="l" r="r" t="t"/>
              <a:pathLst>
                <a:path extrusionOk="0" h="1992" w="2149">
                  <a:moveTo>
                    <a:pt x="592" y="1585"/>
                  </a:moveTo>
                  <a:cubicBezTo>
                    <a:pt x="1035" y="1966"/>
                    <a:pt x="1614" y="1991"/>
                    <a:pt x="1875" y="1677"/>
                  </a:cubicBezTo>
                  <a:cubicBezTo>
                    <a:pt x="2149" y="1350"/>
                    <a:pt x="2007" y="787"/>
                    <a:pt x="1560" y="406"/>
                  </a:cubicBezTo>
                  <a:cubicBezTo>
                    <a:pt x="1114" y="38"/>
                    <a:pt x="538" y="0"/>
                    <a:pt x="277" y="327"/>
                  </a:cubicBezTo>
                  <a:cubicBezTo>
                    <a:pt x="0" y="655"/>
                    <a:pt x="145" y="1218"/>
                    <a:pt x="592" y="158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1" name="Google Shape;1201;p28"/>
            <p:cNvSpPr/>
            <p:nvPr/>
          </p:nvSpPr>
          <p:spPr>
            <a:xfrm>
              <a:off x="1259573" y="3566635"/>
              <a:ext cx="1783824" cy="1496089"/>
            </a:xfrm>
            <a:custGeom>
              <a:rect b="b" l="l" r="r" t="t"/>
              <a:pathLst>
                <a:path extrusionOk="0" h="22436" w="26751">
                  <a:moveTo>
                    <a:pt x="8446" y="1"/>
                  </a:moveTo>
                  <a:cubicBezTo>
                    <a:pt x="7201" y="1"/>
                    <a:pt x="5937" y="541"/>
                    <a:pt x="4680" y="1912"/>
                  </a:cubicBezTo>
                  <a:cubicBezTo>
                    <a:pt x="0" y="7010"/>
                    <a:pt x="4825" y="9878"/>
                    <a:pt x="8140" y="12958"/>
                  </a:cubicBezTo>
                  <a:cubicBezTo>
                    <a:pt x="9717" y="14422"/>
                    <a:pt x="11233" y="15046"/>
                    <a:pt x="12627" y="15046"/>
                  </a:cubicBezTo>
                  <a:cubicBezTo>
                    <a:pt x="13178" y="15046"/>
                    <a:pt x="13711" y="14948"/>
                    <a:pt x="14220" y="14766"/>
                  </a:cubicBezTo>
                  <a:cubicBezTo>
                    <a:pt x="14430" y="14688"/>
                    <a:pt x="14648" y="14650"/>
                    <a:pt x="14865" y="14650"/>
                  </a:cubicBezTo>
                  <a:cubicBezTo>
                    <a:pt x="15338" y="14650"/>
                    <a:pt x="15804" y="14831"/>
                    <a:pt x="16173" y="15172"/>
                  </a:cubicBezTo>
                  <a:lnTo>
                    <a:pt x="23552" y="22028"/>
                  </a:lnTo>
                  <a:cubicBezTo>
                    <a:pt x="23845" y="22302"/>
                    <a:pt x="24217" y="22436"/>
                    <a:pt x="24589" y="22436"/>
                  </a:cubicBezTo>
                  <a:cubicBezTo>
                    <a:pt x="25000" y="22436"/>
                    <a:pt x="25410" y="22272"/>
                    <a:pt x="25713" y="21950"/>
                  </a:cubicBezTo>
                  <a:lnTo>
                    <a:pt x="26184" y="21437"/>
                  </a:lnTo>
                  <a:cubicBezTo>
                    <a:pt x="26751" y="20808"/>
                    <a:pt x="26710" y="19839"/>
                    <a:pt x="26093" y="19261"/>
                  </a:cubicBezTo>
                  <a:lnTo>
                    <a:pt x="18714" y="12395"/>
                  </a:lnTo>
                  <a:cubicBezTo>
                    <a:pt x="18180" y="11910"/>
                    <a:pt x="17969" y="11162"/>
                    <a:pt x="18151" y="10470"/>
                  </a:cubicBezTo>
                  <a:cubicBezTo>
                    <a:pt x="18652" y="8620"/>
                    <a:pt x="18085" y="6551"/>
                    <a:pt x="15884" y="4506"/>
                  </a:cubicBezTo>
                  <a:cubicBezTo>
                    <a:pt x="13640" y="2423"/>
                    <a:pt x="11084" y="1"/>
                    <a:pt x="844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2" name="Google Shape;1202;p28"/>
            <p:cNvSpPr/>
            <p:nvPr/>
          </p:nvSpPr>
          <p:spPr>
            <a:xfrm>
              <a:off x="1315587" y="3601177"/>
              <a:ext cx="1187749" cy="936156"/>
            </a:xfrm>
            <a:custGeom>
              <a:rect b="b" l="l" r="r" t="t"/>
              <a:pathLst>
                <a:path extrusionOk="0" h="14039" w="17812">
                  <a:moveTo>
                    <a:pt x="7707" y="0"/>
                  </a:moveTo>
                  <a:cubicBezTo>
                    <a:pt x="6543" y="0"/>
                    <a:pt x="5371" y="495"/>
                    <a:pt x="4221" y="1746"/>
                  </a:cubicBezTo>
                  <a:cubicBezTo>
                    <a:pt x="0" y="6360"/>
                    <a:pt x="4366" y="9216"/>
                    <a:pt x="7457" y="12087"/>
                  </a:cubicBezTo>
                  <a:cubicBezTo>
                    <a:pt x="8932" y="13456"/>
                    <a:pt x="10355" y="14039"/>
                    <a:pt x="11656" y="14039"/>
                  </a:cubicBezTo>
                  <a:cubicBezTo>
                    <a:pt x="13095" y="14039"/>
                    <a:pt x="14385" y="13328"/>
                    <a:pt x="15437" y="12178"/>
                  </a:cubicBezTo>
                  <a:cubicBezTo>
                    <a:pt x="17444" y="10002"/>
                    <a:pt x="17812" y="7068"/>
                    <a:pt x="14717" y="4183"/>
                  </a:cubicBezTo>
                  <a:cubicBezTo>
                    <a:pt x="12607" y="2226"/>
                    <a:pt x="10175" y="0"/>
                    <a:pt x="7707" y="0"/>
                  </a:cubicBezTo>
                  <a:close/>
                </a:path>
              </a:pathLst>
            </a:custGeom>
            <a:solidFill>
              <a:srgbClr val="E1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8"/>
            <p:cNvSpPr/>
            <p:nvPr/>
          </p:nvSpPr>
          <p:spPr>
            <a:xfrm>
              <a:off x="1634601" y="4119575"/>
              <a:ext cx="160905" cy="115561"/>
            </a:xfrm>
            <a:custGeom>
              <a:rect b="b" l="l" r="r" t="t"/>
              <a:pathLst>
                <a:path extrusionOk="0" h="1733" w="2413">
                  <a:moveTo>
                    <a:pt x="1199" y="1"/>
                  </a:moveTo>
                  <a:cubicBezTo>
                    <a:pt x="557" y="1"/>
                    <a:pt x="25" y="349"/>
                    <a:pt x="13" y="825"/>
                  </a:cubicBezTo>
                  <a:cubicBezTo>
                    <a:pt x="0" y="1297"/>
                    <a:pt x="525" y="1706"/>
                    <a:pt x="1180" y="1731"/>
                  </a:cubicBezTo>
                  <a:cubicBezTo>
                    <a:pt x="1201" y="1732"/>
                    <a:pt x="1222" y="1732"/>
                    <a:pt x="1243" y="1732"/>
                  </a:cubicBezTo>
                  <a:cubicBezTo>
                    <a:pt x="1869" y="1732"/>
                    <a:pt x="2385" y="1376"/>
                    <a:pt x="2397" y="920"/>
                  </a:cubicBezTo>
                  <a:cubicBezTo>
                    <a:pt x="2412" y="432"/>
                    <a:pt x="1887" y="26"/>
                    <a:pt x="1233" y="1"/>
                  </a:cubicBezTo>
                  <a:cubicBezTo>
                    <a:pt x="1222" y="1"/>
                    <a:pt x="1210" y="1"/>
                    <a:pt x="1199"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4" name="Google Shape;1204;p28"/>
            <p:cNvSpPr/>
            <p:nvPr/>
          </p:nvSpPr>
          <p:spPr>
            <a:xfrm>
              <a:off x="1619664" y="3956733"/>
              <a:ext cx="143301" cy="170907"/>
            </a:xfrm>
            <a:custGeom>
              <a:rect b="b" l="l" r="r" t="t"/>
              <a:pathLst>
                <a:path extrusionOk="0" h="2563" w="2149">
                  <a:moveTo>
                    <a:pt x="1180" y="1"/>
                  </a:moveTo>
                  <a:cubicBezTo>
                    <a:pt x="711" y="1"/>
                    <a:pt x="276" y="456"/>
                    <a:pt x="145" y="1081"/>
                  </a:cubicBezTo>
                  <a:cubicBezTo>
                    <a:pt x="1" y="1773"/>
                    <a:pt x="303" y="2431"/>
                    <a:pt x="812" y="2547"/>
                  </a:cubicBezTo>
                  <a:cubicBezTo>
                    <a:pt x="861" y="2557"/>
                    <a:pt x="910" y="2562"/>
                    <a:pt x="959" y="2562"/>
                  </a:cubicBezTo>
                  <a:cubicBezTo>
                    <a:pt x="1424" y="2562"/>
                    <a:pt x="1876" y="2115"/>
                    <a:pt x="2007" y="1474"/>
                  </a:cubicBezTo>
                  <a:cubicBezTo>
                    <a:pt x="2149" y="779"/>
                    <a:pt x="1850" y="122"/>
                    <a:pt x="1337" y="18"/>
                  </a:cubicBezTo>
                  <a:cubicBezTo>
                    <a:pt x="1285" y="7"/>
                    <a:pt x="1232" y="1"/>
                    <a:pt x="118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5" name="Google Shape;1205;p28"/>
            <p:cNvSpPr/>
            <p:nvPr/>
          </p:nvSpPr>
          <p:spPr>
            <a:xfrm>
              <a:off x="1676545" y="3981606"/>
              <a:ext cx="36742" cy="131965"/>
            </a:xfrm>
            <a:custGeom>
              <a:rect b="b" l="l" r="r" t="t"/>
              <a:pathLst>
                <a:path extrusionOk="0" h="1979" w="551">
                  <a:moveTo>
                    <a:pt x="13" y="1966"/>
                  </a:moveTo>
                  <a:cubicBezTo>
                    <a:pt x="0" y="1966"/>
                    <a:pt x="38" y="1926"/>
                    <a:pt x="91" y="1859"/>
                  </a:cubicBezTo>
                  <a:cubicBezTo>
                    <a:pt x="132" y="1781"/>
                    <a:pt x="195" y="1690"/>
                    <a:pt x="236" y="1573"/>
                  </a:cubicBezTo>
                  <a:cubicBezTo>
                    <a:pt x="261" y="1454"/>
                    <a:pt x="274" y="1309"/>
                    <a:pt x="249" y="1180"/>
                  </a:cubicBezTo>
                  <a:cubicBezTo>
                    <a:pt x="236" y="1048"/>
                    <a:pt x="170" y="916"/>
                    <a:pt x="132" y="787"/>
                  </a:cubicBezTo>
                  <a:cubicBezTo>
                    <a:pt x="79" y="655"/>
                    <a:pt x="54" y="523"/>
                    <a:pt x="66" y="378"/>
                  </a:cubicBezTo>
                  <a:cubicBezTo>
                    <a:pt x="79" y="315"/>
                    <a:pt x="91" y="249"/>
                    <a:pt x="132" y="196"/>
                  </a:cubicBezTo>
                  <a:cubicBezTo>
                    <a:pt x="157" y="142"/>
                    <a:pt x="195" y="104"/>
                    <a:pt x="249" y="64"/>
                  </a:cubicBezTo>
                  <a:cubicBezTo>
                    <a:pt x="327" y="13"/>
                    <a:pt x="418" y="1"/>
                    <a:pt x="472" y="13"/>
                  </a:cubicBezTo>
                  <a:cubicBezTo>
                    <a:pt x="525" y="26"/>
                    <a:pt x="551" y="51"/>
                    <a:pt x="551" y="64"/>
                  </a:cubicBezTo>
                  <a:cubicBezTo>
                    <a:pt x="538" y="104"/>
                    <a:pt x="447" y="92"/>
                    <a:pt x="352" y="196"/>
                  </a:cubicBezTo>
                  <a:cubicBezTo>
                    <a:pt x="302" y="237"/>
                    <a:pt x="274" y="299"/>
                    <a:pt x="274" y="406"/>
                  </a:cubicBezTo>
                  <a:cubicBezTo>
                    <a:pt x="261" y="498"/>
                    <a:pt x="289" y="601"/>
                    <a:pt x="327" y="721"/>
                  </a:cubicBezTo>
                  <a:cubicBezTo>
                    <a:pt x="368" y="837"/>
                    <a:pt x="431" y="982"/>
                    <a:pt x="447" y="1152"/>
                  </a:cubicBezTo>
                  <a:cubicBezTo>
                    <a:pt x="459" y="1322"/>
                    <a:pt x="418" y="1479"/>
                    <a:pt x="368" y="1624"/>
                  </a:cubicBezTo>
                  <a:cubicBezTo>
                    <a:pt x="302" y="1756"/>
                    <a:pt x="211" y="1847"/>
                    <a:pt x="145" y="1900"/>
                  </a:cubicBezTo>
                  <a:cubicBezTo>
                    <a:pt x="66" y="1966"/>
                    <a:pt x="13" y="1979"/>
                    <a:pt x="13" y="196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8"/>
            <p:cNvSpPr/>
            <p:nvPr/>
          </p:nvSpPr>
          <p:spPr>
            <a:xfrm>
              <a:off x="1735893" y="3649256"/>
              <a:ext cx="142434" cy="171041"/>
            </a:xfrm>
            <a:custGeom>
              <a:rect b="b" l="l" r="r" t="t"/>
              <a:pathLst>
                <a:path extrusionOk="0" h="2565" w="2136">
                  <a:moveTo>
                    <a:pt x="1182" y="1"/>
                  </a:moveTo>
                  <a:cubicBezTo>
                    <a:pt x="718" y="1"/>
                    <a:pt x="264" y="449"/>
                    <a:pt x="132" y="1091"/>
                  </a:cubicBezTo>
                  <a:cubicBezTo>
                    <a:pt x="0" y="1786"/>
                    <a:pt x="302" y="2440"/>
                    <a:pt x="815" y="2547"/>
                  </a:cubicBezTo>
                  <a:cubicBezTo>
                    <a:pt x="866" y="2559"/>
                    <a:pt x="917" y="2564"/>
                    <a:pt x="968" y="2564"/>
                  </a:cubicBezTo>
                  <a:cubicBezTo>
                    <a:pt x="1426" y="2564"/>
                    <a:pt x="1864" y="2110"/>
                    <a:pt x="1994" y="1484"/>
                  </a:cubicBezTo>
                  <a:cubicBezTo>
                    <a:pt x="2136" y="789"/>
                    <a:pt x="1837" y="135"/>
                    <a:pt x="1324" y="15"/>
                  </a:cubicBezTo>
                  <a:cubicBezTo>
                    <a:pt x="1277" y="6"/>
                    <a:pt x="1230" y="1"/>
                    <a:pt x="118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7" name="Google Shape;1207;p28"/>
            <p:cNvSpPr/>
            <p:nvPr/>
          </p:nvSpPr>
          <p:spPr>
            <a:xfrm>
              <a:off x="1792708" y="3673929"/>
              <a:ext cx="35942" cy="131965"/>
            </a:xfrm>
            <a:custGeom>
              <a:rect b="b" l="l" r="r" t="t"/>
              <a:pathLst>
                <a:path extrusionOk="0" h="1979" w="539">
                  <a:moveTo>
                    <a:pt x="1" y="1979"/>
                  </a:moveTo>
                  <a:cubicBezTo>
                    <a:pt x="1" y="1966"/>
                    <a:pt x="26" y="1925"/>
                    <a:pt x="79" y="1863"/>
                  </a:cubicBezTo>
                  <a:cubicBezTo>
                    <a:pt x="133" y="1797"/>
                    <a:pt x="183" y="1690"/>
                    <a:pt x="224" y="1573"/>
                  </a:cubicBezTo>
                  <a:cubicBezTo>
                    <a:pt x="262" y="1454"/>
                    <a:pt x="277" y="1312"/>
                    <a:pt x="249" y="1180"/>
                  </a:cubicBezTo>
                  <a:cubicBezTo>
                    <a:pt x="224" y="1048"/>
                    <a:pt x="158" y="919"/>
                    <a:pt x="120" y="799"/>
                  </a:cubicBezTo>
                  <a:cubicBezTo>
                    <a:pt x="67" y="667"/>
                    <a:pt x="41" y="526"/>
                    <a:pt x="54" y="394"/>
                  </a:cubicBezTo>
                  <a:cubicBezTo>
                    <a:pt x="67" y="328"/>
                    <a:pt x="92" y="262"/>
                    <a:pt x="120" y="196"/>
                  </a:cubicBezTo>
                  <a:cubicBezTo>
                    <a:pt x="158" y="145"/>
                    <a:pt x="199" y="104"/>
                    <a:pt x="236" y="79"/>
                  </a:cubicBezTo>
                  <a:cubicBezTo>
                    <a:pt x="315" y="13"/>
                    <a:pt x="406" y="1"/>
                    <a:pt x="472" y="13"/>
                  </a:cubicBezTo>
                  <a:cubicBezTo>
                    <a:pt x="526" y="26"/>
                    <a:pt x="538" y="54"/>
                    <a:pt x="538" y="79"/>
                  </a:cubicBezTo>
                  <a:cubicBezTo>
                    <a:pt x="526" y="104"/>
                    <a:pt x="435" y="92"/>
                    <a:pt x="340" y="196"/>
                  </a:cubicBezTo>
                  <a:cubicBezTo>
                    <a:pt x="302" y="249"/>
                    <a:pt x="262" y="315"/>
                    <a:pt x="262" y="406"/>
                  </a:cubicBezTo>
                  <a:cubicBezTo>
                    <a:pt x="262" y="498"/>
                    <a:pt x="277" y="604"/>
                    <a:pt x="328" y="721"/>
                  </a:cubicBezTo>
                  <a:cubicBezTo>
                    <a:pt x="356" y="840"/>
                    <a:pt x="419" y="982"/>
                    <a:pt x="435" y="1155"/>
                  </a:cubicBezTo>
                  <a:cubicBezTo>
                    <a:pt x="460" y="1325"/>
                    <a:pt x="419" y="1495"/>
                    <a:pt x="356" y="1627"/>
                  </a:cubicBezTo>
                  <a:cubicBezTo>
                    <a:pt x="290" y="1756"/>
                    <a:pt x="199" y="1847"/>
                    <a:pt x="133" y="1913"/>
                  </a:cubicBezTo>
                  <a:cubicBezTo>
                    <a:pt x="54" y="1966"/>
                    <a:pt x="13" y="1979"/>
                    <a:pt x="1" y="197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8" name="Google Shape;1208;p28"/>
            <p:cNvSpPr/>
            <p:nvPr/>
          </p:nvSpPr>
          <p:spPr>
            <a:xfrm>
              <a:off x="1912471" y="4188592"/>
              <a:ext cx="160905" cy="147768"/>
            </a:xfrm>
            <a:custGeom>
              <a:rect b="b" l="l" r="r" t="t"/>
              <a:pathLst>
                <a:path extrusionOk="0" h="2216" w="2413">
                  <a:moveTo>
                    <a:pt x="1633" y="0"/>
                  </a:moveTo>
                  <a:cubicBezTo>
                    <a:pt x="1305" y="0"/>
                    <a:pt x="910" y="192"/>
                    <a:pt x="589" y="539"/>
                  </a:cubicBezTo>
                  <a:cubicBezTo>
                    <a:pt x="117" y="1064"/>
                    <a:pt x="0" y="1743"/>
                    <a:pt x="340" y="2058"/>
                  </a:cubicBezTo>
                  <a:cubicBezTo>
                    <a:pt x="451" y="2165"/>
                    <a:pt x="602" y="2216"/>
                    <a:pt x="772" y="2216"/>
                  </a:cubicBezTo>
                  <a:cubicBezTo>
                    <a:pt x="1100" y="2216"/>
                    <a:pt x="1498" y="2024"/>
                    <a:pt x="1809" y="1677"/>
                  </a:cubicBezTo>
                  <a:cubicBezTo>
                    <a:pt x="2293" y="1155"/>
                    <a:pt x="2413" y="473"/>
                    <a:pt x="2070" y="158"/>
                  </a:cubicBezTo>
                  <a:cubicBezTo>
                    <a:pt x="1955" y="51"/>
                    <a:pt x="1803" y="0"/>
                    <a:pt x="163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9" name="Google Shape;1209;p28"/>
            <p:cNvSpPr/>
            <p:nvPr/>
          </p:nvSpPr>
          <p:spPr>
            <a:xfrm>
              <a:off x="1943946" y="4208730"/>
              <a:ext cx="100491" cy="120695"/>
            </a:xfrm>
            <a:custGeom>
              <a:rect b="b" l="l" r="r" t="t"/>
              <a:pathLst>
                <a:path extrusionOk="0" h="1810" w="1507">
                  <a:moveTo>
                    <a:pt x="1453" y="1"/>
                  </a:moveTo>
                  <a:cubicBezTo>
                    <a:pt x="1469" y="1"/>
                    <a:pt x="1482" y="54"/>
                    <a:pt x="1494" y="158"/>
                  </a:cubicBezTo>
                  <a:cubicBezTo>
                    <a:pt x="1507" y="249"/>
                    <a:pt x="1482" y="407"/>
                    <a:pt x="1416" y="551"/>
                  </a:cubicBezTo>
                  <a:cubicBezTo>
                    <a:pt x="1375" y="630"/>
                    <a:pt x="1324" y="696"/>
                    <a:pt x="1271" y="775"/>
                  </a:cubicBezTo>
                  <a:cubicBezTo>
                    <a:pt x="1233" y="800"/>
                    <a:pt x="1192" y="841"/>
                    <a:pt x="1139" y="866"/>
                  </a:cubicBezTo>
                  <a:cubicBezTo>
                    <a:pt x="1089" y="878"/>
                    <a:pt x="1022" y="891"/>
                    <a:pt x="982" y="891"/>
                  </a:cubicBezTo>
                  <a:cubicBezTo>
                    <a:pt x="944" y="891"/>
                    <a:pt x="903" y="891"/>
                    <a:pt x="865" y="904"/>
                  </a:cubicBezTo>
                  <a:cubicBezTo>
                    <a:pt x="824" y="904"/>
                    <a:pt x="799" y="919"/>
                    <a:pt x="761" y="919"/>
                  </a:cubicBezTo>
                  <a:cubicBezTo>
                    <a:pt x="695" y="944"/>
                    <a:pt x="629" y="970"/>
                    <a:pt x="576" y="998"/>
                  </a:cubicBezTo>
                  <a:cubicBezTo>
                    <a:pt x="340" y="1127"/>
                    <a:pt x="224" y="1350"/>
                    <a:pt x="170" y="1507"/>
                  </a:cubicBezTo>
                  <a:cubicBezTo>
                    <a:pt x="117" y="1677"/>
                    <a:pt x="117" y="1797"/>
                    <a:pt x="79" y="1809"/>
                  </a:cubicBezTo>
                  <a:cubicBezTo>
                    <a:pt x="66" y="1809"/>
                    <a:pt x="54" y="1784"/>
                    <a:pt x="25" y="1731"/>
                  </a:cubicBezTo>
                  <a:cubicBezTo>
                    <a:pt x="13" y="1677"/>
                    <a:pt x="0" y="1586"/>
                    <a:pt x="13" y="1482"/>
                  </a:cubicBezTo>
                  <a:cubicBezTo>
                    <a:pt x="25" y="1375"/>
                    <a:pt x="66" y="1259"/>
                    <a:pt x="132" y="1139"/>
                  </a:cubicBezTo>
                  <a:cubicBezTo>
                    <a:pt x="211" y="1011"/>
                    <a:pt x="315" y="891"/>
                    <a:pt x="459" y="812"/>
                  </a:cubicBezTo>
                  <a:cubicBezTo>
                    <a:pt x="538" y="775"/>
                    <a:pt x="617" y="734"/>
                    <a:pt x="708" y="721"/>
                  </a:cubicBezTo>
                  <a:cubicBezTo>
                    <a:pt x="746" y="709"/>
                    <a:pt x="799" y="696"/>
                    <a:pt x="840" y="696"/>
                  </a:cubicBezTo>
                  <a:lnTo>
                    <a:pt x="982" y="696"/>
                  </a:lnTo>
                  <a:lnTo>
                    <a:pt x="1076" y="696"/>
                  </a:lnTo>
                  <a:cubicBezTo>
                    <a:pt x="1089" y="683"/>
                    <a:pt x="1126" y="668"/>
                    <a:pt x="1155" y="643"/>
                  </a:cubicBezTo>
                  <a:cubicBezTo>
                    <a:pt x="1205" y="605"/>
                    <a:pt x="1258" y="539"/>
                    <a:pt x="1284" y="485"/>
                  </a:cubicBezTo>
                  <a:cubicBezTo>
                    <a:pt x="1362" y="369"/>
                    <a:pt x="1403" y="237"/>
                    <a:pt x="1428" y="146"/>
                  </a:cubicBezTo>
                  <a:cubicBezTo>
                    <a:pt x="1441" y="54"/>
                    <a:pt x="1441" y="1"/>
                    <a:pt x="1453"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0" name="Google Shape;1210;p28"/>
            <p:cNvSpPr/>
            <p:nvPr/>
          </p:nvSpPr>
          <p:spPr>
            <a:xfrm>
              <a:off x="2108121" y="3857175"/>
              <a:ext cx="146902" cy="104225"/>
            </a:xfrm>
            <a:custGeom>
              <a:rect b="b" l="l" r="r" t="t"/>
              <a:pathLst>
                <a:path extrusionOk="0" h="1563" w="2203">
                  <a:moveTo>
                    <a:pt x="961" y="0"/>
                  </a:moveTo>
                  <a:cubicBezTo>
                    <a:pt x="516" y="0"/>
                    <a:pt x="145" y="221"/>
                    <a:pt x="80" y="568"/>
                  </a:cubicBezTo>
                  <a:cubicBezTo>
                    <a:pt x="1" y="986"/>
                    <a:pt x="394" y="1420"/>
                    <a:pt x="957" y="1536"/>
                  </a:cubicBezTo>
                  <a:cubicBezTo>
                    <a:pt x="1049" y="1554"/>
                    <a:pt x="1139" y="1562"/>
                    <a:pt x="1226" y="1562"/>
                  </a:cubicBezTo>
                  <a:cubicBezTo>
                    <a:pt x="1677" y="1562"/>
                    <a:pt x="2048" y="1339"/>
                    <a:pt x="2124" y="986"/>
                  </a:cubicBezTo>
                  <a:cubicBezTo>
                    <a:pt x="2203" y="568"/>
                    <a:pt x="1809" y="137"/>
                    <a:pt x="1246" y="30"/>
                  </a:cubicBezTo>
                  <a:cubicBezTo>
                    <a:pt x="1149" y="10"/>
                    <a:pt x="1054" y="0"/>
                    <a:pt x="96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8"/>
            <p:cNvSpPr/>
            <p:nvPr/>
          </p:nvSpPr>
          <p:spPr>
            <a:xfrm>
              <a:off x="2123858" y="3890583"/>
              <a:ext cx="115427" cy="35075"/>
            </a:xfrm>
            <a:custGeom>
              <a:rect b="b" l="l" r="r" t="t"/>
              <a:pathLst>
                <a:path extrusionOk="0" h="526" w="1731">
                  <a:moveTo>
                    <a:pt x="1718" y="513"/>
                  </a:moveTo>
                  <a:cubicBezTo>
                    <a:pt x="1718" y="526"/>
                    <a:pt x="1680" y="485"/>
                    <a:pt x="1627" y="435"/>
                  </a:cubicBezTo>
                  <a:cubicBezTo>
                    <a:pt x="1573" y="381"/>
                    <a:pt x="1495" y="315"/>
                    <a:pt x="1404" y="265"/>
                  </a:cubicBezTo>
                  <a:cubicBezTo>
                    <a:pt x="1312" y="211"/>
                    <a:pt x="1180" y="186"/>
                    <a:pt x="1089" y="224"/>
                  </a:cubicBezTo>
                  <a:cubicBezTo>
                    <a:pt x="1036" y="237"/>
                    <a:pt x="1010" y="265"/>
                    <a:pt x="957" y="303"/>
                  </a:cubicBezTo>
                  <a:cubicBezTo>
                    <a:pt x="919" y="343"/>
                    <a:pt x="853" y="394"/>
                    <a:pt x="800" y="422"/>
                  </a:cubicBezTo>
                  <a:cubicBezTo>
                    <a:pt x="683" y="501"/>
                    <a:pt x="564" y="526"/>
                    <a:pt x="447" y="526"/>
                  </a:cubicBezTo>
                  <a:cubicBezTo>
                    <a:pt x="381" y="526"/>
                    <a:pt x="344" y="526"/>
                    <a:pt x="278" y="513"/>
                  </a:cubicBezTo>
                  <a:cubicBezTo>
                    <a:pt x="224" y="501"/>
                    <a:pt x="186" y="485"/>
                    <a:pt x="146" y="460"/>
                  </a:cubicBezTo>
                  <a:cubicBezTo>
                    <a:pt x="67" y="406"/>
                    <a:pt x="13" y="343"/>
                    <a:pt x="13" y="277"/>
                  </a:cubicBezTo>
                  <a:cubicBezTo>
                    <a:pt x="1" y="224"/>
                    <a:pt x="29" y="199"/>
                    <a:pt x="42" y="199"/>
                  </a:cubicBezTo>
                  <a:cubicBezTo>
                    <a:pt x="54" y="199"/>
                    <a:pt x="67" y="224"/>
                    <a:pt x="92" y="237"/>
                  </a:cubicBezTo>
                  <a:cubicBezTo>
                    <a:pt x="120" y="265"/>
                    <a:pt x="146" y="290"/>
                    <a:pt x="212" y="303"/>
                  </a:cubicBezTo>
                  <a:cubicBezTo>
                    <a:pt x="265" y="328"/>
                    <a:pt x="328" y="328"/>
                    <a:pt x="422" y="315"/>
                  </a:cubicBezTo>
                  <a:cubicBezTo>
                    <a:pt x="514" y="315"/>
                    <a:pt x="605" y="290"/>
                    <a:pt x="696" y="237"/>
                  </a:cubicBezTo>
                  <a:cubicBezTo>
                    <a:pt x="737" y="211"/>
                    <a:pt x="775" y="186"/>
                    <a:pt x="828" y="145"/>
                  </a:cubicBezTo>
                  <a:cubicBezTo>
                    <a:pt x="853" y="120"/>
                    <a:pt x="878" y="108"/>
                    <a:pt x="919" y="79"/>
                  </a:cubicBezTo>
                  <a:cubicBezTo>
                    <a:pt x="957" y="67"/>
                    <a:pt x="998" y="41"/>
                    <a:pt x="1036" y="41"/>
                  </a:cubicBezTo>
                  <a:cubicBezTo>
                    <a:pt x="1209" y="1"/>
                    <a:pt x="1366" y="54"/>
                    <a:pt x="1470" y="145"/>
                  </a:cubicBezTo>
                  <a:cubicBezTo>
                    <a:pt x="1586" y="224"/>
                    <a:pt x="1640" y="328"/>
                    <a:pt x="1680" y="394"/>
                  </a:cubicBezTo>
                  <a:cubicBezTo>
                    <a:pt x="1718" y="472"/>
                    <a:pt x="1731" y="513"/>
                    <a:pt x="1718" y="51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2" name="Google Shape;1212;p28"/>
            <p:cNvSpPr/>
            <p:nvPr/>
          </p:nvSpPr>
          <p:spPr>
            <a:xfrm>
              <a:off x="1801510" y="4087566"/>
              <a:ext cx="182777" cy="163772"/>
            </a:xfrm>
            <a:custGeom>
              <a:rect b="b" l="l" r="r" t="t"/>
              <a:pathLst>
                <a:path extrusionOk="0" h="2456" w="2741">
                  <a:moveTo>
                    <a:pt x="1806" y="0"/>
                  </a:moveTo>
                  <a:cubicBezTo>
                    <a:pt x="1429" y="0"/>
                    <a:pt x="994" y="206"/>
                    <a:pt x="655" y="585"/>
                  </a:cubicBezTo>
                  <a:cubicBezTo>
                    <a:pt x="117" y="1164"/>
                    <a:pt x="1" y="1934"/>
                    <a:pt x="406" y="2315"/>
                  </a:cubicBezTo>
                  <a:cubicBezTo>
                    <a:pt x="511" y="2412"/>
                    <a:pt x="620" y="2456"/>
                    <a:pt x="735" y="2456"/>
                  </a:cubicBezTo>
                  <a:cubicBezTo>
                    <a:pt x="1053" y="2456"/>
                    <a:pt x="1411" y="2124"/>
                    <a:pt x="1797" y="1698"/>
                  </a:cubicBezTo>
                  <a:cubicBezTo>
                    <a:pt x="2331" y="1110"/>
                    <a:pt x="2740" y="560"/>
                    <a:pt x="2347" y="192"/>
                  </a:cubicBezTo>
                  <a:cubicBezTo>
                    <a:pt x="2202" y="62"/>
                    <a:pt x="2013" y="0"/>
                    <a:pt x="1806"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3" name="Google Shape;1213;p28"/>
            <p:cNvSpPr/>
            <p:nvPr/>
          </p:nvSpPr>
          <p:spPr>
            <a:xfrm>
              <a:off x="1847855" y="4121308"/>
              <a:ext cx="111026" cy="115427"/>
            </a:xfrm>
            <a:custGeom>
              <a:rect b="b" l="l" r="r" t="t"/>
              <a:pathLst>
                <a:path extrusionOk="0" h="1731" w="1665">
                  <a:moveTo>
                    <a:pt x="1665" y="13"/>
                  </a:moveTo>
                  <a:cubicBezTo>
                    <a:pt x="1665" y="29"/>
                    <a:pt x="1611" y="54"/>
                    <a:pt x="1532" y="92"/>
                  </a:cubicBezTo>
                  <a:cubicBezTo>
                    <a:pt x="1466" y="132"/>
                    <a:pt x="1375" y="211"/>
                    <a:pt x="1271" y="315"/>
                  </a:cubicBezTo>
                  <a:cubicBezTo>
                    <a:pt x="1073" y="500"/>
                    <a:pt x="837" y="761"/>
                    <a:pt x="680" y="956"/>
                  </a:cubicBezTo>
                  <a:cubicBezTo>
                    <a:pt x="340" y="1378"/>
                    <a:pt x="92" y="1730"/>
                    <a:pt x="26" y="1692"/>
                  </a:cubicBezTo>
                  <a:cubicBezTo>
                    <a:pt x="1" y="1680"/>
                    <a:pt x="26" y="1573"/>
                    <a:pt x="105" y="1416"/>
                  </a:cubicBezTo>
                  <a:cubicBezTo>
                    <a:pt x="196" y="1258"/>
                    <a:pt x="328" y="1035"/>
                    <a:pt x="510" y="828"/>
                  </a:cubicBezTo>
                  <a:cubicBezTo>
                    <a:pt x="680" y="617"/>
                    <a:pt x="944" y="368"/>
                    <a:pt x="1180" y="198"/>
                  </a:cubicBezTo>
                  <a:cubicBezTo>
                    <a:pt x="1297" y="120"/>
                    <a:pt x="1416" y="54"/>
                    <a:pt x="1507" y="29"/>
                  </a:cubicBezTo>
                  <a:cubicBezTo>
                    <a:pt x="1599" y="0"/>
                    <a:pt x="1665" y="13"/>
                    <a:pt x="1665"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8"/>
            <p:cNvSpPr/>
            <p:nvPr/>
          </p:nvSpPr>
          <p:spPr>
            <a:xfrm>
              <a:off x="1747230" y="3870845"/>
              <a:ext cx="170574" cy="126363"/>
            </a:xfrm>
            <a:custGeom>
              <a:rect b="b" l="l" r="r" t="t"/>
              <a:pathLst>
                <a:path extrusionOk="0" h="1895" w="2558">
                  <a:moveTo>
                    <a:pt x="957" y="1"/>
                  </a:moveTo>
                  <a:cubicBezTo>
                    <a:pt x="631" y="1"/>
                    <a:pt x="355" y="129"/>
                    <a:pt x="223" y="375"/>
                  </a:cubicBezTo>
                  <a:cubicBezTo>
                    <a:pt x="0" y="797"/>
                    <a:pt x="302" y="1397"/>
                    <a:pt x="881" y="1712"/>
                  </a:cubicBezTo>
                  <a:cubicBezTo>
                    <a:pt x="1119" y="1834"/>
                    <a:pt x="1367" y="1894"/>
                    <a:pt x="1591" y="1894"/>
                  </a:cubicBezTo>
                  <a:cubicBezTo>
                    <a:pt x="1920" y="1894"/>
                    <a:pt x="2201" y="1766"/>
                    <a:pt x="2334" y="1517"/>
                  </a:cubicBezTo>
                  <a:cubicBezTo>
                    <a:pt x="2557" y="1095"/>
                    <a:pt x="2255" y="495"/>
                    <a:pt x="1680" y="193"/>
                  </a:cubicBezTo>
                  <a:cubicBezTo>
                    <a:pt x="1436" y="63"/>
                    <a:pt x="1184" y="1"/>
                    <a:pt x="957"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5" name="Google Shape;1215;p28"/>
            <p:cNvSpPr/>
            <p:nvPr/>
          </p:nvSpPr>
          <p:spPr>
            <a:xfrm>
              <a:off x="1561183" y="3805495"/>
              <a:ext cx="182710" cy="163706"/>
            </a:xfrm>
            <a:custGeom>
              <a:rect b="b" l="l" r="r" t="t"/>
              <a:pathLst>
                <a:path extrusionOk="0" h="2455" w="2740">
                  <a:moveTo>
                    <a:pt x="1791" y="1"/>
                  </a:moveTo>
                  <a:cubicBezTo>
                    <a:pt x="1420" y="1"/>
                    <a:pt x="985" y="206"/>
                    <a:pt x="642" y="582"/>
                  </a:cubicBezTo>
                  <a:cubicBezTo>
                    <a:pt x="104" y="1173"/>
                    <a:pt x="0" y="1947"/>
                    <a:pt x="393" y="2311"/>
                  </a:cubicBezTo>
                  <a:cubicBezTo>
                    <a:pt x="502" y="2410"/>
                    <a:pt x="615" y="2454"/>
                    <a:pt x="732" y="2454"/>
                  </a:cubicBezTo>
                  <a:cubicBezTo>
                    <a:pt x="1051" y="2454"/>
                    <a:pt x="1403" y="2128"/>
                    <a:pt x="1796" y="1698"/>
                  </a:cubicBezTo>
                  <a:cubicBezTo>
                    <a:pt x="2334" y="1107"/>
                    <a:pt x="2740" y="569"/>
                    <a:pt x="2334" y="204"/>
                  </a:cubicBezTo>
                  <a:cubicBezTo>
                    <a:pt x="2192" y="67"/>
                    <a:pt x="2002" y="1"/>
                    <a:pt x="17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6" name="Google Shape;1216;p28"/>
            <p:cNvSpPr/>
            <p:nvPr/>
          </p:nvSpPr>
          <p:spPr>
            <a:xfrm>
              <a:off x="1607528" y="3840037"/>
              <a:ext cx="111026" cy="114360"/>
            </a:xfrm>
            <a:custGeom>
              <a:rect b="b" l="l" r="r" t="t"/>
              <a:pathLst>
                <a:path extrusionOk="0" h="1715" w="1665">
                  <a:moveTo>
                    <a:pt x="1664" y="13"/>
                  </a:moveTo>
                  <a:cubicBezTo>
                    <a:pt x="1664" y="26"/>
                    <a:pt x="1611" y="38"/>
                    <a:pt x="1532" y="92"/>
                  </a:cubicBezTo>
                  <a:cubicBezTo>
                    <a:pt x="1453" y="130"/>
                    <a:pt x="1362" y="208"/>
                    <a:pt x="1271" y="299"/>
                  </a:cubicBezTo>
                  <a:cubicBezTo>
                    <a:pt x="1060" y="498"/>
                    <a:pt x="837" y="746"/>
                    <a:pt x="667" y="957"/>
                  </a:cubicBezTo>
                  <a:cubicBezTo>
                    <a:pt x="327" y="1375"/>
                    <a:pt x="92" y="1715"/>
                    <a:pt x="25" y="1690"/>
                  </a:cubicBezTo>
                  <a:cubicBezTo>
                    <a:pt x="0" y="1677"/>
                    <a:pt x="25" y="1557"/>
                    <a:pt x="104" y="1400"/>
                  </a:cubicBezTo>
                  <a:cubicBezTo>
                    <a:pt x="183" y="1243"/>
                    <a:pt x="327" y="1035"/>
                    <a:pt x="497" y="812"/>
                  </a:cubicBezTo>
                  <a:cubicBezTo>
                    <a:pt x="667" y="601"/>
                    <a:pt x="944" y="365"/>
                    <a:pt x="1180" y="196"/>
                  </a:cubicBezTo>
                  <a:cubicBezTo>
                    <a:pt x="1296" y="104"/>
                    <a:pt x="1416" y="38"/>
                    <a:pt x="1507" y="26"/>
                  </a:cubicBezTo>
                  <a:cubicBezTo>
                    <a:pt x="1598" y="1"/>
                    <a:pt x="1664" y="1"/>
                    <a:pt x="1664"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7" name="Google Shape;1217;p28"/>
            <p:cNvSpPr/>
            <p:nvPr/>
          </p:nvSpPr>
          <p:spPr>
            <a:xfrm>
              <a:off x="2124725" y="4117241"/>
              <a:ext cx="146035" cy="169974"/>
            </a:xfrm>
            <a:custGeom>
              <a:rect b="b" l="l" r="r" t="t"/>
              <a:pathLst>
                <a:path extrusionOk="0" h="2549" w="2190">
                  <a:moveTo>
                    <a:pt x="953" y="1"/>
                  </a:moveTo>
                  <a:cubicBezTo>
                    <a:pt x="893" y="1"/>
                    <a:pt x="833" y="8"/>
                    <a:pt x="774" y="24"/>
                  </a:cubicBezTo>
                  <a:cubicBezTo>
                    <a:pt x="265" y="140"/>
                    <a:pt x="0" y="810"/>
                    <a:pt x="173" y="1505"/>
                  </a:cubicBezTo>
                  <a:cubicBezTo>
                    <a:pt x="335" y="2118"/>
                    <a:pt x="786" y="2549"/>
                    <a:pt x="1241" y="2549"/>
                  </a:cubicBezTo>
                  <a:cubicBezTo>
                    <a:pt x="1300" y="2549"/>
                    <a:pt x="1358" y="2542"/>
                    <a:pt x="1416" y="2527"/>
                  </a:cubicBezTo>
                  <a:cubicBezTo>
                    <a:pt x="1916" y="2408"/>
                    <a:pt x="2190" y="1741"/>
                    <a:pt x="2007" y="1046"/>
                  </a:cubicBezTo>
                  <a:cubicBezTo>
                    <a:pt x="1857" y="431"/>
                    <a:pt x="1409" y="1"/>
                    <a:pt x="95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8" name="Google Shape;1218;p28"/>
            <p:cNvSpPr/>
            <p:nvPr/>
          </p:nvSpPr>
          <p:spPr>
            <a:xfrm>
              <a:off x="2168536" y="4131778"/>
              <a:ext cx="55880" cy="133032"/>
            </a:xfrm>
            <a:custGeom>
              <a:rect b="b" l="l" r="r" t="t"/>
              <a:pathLst>
                <a:path extrusionOk="0" h="1995" w="838">
                  <a:moveTo>
                    <a:pt x="171" y="1"/>
                  </a:moveTo>
                  <a:cubicBezTo>
                    <a:pt x="183" y="13"/>
                    <a:pt x="158" y="67"/>
                    <a:pt x="145" y="145"/>
                  </a:cubicBezTo>
                  <a:cubicBezTo>
                    <a:pt x="130" y="224"/>
                    <a:pt x="117" y="343"/>
                    <a:pt x="145" y="460"/>
                  </a:cubicBezTo>
                  <a:cubicBezTo>
                    <a:pt x="158" y="592"/>
                    <a:pt x="208" y="721"/>
                    <a:pt x="287" y="828"/>
                  </a:cubicBezTo>
                  <a:cubicBezTo>
                    <a:pt x="366" y="932"/>
                    <a:pt x="485" y="1023"/>
                    <a:pt x="576" y="1114"/>
                  </a:cubicBezTo>
                  <a:cubicBezTo>
                    <a:pt x="668" y="1221"/>
                    <a:pt x="759" y="1337"/>
                    <a:pt x="800" y="1457"/>
                  </a:cubicBezTo>
                  <a:cubicBezTo>
                    <a:pt x="825" y="1523"/>
                    <a:pt x="837" y="1586"/>
                    <a:pt x="825" y="1652"/>
                  </a:cubicBezTo>
                  <a:cubicBezTo>
                    <a:pt x="825" y="1718"/>
                    <a:pt x="812" y="1771"/>
                    <a:pt x="787" y="1822"/>
                  </a:cubicBezTo>
                  <a:cubicBezTo>
                    <a:pt x="734" y="1916"/>
                    <a:pt x="655" y="1966"/>
                    <a:pt x="602" y="1979"/>
                  </a:cubicBezTo>
                  <a:cubicBezTo>
                    <a:pt x="551" y="1995"/>
                    <a:pt x="510" y="1979"/>
                    <a:pt x="510" y="1954"/>
                  </a:cubicBezTo>
                  <a:cubicBezTo>
                    <a:pt x="510" y="1929"/>
                    <a:pt x="589" y="1888"/>
                    <a:pt x="630" y="1759"/>
                  </a:cubicBezTo>
                  <a:cubicBezTo>
                    <a:pt x="655" y="1693"/>
                    <a:pt x="655" y="1627"/>
                    <a:pt x="617" y="1535"/>
                  </a:cubicBezTo>
                  <a:cubicBezTo>
                    <a:pt x="576" y="1457"/>
                    <a:pt x="510" y="1366"/>
                    <a:pt x="419" y="1271"/>
                  </a:cubicBezTo>
                  <a:cubicBezTo>
                    <a:pt x="340" y="1193"/>
                    <a:pt x="224" y="1089"/>
                    <a:pt x="130" y="944"/>
                  </a:cubicBezTo>
                  <a:cubicBezTo>
                    <a:pt x="39" y="787"/>
                    <a:pt x="1" y="630"/>
                    <a:pt x="1" y="472"/>
                  </a:cubicBezTo>
                  <a:cubicBezTo>
                    <a:pt x="1" y="328"/>
                    <a:pt x="39" y="199"/>
                    <a:pt x="79" y="120"/>
                  </a:cubicBezTo>
                  <a:cubicBezTo>
                    <a:pt x="117" y="41"/>
                    <a:pt x="158" y="1"/>
                    <a:pt x="171"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9" name="Google Shape;1219;p28"/>
            <p:cNvSpPr/>
            <p:nvPr/>
          </p:nvSpPr>
          <p:spPr>
            <a:xfrm>
              <a:off x="2068111" y="4291951"/>
              <a:ext cx="145835" cy="170040"/>
            </a:xfrm>
            <a:custGeom>
              <a:rect b="b" l="l" r="r" t="t"/>
              <a:pathLst>
                <a:path extrusionOk="0" h="2550" w="2187">
                  <a:moveTo>
                    <a:pt x="950" y="1"/>
                  </a:moveTo>
                  <a:cubicBezTo>
                    <a:pt x="890" y="1"/>
                    <a:pt x="830" y="8"/>
                    <a:pt x="771" y="24"/>
                  </a:cubicBezTo>
                  <a:cubicBezTo>
                    <a:pt x="274" y="143"/>
                    <a:pt x="0" y="810"/>
                    <a:pt x="183" y="1505"/>
                  </a:cubicBezTo>
                  <a:cubicBezTo>
                    <a:pt x="333" y="2120"/>
                    <a:pt x="781" y="2550"/>
                    <a:pt x="1237" y="2550"/>
                  </a:cubicBezTo>
                  <a:cubicBezTo>
                    <a:pt x="1296" y="2550"/>
                    <a:pt x="1356" y="2542"/>
                    <a:pt x="1416" y="2527"/>
                  </a:cubicBezTo>
                  <a:cubicBezTo>
                    <a:pt x="1925" y="2408"/>
                    <a:pt x="2186" y="1741"/>
                    <a:pt x="2016" y="1046"/>
                  </a:cubicBezTo>
                  <a:cubicBezTo>
                    <a:pt x="1855" y="431"/>
                    <a:pt x="1406" y="1"/>
                    <a:pt x="95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0" name="Google Shape;1220;p28"/>
            <p:cNvSpPr/>
            <p:nvPr/>
          </p:nvSpPr>
          <p:spPr>
            <a:xfrm>
              <a:off x="2112589" y="4306689"/>
              <a:ext cx="55213" cy="132832"/>
            </a:xfrm>
            <a:custGeom>
              <a:rect b="b" l="l" r="r" t="t"/>
              <a:pathLst>
                <a:path extrusionOk="0" h="1992" w="828">
                  <a:moveTo>
                    <a:pt x="157" y="1"/>
                  </a:moveTo>
                  <a:cubicBezTo>
                    <a:pt x="170" y="13"/>
                    <a:pt x="157" y="64"/>
                    <a:pt x="145" y="142"/>
                  </a:cubicBezTo>
                  <a:cubicBezTo>
                    <a:pt x="120" y="221"/>
                    <a:pt x="120" y="340"/>
                    <a:pt x="132" y="457"/>
                  </a:cubicBezTo>
                  <a:cubicBezTo>
                    <a:pt x="157" y="589"/>
                    <a:pt x="211" y="721"/>
                    <a:pt x="289" y="825"/>
                  </a:cubicBezTo>
                  <a:cubicBezTo>
                    <a:pt x="355" y="929"/>
                    <a:pt x="472" y="1023"/>
                    <a:pt x="563" y="1114"/>
                  </a:cubicBezTo>
                  <a:cubicBezTo>
                    <a:pt x="670" y="1218"/>
                    <a:pt x="749" y="1337"/>
                    <a:pt x="799" y="1454"/>
                  </a:cubicBezTo>
                  <a:cubicBezTo>
                    <a:pt x="811" y="1520"/>
                    <a:pt x="827" y="1586"/>
                    <a:pt x="827" y="1652"/>
                  </a:cubicBezTo>
                  <a:cubicBezTo>
                    <a:pt x="811" y="1715"/>
                    <a:pt x="799" y="1768"/>
                    <a:pt x="774" y="1822"/>
                  </a:cubicBezTo>
                  <a:cubicBezTo>
                    <a:pt x="720" y="1913"/>
                    <a:pt x="642" y="1966"/>
                    <a:pt x="591" y="1979"/>
                  </a:cubicBezTo>
                  <a:cubicBezTo>
                    <a:pt x="538" y="1992"/>
                    <a:pt x="513" y="1979"/>
                    <a:pt x="497" y="1951"/>
                  </a:cubicBezTo>
                  <a:cubicBezTo>
                    <a:pt x="497" y="1926"/>
                    <a:pt x="591" y="1888"/>
                    <a:pt x="629" y="1756"/>
                  </a:cubicBezTo>
                  <a:cubicBezTo>
                    <a:pt x="642" y="1690"/>
                    <a:pt x="642" y="1624"/>
                    <a:pt x="604" y="1532"/>
                  </a:cubicBezTo>
                  <a:cubicBezTo>
                    <a:pt x="576" y="1454"/>
                    <a:pt x="497" y="1363"/>
                    <a:pt x="418" y="1271"/>
                  </a:cubicBezTo>
                  <a:cubicBezTo>
                    <a:pt x="327" y="1193"/>
                    <a:pt x="211" y="1086"/>
                    <a:pt x="120" y="944"/>
                  </a:cubicBezTo>
                  <a:cubicBezTo>
                    <a:pt x="41" y="787"/>
                    <a:pt x="0" y="614"/>
                    <a:pt x="0" y="472"/>
                  </a:cubicBezTo>
                  <a:cubicBezTo>
                    <a:pt x="0" y="328"/>
                    <a:pt x="25" y="196"/>
                    <a:pt x="66" y="117"/>
                  </a:cubicBezTo>
                  <a:cubicBezTo>
                    <a:pt x="120" y="38"/>
                    <a:pt x="145" y="1"/>
                    <a:pt x="15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1" name="Google Shape;1221;p28"/>
            <p:cNvSpPr/>
            <p:nvPr/>
          </p:nvSpPr>
          <p:spPr>
            <a:xfrm>
              <a:off x="1927342" y="3792759"/>
              <a:ext cx="139767" cy="188178"/>
            </a:xfrm>
            <a:custGeom>
              <a:rect b="b" l="l" r="r" t="t"/>
              <a:pathLst>
                <a:path extrusionOk="0" h="2822" w="2096">
                  <a:moveTo>
                    <a:pt x="1172" y="1"/>
                  </a:moveTo>
                  <a:cubicBezTo>
                    <a:pt x="769" y="1"/>
                    <a:pt x="551" y="521"/>
                    <a:pt x="353" y="1207"/>
                  </a:cubicBezTo>
                  <a:cubicBezTo>
                    <a:pt x="130" y="1968"/>
                    <a:pt x="1" y="2634"/>
                    <a:pt x="523" y="2792"/>
                  </a:cubicBezTo>
                  <a:cubicBezTo>
                    <a:pt x="588" y="2812"/>
                    <a:pt x="655" y="2821"/>
                    <a:pt x="722" y="2821"/>
                  </a:cubicBezTo>
                  <a:cubicBezTo>
                    <a:pt x="1183" y="2821"/>
                    <a:pt x="1669" y="2368"/>
                    <a:pt x="1875" y="1704"/>
                  </a:cubicBezTo>
                  <a:cubicBezTo>
                    <a:pt x="2096" y="930"/>
                    <a:pt x="1860" y="184"/>
                    <a:pt x="1338" y="27"/>
                  </a:cubicBezTo>
                  <a:cubicBezTo>
                    <a:pt x="1279" y="9"/>
                    <a:pt x="1224" y="1"/>
                    <a:pt x="117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2" name="Google Shape;1222;p28"/>
            <p:cNvSpPr/>
            <p:nvPr/>
          </p:nvSpPr>
          <p:spPr>
            <a:xfrm>
              <a:off x="1950881" y="3810230"/>
              <a:ext cx="53279" cy="149435"/>
            </a:xfrm>
            <a:custGeom>
              <a:rect b="b" l="l" r="r" t="t"/>
              <a:pathLst>
                <a:path extrusionOk="0" h="2241" w="799">
                  <a:moveTo>
                    <a:pt x="13" y="2240"/>
                  </a:moveTo>
                  <a:cubicBezTo>
                    <a:pt x="0" y="2228"/>
                    <a:pt x="41" y="2190"/>
                    <a:pt x="91" y="2111"/>
                  </a:cubicBezTo>
                  <a:cubicBezTo>
                    <a:pt x="145" y="2045"/>
                    <a:pt x="186" y="1942"/>
                    <a:pt x="236" y="1809"/>
                  </a:cubicBezTo>
                  <a:cubicBezTo>
                    <a:pt x="327" y="1548"/>
                    <a:pt x="434" y="1206"/>
                    <a:pt x="484" y="957"/>
                  </a:cubicBezTo>
                  <a:cubicBezTo>
                    <a:pt x="604" y="432"/>
                    <a:pt x="683" y="1"/>
                    <a:pt x="749" y="1"/>
                  </a:cubicBezTo>
                  <a:cubicBezTo>
                    <a:pt x="774" y="14"/>
                    <a:pt x="799" y="117"/>
                    <a:pt x="799" y="303"/>
                  </a:cubicBezTo>
                  <a:cubicBezTo>
                    <a:pt x="799" y="473"/>
                    <a:pt x="761" y="721"/>
                    <a:pt x="695" y="998"/>
                  </a:cubicBezTo>
                  <a:cubicBezTo>
                    <a:pt x="629" y="1272"/>
                    <a:pt x="500" y="1611"/>
                    <a:pt x="368" y="1863"/>
                  </a:cubicBezTo>
                  <a:cubicBezTo>
                    <a:pt x="289" y="1992"/>
                    <a:pt x="211" y="2099"/>
                    <a:pt x="145" y="2162"/>
                  </a:cubicBezTo>
                  <a:cubicBezTo>
                    <a:pt x="66" y="2228"/>
                    <a:pt x="13" y="2240"/>
                    <a:pt x="13" y="224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3" name="Google Shape;1223;p28"/>
            <p:cNvSpPr/>
            <p:nvPr/>
          </p:nvSpPr>
          <p:spPr>
            <a:xfrm>
              <a:off x="1986690" y="3986808"/>
              <a:ext cx="160972" cy="115561"/>
            </a:xfrm>
            <a:custGeom>
              <a:rect b="b" l="l" r="r" t="t"/>
              <a:pathLst>
                <a:path extrusionOk="0" h="1733" w="2414">
                  <a:moveTo>
                    <a:pt x="1192" y="1"/>
                  </a:moveTo>
                  <a:cubicBezTo>
                    <a:pt x="553" y="1"/>
                    <a:pt x="26" y="351"/>
                    <a:pt x="13" y="825"/>
                  </a:cubicBezTo>
                  <a:cubicBezTo>
                    <a:pt x="1" y="1297"/>
                    <a:pt x="526" y="1703"/>
                    <a:pt x="1180" y="1731"/>
                  </a:cubicBezTo>
                  <a:cubicBezTo>
                    <a:pt x="1202" y="1732"/>
                    <a:pt x="1223" y="1732"/>
                    <a:pt x="1244" y="1732"/>
                  </a:cubicBezTo>
                  <a:cubicBezTo>
                    <a:pt x="1870" y="1732"/>
                    <a:pt x="2385" y="1373"/>
                    <a:pt x="2401" y="917"/>
                  </a:cubicBezTo>
                  <a:cubicBezTo>
                    <a:pt x="2413" y="432"/>
                    <a:pt x="1888" y="26"/>
                    <a:pt x="1234" y="1"/>
                  </a:cubicBezTo>
                  <a:cubicBezTo>
                    <a:pt x="1220" y="1"/>
                    <a:pt x="1206" y="1"/>
                    <a:pt x="1192"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4" name="Google Shape;1224;p28"/>
            <p:cNvSpPr/>
            <p:nvPr/>
          </p:nvSpPr>
          <p:spPr>
            <a:xfrm>
              <a:off x="2242822" y="4018216"/>
              <a:ext cx="139967" cy="188178"/>
            </a:xfrm>
            <a:custGeom>
              <a:rect b="b" l="l" r="r" t="t"/>
              <a:pathLst>
                <a:path extrusionOk="0" h="2822" w="2099">
                  <a:moveTo>
                    <a:pt x="1168" y="1"/>
                  </a:moveTo>
                  <a:cubicBezTo>
                    <a:pt x="758" y="1"/>
                    <a:pt x="550" y="520"/>
                    <a:pt x="352" y="1194"/>
                  </a:cubicBezTo>
                  <a:cubicBezTo>
                    <a:pt x="117" y="1968"/>
                    <a:pt x="0" y="2635"/>
                    <a:pt x="510" y="2792"/>
                  </a:cubicBezTo>
                  <a:cubicBezTo>
                    <a:pt x="577" y="2812"/>
                    <a:pt x="645" y="2821"/>
                    <a:pt x="713" y="2821"/>
                  </a:cubicBezTo>
                  <a:cubicBezTo>
                    <a:pt x="1182" y="2821"/>
                    <a:pt x="1667" y="2368"/>
                    <a:pt x="1862" y="1704"/>
                  </a:cubicBezTo>
                  <a:cubicBezTo>
                    <a:pt x="2098" y="930"/>
                    <a:pt x="1862" y="184"/>
                    <a:pt x="1337" y="27"/>
                  </a:cubicBezTo>
                  <a:cubicBezTo>
                    <a:pt x="1277" y="9"/>
                    <a:pt x="1221" y="1"/>
                    <a:pt x="116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5" name="Google Shape;1225;p28"/>
            <p:cNvSpPr/>
            <p:nvPr/>
          </p:nvSpPr>
          <p:spPr>
            <a:xfrm>
              <a:off x="2266294" y="4035753"/>
              <a:ext cx="53546" cy="149369"/>
            </a:xfrm>
            <a:custGeom>
              <a:rect b="b" l="l" r="r" t="t"/>
              <a:pathLst>
                <a:path extrusionOk="0" h="2240" w="803">
                  <a:moveTo>
                    <a:pt x="0" y="2239"/>
                  </a:moveTo>
                  <a:cubicBezTo>
                    <a:pt x="0" y="2227"/>
                    <a:pt x="41" y="2189"/>
                    <a:pt x="79" y="2111"/>
                  </a:cubicBezTo>
                  <a:cubicBezTo>
                    <a:pt x="133" y="2044"/>
                    <a:pt x="186" y="1941"/>
                    <a:pt x="224" y="1809"/>
                  </a:cubicBezTo>
                  <a:cubicBezTo>
                    <a:pt x="331" y="1532"/>
                    <a:pt x="422" y="1205"/>
                    <a:pt x="488" y="944"/>
                  </a:cubicBezTo>
                  <a:cubicBezTo>
                    <a:pt x="604" y="431"/>
                    <a:pt x="670" y="0"/>
                    <a:pt x="736" y="0"/>
                  </a:cubicBezTo>
                  <a:cubicBezTo>
                    <a:pt x="774" y="0"/>
                    <a:pt x="803" y="116"/>
                    <a:pt x="787" y="302"/>
                  </a:cubicBezTo>
                  <a:cubicBezTo>
                    <a:pt x="787" y="472"/>
                    <a:pt x="762" y="720"/>
                    <a:pt x="696" y="997"/>
                  </a:cubicBezTo>
                  <a:cubicBezTo>
                    <a:pt x="630" y="1271"/>
                    <a:pt x="501" y="1610"/>
                    <a:pt x="356" y="1862"/>
                  </a:cubicBezTo>
                  <a:cubicBezTo>
                    <a:pt x="290" y="1991"/>
                    <a:pt x="211" y="2098"/>
                    <a:pt x="133" y="2161"/>
                  </a:cubicBezTo>
                  <a:cubicBezTo>
                    <a:pt x="67" y="2227"/>
                    <a:pt x="16" y="2239"/>
                    <a:pt x="0" y="223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6" name="Google Shape;1226;p28"/>
            <p:cNvSpPr/>
            <p:nvPr/>
          </p:nvSpPr>
          <p:spPr>
            <a:xfrm>
              <a:off x="1858391" y="3974605"/>
              <a:ext cx="171174" cy="122296"/>
            </a:xfrm>
            <a:custGeom>
              <a:rect b="b" l="l" r="r" t="t"/>
              <a:pathLst>
                <a:path extrusionOk="0" h="1834" w="2567">
                  <a:moveTo>
                    <a:pt x="1539" y="0"/>
                  </a:moveTo>
                  <a:cubicBezTo>
                    <a:pt x="1354" y="0"/>
                    <a:pt x="1154" y="38"/>
                    <a:pt x="956" y="118"/>
                  </a:cubicBezTo>
                  <a:cubicBezTo>
                    <a:pt x="340" y="354"/>
                    <a:pt x="0" y="917"/>
                    <a:pt x="170" y="1364"/>
                  </a:cubicBezTo>
                  <a:cubicBezTo>
                    <a:pt x="294" y="1665"/>
                    <a:pt x="629" y="1834"/>
                    <a:pt x="1020" y="1834"/>
                  </a:cubicBezTo>
                  <a:cubicBezTo>
                    <a:pt x="1206" y="1834"/>
                    <a:pt x="1404" y="1796"/>
                    <a:pt x="1598" y="1716"/>
                  </a:cubicBezTo>
                  <a:cubicBezTo>
                    <a:pt x="2214" y="1468"/>
                    <a:pt x="2567" y="917"/>
                    <a:pt x="2384" y="470"/>
                  </a:cubicBezTo>
                  <a:cubicBezTo>
                    <a:pt x="2260" y="170"/>
                    <a:pt x="1931" y="0"/>
                    <a:pt x="153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7" name="Google Shape;1227;p28"/>
            <p:cNvSpPr/>
            <p:nvPr/>
          </p:nvSpPr>
          <p:spPr>
            <a:xfrm>
              <a:off x="1823316" y="3765352"/>
              <a:ext cx="143301" cy="149169"/>
            </a:xfrm>
            <a:custGeom>
              <a:rect b="b" l="l" r="r" t="t"/>
              <a:pathLst>
                <a:path extrusionOk="0" h="2237" w="2149">
                  <a:moveTo>
                    <a:pt x="1337" y="1"/>
                  </a:moveTo>
                  <a:cubicBezTo>
                    <a:pt x="986" y="1"/>
                    <a:pt x="593" y="247"/>
                    <a:pt x="340" y="661"/>
                  </a:cubicBezTo>
                  <a:cubicBezTo>
                    <a:pt x="1" y="1224"/>
                    <a:pt x="54" y="1891"/>
                    <a:pt x="460" y="2143"/>
                  </a:cubicBezTo>
                  <a:cubicBezTo>
                    <a:pt x="561" y="2206"/>
                    <a:pt x="676" y="2236"/>
                    <a:pt x="797" y="2236"/>
                  </a:cubicBezTo>
                  <a:cubicBezTo>
                    <a:pt x="1151" y="2236"/>
                    <a:pt x="1557" y="1983"/>
                    <a:pt x="1809" y="1564"/>
                  </a:cubicBezTo>
                  <a:cubicBezTo>
                    <a:pt x="2149" y="1001"/>
                    <a:pt x="2099" y="347"/>
                    <a:pt x="1690" y="98"/>
                  </a:cubicBezTo>
                  <a:cubicBezTo>
                    <a:pt x="1583" y="32"/>
                    <a:pt x="1463" y="1"/>
                    <a:pt x="13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8" name="Google Shape;1228;p28"/>
            <p:cNvSpPr/>
            <p:nvPr/>
          </p:nvSpPr>
          <p:spPr>
            <a:xfrm>
              <a:off x="1674811" y="3917590"/>
              <a:ext cx="130098" cy="157637"/>
            </a:xfrm>
            <a:custGeom>
              <a:rect b="b" l="l" r="r" t="t"/>
              <a:pathLst>
                <a:path extrusionOk="0" h="2364" w="1951">
                  <a:moveTo>
                    <a:pt x="1090" y="1"/>
                  </a:moveTo>
                  <a:cubicBezTo>
                    <a:pt x="676" y="1"/>
                    <a:pt x="272" y="410"/>
                    <a:pt x="142" y="986"/>
                  </a:cubicBezTo>
                  <a:cubicBezTo>
                    <a:pt x="1" y="1640"/>
                    <a:pt x="262" y="2244"/>
                    <a:pt x="721" y="2348"/>
                  </a:cubicBezTo>
                  <a:cubicBezTo>
                    <a:pt x="768" y="2359"/>
                    <a:pt x="815" y="2364"/>
                    <a:pt x="863" y="2364"/>
                  </a:cubicBezTo>
                  <a:cubicBezTo>
                    <a:pt x="1278" y="2364"/>
                    <a:pt x="1691" y="1955"/>
                    <a:pt x="1809" y="1379"/>
                  </a:cubicBezTo>
                  <a:cubicBezTo>
                    <a:pt x="1951" y="725"/>
                    <a:pt x="1703" y="121"/>
                    <a:pt x="1231" y="17"/>
                  </a:cubicBezTo>
                  <a:cubicBezTo>
                    <a:pt x="1184" y="6"/>
                    <a:pt x="1137" y="1"/>
                    <a:pt x="109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9" name="Google Shape;1229;p28"/>
            <p:cNvSpPr/>
            <p:nvPr/>
          </p:nvSpPr>
          <p:spPr>
            <a:xfrm>
              <a:off x="2095118" y="4024217"/>
              <a:ext cx="130364" cy="158571"/>
            </a:xfrm>
            <a:custGeom>
              <a:rect b="b" l="l" r="r" t="t"/>
              <a:pathLst>
                <a:path extrusionOk="0" h="2378" w="1955">
                  <a:moveTo>
                    <a:pt x="1093" y="0"/>
                  </a:moveTo>
                  <a:cubicBezTo>
                    <a:pt x="681" y="0"/>
                    <a:pt x="273" y="408"/>
                    <a:pt x="146" y="997"/>
                  </a:cubicBezTo>
                  <a:cubicBezTo>
                    <a:pt x="1" y="1642"/>
                    <a:pt x="262" y="2243"/>
                    <a:pt x="721" y="2362"/>
                  </a:cubicBezTo>
                  <a:cubicBezTo>
                    <a:pt x="766" y="2372"/>
                    <a:pt x="811" y="2377"/>
                    <a:pt x="856" y="2377"/>
                  </a:cubicBezTo>
                  <a:cubicBezTo>
                    <a:pt x="1272" y="2377"/>
                    <a:pt x="1679" y="1957"/>
                    <a:pt x="1809" y="1378"/>
                  </a:cubicBezTo>
                  <a:cubicBezTo>
                    <a:pt x="1954" y="736"/>
                    <a:pt x="1690" y="120"/>
                    <a:pt x="1231" y="16"/>
                  </a:cubicBezTo>
                  <a:cubicBezTo>
                    <a:pt x="1185" y="5"/>
                    <a:pt x="1139" y="0"/>
                    <a:pt x="10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0" name="Google Shape;1230;p28"/>
            <p:cNvSpPr/>
            <p:nvPr/>
          </p:nvSpPr>
          <p:spPr>
            <a:xfrm>
              <a:off x="2025100" y="3875646"/>
              <a:ext cx="130298" cy="158504"/>
            </a:xfrm>
            <a:custGeom>
              <a:rect b="b" l="l" r="r" t="t"/>
              <a:pathLst>
                <a:path extrusionOk="0" h="2377" w="1954">
                  <a:moveTo>
                    <a:pt x="1093" y="1"/>
                  </a:moveTo>
                  <a:cubicBezTo>
                    <a:pt x="679" y="1"/>
                    <a:pt x="275" y="411"/>
                    <a:pt x="145" y="998"/>
                  </a:cubicBezTo>
                  <a:cubicBezTo>
                    <a:pt x="0" y="1640"/>
                    <a:pt x="265" y="2244"/>
                    <a:pt x="724" y="2360"/>
                  </a:cubicBezTo>
                  <a:cubicBezTo>
                    <a:pt x="769" y="2371"/>
                    <a:pt x="815" y="2376"/>
                    <a:pt x="861" y="2376"/>
                  </a:cubicBezTo>
                  <a:cubicBezTo>
                    <a:pt x="1274" y="2376"/>
                    <a:pt x="1682" y="1956"/>
                    <a:pt x="1809" y="1379"/>
                  </a:cubicBezTo>
                  <a:cubicBezTo>
                    <a:pt x="1954" y="737"/>
                    <a:pt x="1693" y="121"/>
                    <a:pt x="1233" y="17"/>
                  </a:cubicBezTo>
                  <a:cubicBezTo>
                    <a:pt x="1187" y="6"/>
                    <a:pt x="1140" y="1"/>
                    <a:pt x="109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1" name="Google Shape;1231;p28"/>
            <p:cNvSpPr/>
            <p:nvPr/>
          </p:nvSpPr>
          <p:spPr>
            <a:xfrm>
              <a:off x="1844321" y="4230403"/>
              <a:ext cx="130298" cy="158571"/>
            </a:xfrm>
            <a:custGeom>
              <a:rect b="b" l="l" r="r" t="t"/>
              <a:pathLst>
                <a:path extrusionOk="0" h="2378" w="1954">
                  <a:moveTo>
                    <a:pt x="1099" y="1"/>
                  </a:moveTo>
                  <a:cubicBezTo>
                    <a:pt x="683" y="1"/>
                    <a:pt x="276" y="421"/>
                    <a:pt x="145" y="1000"/>
                  </a:cubicBezTo>
                  <a:cubicBezTo>
                    <a:pt x="0" y="1642"/>
                    <a:pt x="261" y="2258"/>
                    <a:pt x="721" y="2362"/>
                  </a:cubicBezTo>
                  <a:cubicBezTo>
                    <a:pt x="766" y="2372"/>
                    <a:pt x="813" y="2377"/>
                    <a:pt x="859" y="2377"/>
                  </a:cubicBezTo>
                  <a:cubicBezTo>
                    <a:pt x="1275" y="2377"/>
                    <a:pt x="1690" y="1969"/>
                    <a:pt x="1809" y="1381"/>
                  </a:cubicBezTo>
                  <a:cubicBezTo>
                    <a:pt x="1953" y="736"/>
                    <a:pt x="1705" y="135"/>
                    <a:pt x="1233" y="16"/>
                  </a:cubicBezTo>
                  <a:cubicBezTo>
                    <a:pt x="1189" y="5"/>
                    <a:pt x="1144" y="1"/>
                    <a:pt x="1099"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2" name="Google Shape;1232;p28"/>
            <p:cNvSpPr/>
            <p:nvPr/>
          </p:nvSpPr>
          <p:spPr>
            <a:xfrm>
              <a:off x="1503501" y="3496484"/>
              <a:ext cx="111026" cy="163505"/>
            </a:xfrm>
            <a:custGeom>
              <a:rect b="b" l="l" r="r" t="t"/>
              <a:pathLst>
                <a:path extrusionOk="0" h="2452" w="1665">
                  <a:moveTo>
                    <a:pt x="837" y="1"/>
                  </a:moveTo>
                  <a:cubicBezTo>
                    <a:pt x="385" y="1"/>
                    <a:pt x="25" y="534"/>
                    <a:pt x="13" y="1205"/>
                  </a:cubicBezTo>
                  <a:cubicBezTo>
                    <a:pt x="0" y="1875"/>
                    <a:pt x="353" y="2438"/>
                    <a:pt x="812" y="2451"/>
                  </a:cubicBezTo>
                  <a:cubicBezTo>
                    <a:pt x="817" y="2451"/>
                    <a:pt x="822" y="2451"/>
                    <a:pt x="827" y="2451"/>
                  </a:cubicBezTo>
                  <a:cubicBezTo>
                    <a:pt x="1279" y="2451"/>
                    <a:pt x="1652" y="1906"/>
                    <a:pt x="1664" y="1246"/>
                  </a:cubicBezTo>
                  <a:cubicBezTo>
                    <a:pt x="1664" y="564"/>
                    <a:pt x="1312" y="13"/>
                    <a:pt x="853" y="1"/>
                  </a:cubicBezTo>
                  <a:cubicBezTo>
                    <a:pt x="847" y="1"/>
                    <a:pt x="842"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8"/>
            <p:cNvSpPr/>
            <p:nvPr/>
          </p:nvSpPr>
          <p:spPr>
            <a:xfrm>
              <a:off x="1541044" y="3508687"/>
              <a:ext cx="32341" cy="128631"/>
            </a:xfrm>
            <a:custGeom>
              <a:rect b="b" l="l" r="r" t="t"/>
              <a:pathLst>
                <a:path extrusionOk="0" h="1929" w="485">
                  <a:moveTo>
                    <a:pt x="290" y="16"/>
                  </a:moveTo>
                  <a:cubicBezTo>
                    <a:pt x="290" y="28"/>
                    <a:pt x="261" y="66"/>
                    <a:pt x="236" y="132"/>
                  </a:cubicBezTo>
                  <a:cubicBezTo>
                    <a:pt x="211" y="211"/>
                    <a:pt x="170" y="302"/>
                    <a:pt x="158" y="434"/>
                  </a:cubicBezTo>
                  <a:cubicBezTo>
                    <a:pt x="145" y="551"/>
                    <a:pt x="158" y="683"/>
                    <a:pt x="198" y="802"/>
                  </a:cubicBezTo>
                  <a:cubicBezTo>
                    <a:pt x="236" y="919"/>
                    <a:pt x="315" y="1022"/>
                    <a:pt x="368" y="1129"/>
                  </a:cubicBezTo>
                  <a:cubicBezTo>
                    <a:pt x="434" y="1246"/>
                    <a:pt x="485" y="1378"/>
                    <a:pt x="485" y="1494"/>
                  </a:cubicBezTo>
                  <a:cubicBezTo>
                    <a:pt x="485" y="1560"/>
                    <a:pt x="485" y="1626"/>
                    <a:pt x="459" y="1692"/>
                  </a:cubicBezTo>
                  <a:cubicBezTo>
                    <a:pt x="447" y="1746"/>
                    <a:pt x="419" y="1784"/>
                    <a:pt x="381" y="1824"/>
                  </a:cubicBezTo>
                  <a:cubicBezTo>
                    <a:pt x="327" y="1903"/>
                    <a:pt x="249" y="1928"/>
                    <a:pt x="198" y="1916"/>
                  </a:cubicBezTo>
                  <a:cubicBezTo>
                    <a:pt x="145" y="1916"/>
                    <a:pt x="132" y="1903"/>
                    <a:pt x="132" y="1875"/>
                  </a:cubicBezTo>
                  <a:cubicBezTo>
                    <a:pt x="132" y="1850"/>
                    <a:pt x="211" y="1837"/>
                    <a:pt x="277" y="1730"/>
                  </a:cubicBezTo>
                  <a:cubicBezTo>
                    <a:pt x="302" y="1680"/>
                    <a:pt x="315" y="1614"/>
                    <a:pt x="315" y="1522"/>
                  </a:cubicBezTo>
                  <a:cubicBezTo>
                    <a:pt x="302" y="1444"/>
                    <a:pt x="261" y="1337"/>
                    <a:pt x="211" y="1233"/>
                  </a:cubicBezTo>
                  <a:cubicBezTo>
                    <a:pt x="158" y="1142"/>
                    <a:pt x="79" y="1010"/>
                    <a:pt x="41" y="853"/>
                  </a:cubicBezTo>
                  <a:cubicBezTo>
                    <a:pt x="0" y="695"/>
                    <a:pt x="0" y="538"/>
                    <a:pt x="41" y="409"/>
                  </a:cubicBezTo>
                  <a:cubicBezTo>
                    <a:pt x="79" y="264"/>
                    <a:pt x="132" y="157"/>
                    <a:pt x="183" y="95"/>
                  </a:cubicBezTo>
                  <a:cubicBezTo>
                    <a:pt x="236" y="28"/>
                    <a:pt x="277" y="0"/>
                    <a:pt x="290" y="1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8"/>
            <p:cNvSpPr/>
            <p:nvPr/>
          </p:nvSpPr>
          <p:spPr>
            <a:xfrm>
              <a:off x="1952748" y="4296486"/>
              <a:ext cx="164306" cy="154970"/>
            </a:xfrm>
            <a:custGeom>
              <a:rect b="b" l="l" r="r" t="t"/>
              <a:pathLst>
                <a:path extrusionOk="0" h="2324" w="2464">
                  <a:moveTo>
                    <a:pt x="1540" y="0"/>
                  </a:moveTo>
                  <a:cubicBezTo>
                    <a:pt x="1189" y="0"/>
                    <a:pt x="798" y="192"/>
                    <a:pt x="510" y="547"/>
                  </a:cubicBezTo>
                  <a:cubicBezTo>
                    <a:pt x="51" y="1082"/>
                    <a:pt x="0" y="1805"/>
                    <a:pt x="406" y="2145"/>
                  </a:cubicBezTo>
                  <a:cubicBezTo>
                    <a:pt x="550" y="2265"/>
                    <a:pt x="731" y="2323"/>
                    <a:pt x="923" y="2323"/>
                  </a:cubicBezTo>
                  <a:cubicBezTo>
                    <a:pt x="1274" y="2323"/>
                    <a:pt x="1664" y="2132"/>
                    <a:pt x="1950" y="1777"/>
                  </a:cubicBezTo>
                  <a:cubicBezTo>
                    <a:pt x="2410" y="1239"/>
                    <a:pt x="2463" y="519"/>
                    <a:pt x="2057" y="179"/>
                  </a:cubicBezTo>
                  <a:cubicBezTo>
                    <a:pt x="1913" y="58"/>
                    <a:pt x="1733" y="0"/>
                    <a:pt x="154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5" name="Google Shape;1235;p28"/>
            <p:cNvSpPr/>
            <p:nvPr/>
          </p:nvSpPr>
          <p:spPr>
            <a:xfrm>
              <a:off x="1988424" y="4317158"/>
              <a:ext cx="92755" cy="105825"/>
            </a:xfrm>
            <a:custGeom>
              <a:rect b="b" l="l" r="r" t="t"/>
              <a:pathLst>
                <a:path extrusionOk="0" h="1587" w="1391">
                  <a:moveTo>
                    <a:pt x="1390" y="26"/>
                  </a:moveTo>
                  <a:cubicBezTo>
                    <a:pt x="1390" y="39"/>
                    <a:pt x="1337" y="51"/>
                    <a:pt x="1258" y="92"/>
                  </a:cubicBezTo>
                  <a:cubicBezTo>
                    <a:pt x="1195" y="117"/>
                    <a:pt x="1088" y="183"/>
                    <a:pt x="997" y="262"/>
                  </a:cubicBezTo>
                  <a:cubicBezTo>
                    <a:pt x="906" y="353"/>
                    <a:pt x="840" y="473"/>
                    <a:pt x="786" y="602"/>
                  </a:cubicBezTo>
                  <a:cubicBezTo>
                    <a:pt x="749" y="721"/>
                    <a:pt x="749" y="866"/>
                    <a:pt x="723" y="995"/>
                  </a:cubicBezTo>
                  <a:cubicBezTo>
                    <a:pt x="708" y="1140"/>
                    <a:pt x="670" y="1272"/>
                    <a:pt x="591" y="1388"/>
                  </a:cubicBezTo>
                  <a:cubicBezTo>
                    <a:pt x="550" y="1441"/>
                    <a:pt x="500" y="1479"/>
                    <a:pt x="447" y="1520"/>
                  </a:cubicBezTo>
                  <a:cubicBezTo>
                    <a:pt x="393" y="1545"/>
                    <a:pt x="330" y="1574"/>
                    <a:pt x="277" y="1574"/>
                  </a:cubicBezTo>
                  <a:cubicBezTo>
                    <a:pt x="173" y="1586"/>
                    <a:pt x="94" y="1545"/>
                    <a:pt x="54" y="1508"/>
                  </a:cubicBezTo>
                  <a:cubicBezTo>
                    <a:pt x="0" y="1467"/>
                    <a:pt x="0" y="1441"/>
                    <a:pt x="16" y="1429"/>
                  </a:cubicBezTo>
                  <a:cubicBezTo>
                    <a:pt x="41" y="1401"/>
                    <a:pt x="120" y="1454"/>
                    <a:pt x="236" y="1416"/>
                  </a:cubicBezTo>
                  <a:cubicBezTo>
                    <a:pt x="302" y="1388"/>
                    <a:pt x="368" y="1350"/>
                    <a:pt x="409" y="1272"/>
                  </a:cubicBezTo>
                  <a:cubicBezTo>
                    <a:pt x="459" y="1193"/>
                    <a:pt x="488" y="1086"/>
                    <a:pt x="513" y="970"/>
                  </a:cubicBezTo>
                  <a:cubicBezTo>
                    <a:pt x="538" y="838"/>
                    <a:pt x="550" y="693"/>
                    <a:pt x="617" y="536"/>
                  </a:cubicBezTo>
                  <a:cubicBezTo>
                    <a:pt x="683" y="378"/>
                    <a:pt x="786" y="249"/>
                    <a:pt x="906" y="158"/>
                  </a:cubicBezTo>
                  <a:cubicBezTo>
                    <a:pt x="1022" y="80"/>
                    <a:pt x="1154" y="39"/>
                    <a:pt x="1246" y="14"/>
                  </a:cubicBezTo>
                  <a:cubicBezTo>
                    <a:pt x="1324" y="1"/>
                    <a:pt x="1390" y="14"/>
                    <a:pt x="1390" y="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6" name="Google Shape;1236;p28"/>
            <p:cNvSpPr/>
            <p:nvPr/>
          </p:nvSpPr>
          <p:spPr>
            <a:xfrm>
              <a:off x="1509570" y="3793425"/>
              <a:ext cx="118161" cy="171707"/>
            </a:xfrm>
            <a:custGeom>
              <a:rect b="b" l="l" r="r" t="t"/>
              <a:pathLst>
                <a:path extrusionOk="0" h="2575" w="1772">
                  <a:moveTo>
                    <a:pt x="936" y="1"/>
                  </a:moveTo>
                  <a:cubicBezTo>
                    <a:pt x="513" y="1"/>
                    <a:pt x="130" y="522"/>
                    <a:pt x="67" y="1209"/>
                  </a:cubicBezTo>
                  <a:cubicBezTo>
                    <a:pt x="0" y="1917"/>
                    <a:pt x="315" y="2533"/>
                    <a:pt x="762" y="2571"/>
                  </a:cubicBezTo>
                  <a:cubicBezTo>
                    <a:pt x="783" y="2573"/>
                    <a:pt x="804" y="2575"/>
                    <a:pt x="825" y="2575"/>
                  </a:cubicBezTo>
                  <a:cubicBezTo>
                    <a:pt x="1259" y="2575"/>
                    <a:pt x="1642" y="2054"/>
                    <a:pt x="1705" y="1366"/>
                  </a:cubicBezTo>
                  <a:cubicBezTo>
                    <a:pt x="1771" y="659"/>
                    <a:pt x="1457" y="42"/>
                    <a:pt x="998" y="5"/>
                  </a:cubicBezTo>
                  <a:cubicBezTo>
                    <a:pt x="977" y="2"/>
                    <a:pt x="957" y="1"/>
                    <a:pt x="93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8"/>
            <p:cNvSpPr/>
            <p:nvPr/>
          </p:nvSpPr>
          <p:spPr>
            <a:xfrm>
              <a:off x="1541044" y="3798960"/>
              <a:ext cx="47211" cy="153770"/>
            </a:xfrm>
            <a:custGeom>
              <a:rect b="b" l="l" r="r" t="t"/>
              <a:pathLst>
                <a:path extrusionOk="0" h="2306" w="708">
                  <a:moveTo>
                    <a:pt x="327" y="2293"/>
                  </a:moveTo>
                  <a:cubicBezTo>
                    <a:pt x="327" y="2306"/>
                    <a:pt x="261" y="2268"/>
                    <a:pt x="198" y="2189"/>
                  </a:cubicBezTo>
                  <a:cubicBezTo>
                    <a:pt x="132" y="2111"/>
                    <a:pt x="66" y="1991"/>
                    <a:pt x="25" y="1821"/>
                  </a:cubicBezTo>
                  <a:cubicBezTo>
                    <a:pt x="13" y="1743"/>
                    <a:pt x="0" y="1651"/>
                    <a:pt x="13" y="1560"/>
                  </a:cubicBezTo>
                  <a:cubicBezTo>
                    <a:pt x="13" y="1519"/>
                    <a:pt x="25" y="1466"/>
                    <a:pt x="54" y="1415"/>
                  </a:cubicBezTo>
                  <a:cubicBezTo>
                    <a:pt x="91" y="1362"/>
                    <a:pt x="132" y="1324"/>
                    <a:pt x="158" y="1296"/>
                  </a:cubicBezTo>
                  <a:cubicBezTo>
                    <a:pt x="198" y="1258"/>
                    <a:pt x="224" y="1246"/>
                    <a:pt x="249" y="1217"/>
                  </a:cubicBezTo>
                  <a:cubicBezTo>
                    <a:pt x="277" y="1192"/>
                    <a:pt x="302" y="1167"/>
                    <a:pt x="315" y="1126"/>
                  </a:cubicBezTo>
                  <a:cubicBezTo>
                    <a:pt x="368" y="1073"/>
                    <a:pt x="393" y="1010"/>
                    <a:pt x="419" y="956"/>
                  </a:cubicBezTo>
                  <a:cubicBezTo>
                    <a:pt x="526" y="708"/>
                    <a:pt x="485" y="472"/>
                    <a:pt x="434" y="302"/>
                  </a:cubicBezTo>
                  <a:cubicBezTo>
                    <a:pt x="368" y="129"/>
                    <a:pt x="302" y="38"/>
                    <a:pt x="327" y="13"/>
                  </a:cubicBezTo>
                  <a:cubicBezTo>
                    <a:pt x="340" y="0"/>
                    <a:pt x="368" y="13"/>
                    <a:pt x="419" y="38"/>
                  </a:cubicBezTo>
                  <a:cubicBezTo>
                    <a:pt x="459" y="79"/>
                    <a:pt x="526" y="129"/>
                    <a:pt x="576" y="223"/>
                  </a:cubicBezTo>
                  <a:cubicBezTo>
                    <a:pt x="629" y="315"/>
                    <a:pt x="670" y="431"/>
                    <a:pt x="695" y="576"/>
                  </a:cubicBezTo>
                  <a:cubicBezTo>
                    <a:pt x="708" y="720"/>
                    <a:pt x="683" y="878"/>
                    <a:pt x="617" y="1035"/>
                  </a:cubicBezTo>
                  <a:cubicBezTo>
                    <a:pt x="592" y="1114"/>
                    <a:pt x="551" y="1192"/>
                    <a:pt x="485" y="1258"/>
                  </a:cubicBezTo>
                  <a:cubicBezTo>
                    <a:pt x="459" y="1296"/>
                    <a:pt x="434" y="1324"/>
                    <a:pt x="393" y="1362"/>
                  </a:cubicBezTo>
                  <a:cubicBezTo>
                    <a:pt x="356" y="1387"/>
                    <a:pt x="315" y="1415"/>
                    <a:pt x="290" y="1441"/>
                  </a:cubicBezTo>
                  <a:cubicBezTo>
                    <a:pt x="249" y="1466"/>
                    <a:pt x="224" y="1482"/>
                    <a:pt x="211" y="1507"/>
                  </a:cubicBezTo>
                  <a:cubicBezTo>
                    <a:pt x="198" y="1519"/>
                    <a:pt x="183" y="1560"/>
                    <a:pt x="183" y="1585"/>
                  </a:cubicBezTo>
                  <a:cubicBezTo>
                    <a:pt x="170" y="1664"/>
                    <a:pt x="158" y="1730"/>
                    <a:pt x="170" y="1809"/>
                  </a:cubicBezTo>
                  <a:cubicBezTo>
                    <a:pt x="170" y="1953"/>
                    <a:pt x="224" y="2070"/>
                    <a:pt x="261" y="2148"/>
                  </a:cubicBezTo>
                  <a:cubicBezTo>
                    <a:pt x="302" y="2240"/>
                    <a:pt x="340" y="2280"/>
                    <a:pt x="327" y="229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8" name="Google Shape;1238;p28"/>
            <p:cNvSpPr/>
            <p:nvPr/>
          </p:nvSpPr>
          <p:spPr>
            <a:xfrm>
              <a:off x="1384538" y="3661725"/>
              <a:ext cx="143567" cy="119695"/>
            </a:xfrm>
            <a:custGeom>
              <a:rect b="b" l="l" r="r" t="t"/>
              <a:pathLst>
                <a:path extrusionOk="0" h="1795" w="2153">
                  <a:moveTo>
                    <a:pt x="784" y="1"/>
                  </a:moveTo>
                  <a:cubicBezTo>
                    <a:pt x="578" y="1"/>
                    <a:pt x="396" y="73"/>
                    <a:pt x="278" y="221"/>
                  </a:cubicBezTo>
                  <a:cubicBezTo>
                    <a:pt x="1" y="552"/>
                    <a:pt x="146" y="1115"/>
                    <a:pt x="592" y="1479"/>
                  </a:cubicBezTo>
                  <a:cubicBezTo>
                    <a:pt x="828" y="1688"/>
                    <a:pt x="1109" y="1794"/>
                    <a:pt x="1359" y="1794"/>
                  </a:cubicBezTo>
                  <a:cubicBezTo>
                    <a:pt x="1566" y="1794"/>
                    <a:pt x="1752" y="1722"/>
                    <a:pt x="1875" y="1574"/>
                  </a:cubicBezTo>
                  <a:cubicBezTo>
                    <a:pt x="2152" y="1244"/>
                    <a:pt x="2008" y="681"/>
                    <a:pt x="1561" y="316"/>
                  </a:cubicBezTo>
                  <a:cubicBezTo>
                    <a:pt x="1316" y="107"/>
                    <a:pt x="1033" y="1"/>
                    <a:pt x="78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9" name="Google Shape;1239;p28"/>
            <p:cNvSpPr/>
            <p:nvPr/>
          </p:nvSpPr>
          <p:spPr>
            <a:xfrm>
              <a:off x="1411612" y="3679997"/>
              <a:ext cx="96356" cy="72684"/>
            </a:xfrm>
            <a:custGeom>
              <a:rect b="b" l="l" r="r" t="t"/>
              <a:pathLst>
                <a:path extrusionOk="0" h="1090" w="1445">
                  <a:moveTo>
                    <a:pt x="29" y="1"/>
                  </a:moveTo>
                  <a:cubicBezTo>
                    <a:pt x="42" y="1"/>
                    <a:pt x="54" y="42"/>
                    <a:pt x="67" y="120"/>
                  </a:cubicBezTo>
                  <a:cubicBezTo>
                    <a:pt x="95" y="199"/>
                    <a:pt x="120" y="290"/>
                    <a:pt x="186" y="381"/>
                  </a:cubicBezTo>
                  <a:cubicBezTo>
                    <a:pt x="252" y="473"/>
                    <a:pt x="344" y="551"/>
                    <a:pt x="447" y="564"/>
                  </a:cubicBezTo>
                  <a:cubicBezTo>
                    <a:pt x="488" y="576"/>
                    <a:pt x="539" y="564"/>
                    <a:pt x="605" y="551"/>
                  </a:cubicBezTo>
                  <a:cubicBezTo>
                    <a:pt x="658" y="539"/>
                    <a:pt x="737" y="526"/>
                    <a:pt x="803" y="526"/>
                  </a:cubicBezTo>
                  <a:cubicBezTo>
                    <a:pt x="932" y="526"/>
                    <a:pt x="1051" y="551"/>
                    <a:pt x="1155" y="605"/>
                  </a:cubicBezTo>
                  <a:cubicBezTo>
                    <a:pt x="1208" y="630"/>
                    <a:pt x="1246" y="655"/>
                    <a:pt x="1300" y="696"/>
                  </a:cubicBezTo>
                  <a:cubicBezTo>
                    <a:pt x="1337" y="734"/>
                    <a:pt x="1366" y="775"/>
                    <a:pt x="1391" y="812"/>
                  </a:cubicBezTo>
                  <a:cubicBezTo>
                    <a:pt x="1444" y="891"/>
                    <a:pt x="1444" y="985"/>
                    <a:pt x="1432" y="1036"/>
                  </a:cubicBezTo>
                  <a:cubicBezTo>
                    <a:pt x="1403" y="1089"/>
                    <a:pt x="1378" y="1089"/>
                    <a:pt x="1366" y="1089"/>
                  </a:cubicBezTo>
                  <a:cubicBezTo>
                    <a:pt x="1337" y="1076"/>
                    <a:pt x="1337" y="1048"/>
                    <a:pt x="1337" y="1023"/>
                  </a:cubicBezTo>
                  <a:cubicBezTo>
                    <a:pt x="1325" y="998"/>
                    <a:pt x="1300" y="957"/>
                    <a:pt x="1259" y="907"/>
                  </a:cubicBezTo>
                  <a:cubicBezTo>
                    <a:pt x="1221" y="866"/>
                    <a:pt x="1168" y="828"/>
                    <a:pt x="1076" y="800"/>
                  </a:cubicBezTo>
                  <a:cubicBezTo>
                    <a:pt x="998" y="762"/>
                    <a:pt x="907" y="749"/>
                    <a:pt x="803" y="749"/>
                  </a:cubicBezTo>
                  <a:cubicBezTo>
                    <a:pt x="749" y="749"/>
                    <a:pt x="708" y="749"/>
                    <a:pt x="645" y="762"/>
                  </a:cubicBezTo>
                  <a:cubicBezTo>
                    <a:pt x="605" y="762"/>
                    <a:pt x="567" y="775"/>
                    <a:pt x="526" y="775"/>
                  </a:cubicBezTo>
                  <a:cubicBezTo>
                    <a:pt x="488" y="775"/>
                    <a:pt x="447" y="762"/>
                    <a:pt x="410" y="749"/>
                  </a:cubicBezTo>
                  <a:cubicBezTo>
                    <a:pt x="237" y="708"/>
                    <a:pt x="120" y="576"/>
                    <a:pt x="67" y="447"/>
                  </a:cubicBezTo>
                  <a:cubicBezTo>
                    <a:pt x="16" y="328"/>
                    <a:pt x="1" y="212"/>
                    <a:pt x="1" y="133"/>
                  </a:cubicBezTo>
                  <a:cubicBezTo>
                    <a:pt x="1" y="54"/>
                    <a:pt x="16" y="1"/>
                    <a:pt x="29"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0" name="Google Shape;1240;p28"/>
            <p:cNvSpPr/>
            <p:nvPr/>
          </p:nvSpPr>
          <p:spPr>
            <a:xfrm>
              <a:off x="2080247" y="3953466"/>
              <a:ext cx="204582" cy="123896"/>
            </a:xfrm>
            <a:custGeom>
              <a:rect b="b" l="l" r="r" t="t"/>
              <a:pathLst>
                <a:path extrusionOk="0" h="1858" w="3068">
                  <a:moveTo>
                    <a:pt x="2333" y="0"/>
                  </a:moveTo>
                  <a:cubicBezTo>
                    <a:pt x="2069" y="0"/>
                    <a:pt x="1734" y="95"/>
                    <a:pt x="1363" y="224"/>
                  </a:cubicBezTo>
                  <a:cubicBezTo>
                    <a:pt x="605" y="473"/>
                    <a:pt x="1" y="762"/>
                    <a:pt x="170" y="1272"/>
                  </a:cubicBezTo>
                  <a:cubicBezTo>
                    <a:pt x="291" y="1643"/>
                    <a:pt x="707" y="1858"/>
                    <a:pt x="1204" y="1858"/>
                  </a:cubicBezTo>
                  <a:cubicBezTo>
                    <a:pt x="1409" y="1858"/>
                    <a:pt x="1629" y="1821"/>
                    <a:pt x="1847" y="1744"/>
                  </a:cubicBezTo>
                  <a:cubicBezTo>
                    <a:pt x="2595" y="1495"/>
                    <a:pt x="3067" y="866"/>
                    <a:pt x="2885" y="357"/>
                  </a:cubicBezTo>
                  <a:cubicBezTo>
                    <a:pt x="2798" y="98"/>
                    <a:pt x="2602" y="0"/>
                    <a:pt x="233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8"/>
            <p:cNvSpPr/>
            <p:nvPr/>
          </p:nvSpPr>
          <p:spPr>
            <a:xfrm>
              <a:off x="2101253" y="3969270"/>
              <a:ext cx="150436" cy="55213"/>
            </a:xfrm>
            <a:custGeom>
              <a:rect b="b" l="l" r="r" t="t"/>
              <a:pathLst>
                <a:path extrusionOk="0" h="828" w="2256">
                  <a:moveTo>
                    <a:pt x="0" y="749"/>
                  </a:moveTo>
                  <a:cubicBezTo>
                    <a:pt x="0" y="736"/>
                    <a:pt x="54" y="736"/>
                    <a:pt x="145" y="736"/>
                  </a:cubicBezTo>
                  <a:cubicBezTo>
                    <a:pt x="236" y="736"/>
                    <a:pt x="352" y="708"/>
                    <a:pt x="485" y="683"/>
                  </a:cubicBezTo>
                  <a:cubicBezTo>
                    <a:pt x="746" y="604"/>
                    <a:pt x="1076" y="484"/>
                    <a:pt x="1324" y="393"/>
                  </a:cubicBezTo>
                  <a:cubicBezTo>
                    <a:pt x="1809" y="186"/>
                    <a:pt x="2202" y="0"/>
                    <a:pt x="2240" y="54"/>
                  </a:cubicBezTo>
                  <a:cubicBezTo>
                    <a:pt x="2255" y="79"/>
                    <a:pt x="2177" y="170"/>
                    <a:pt x="2032" y="264"/>
                  </a:cubicBezTo>
                  <a:cubicBezTo>
                    <a:pt x="1887" y="368"/>
                    <a:pt x="1664" y="484"/>
                    <a:pt x="1403" y="591"/>
                  </a:cubicBezTo>
                  <a:cubicBezTo>
                    <a:pt x="1154" y="695"/>
                    <a:pt x="799" y="786"/>
                    <a:pt x="510" y="815"/>
                  </a:cubicBezTo>
                  <a:cubicBezTo>
                    <a:pt x="368" y="827"/>
                    <a:pt x="236" y="827"/>
                    <a:pt x="145" y="815"/>
                  </a:cubicBezTo>
                  <a:cubicBezTo>
                    <a:pt x="38" y="786"/>
                    <a:pt x="0" y="749"/>
                    <a:pt x="0" y="74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8"/>
            <p:cNvSpPr/>
            <p:nvPr/>
          </p:nvSpPr>
          <p:spPr>
            <a:xfrm>
              <a:off x="2017365" y="4139580"/>
              <a:ext cx="143301" cy="148035"/>
            </a:xfrm>
            <a:custGeom>
              <a:rect b="b" l="l" r="r" t="t"/>
              <a:pathLst>
                <a:path extrusionOk="0" h="2220" w="2149">
                  <a:moveTo>
                    <a:pt x="773" y="0"/>
                  </a:moveTo>
                  <a:cubicBezTo>
                    <a:pt x="641" y="0"/>
                    <a:pt x="515" y="35"/>
                    <a:pt x="406" y="107"/>
                  </a:cubicBezTo>
                  <a:cubicBezTo>
                    <a:pt x="13" y="368"/>
                    <a:pt x="0" y="1025"/>
                    <a:pt x="368" y="1588"/>
                  </a:cubicBezTo>
                  <a:cubicBezTo>
                    <a:pt x="632" y="1986"/>
                    <a:pt x="1027" y="2220"/>
                    <a:pt x="1375" y="2220"/>
                  </a:cubicBezTo>
                  <a:cubicBezTo>
                    <a:pt x="1508" y="2220"/>
                    <a:pt x="1634" y="2186"/>
                    <a:pt x="1743" y="2114"/>
                  </a:cubicBezTo>
                  <a:cubicBezTo>
                    <a:pt x="2136" y="1849"/>
                    <a:pt x="2148" y="1183"/>
                    <a:pt x="1783" y="632"/>
                  </a:cubicBezTo>
                  <a:cubicBezTo>
                    <a:pt x="1517" y="234"/>
                    <a:pt x="1121" y="0"/>
                    <a:pt x="77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3" name="Google Shape;1243;p28"/>
            <p:cNvSpPr/>
            <p:nvPr/>
          </p:nvSpPr>
          <p:spPr>
            <a:xfrm>
              <a:off x="1568118" y="3638320"/>
              <a:ext cx="205382" cy="123629"/>
            </a:xfrm>
            <a:custGeom>
              <a:rect b="b" l="l" r="r" t="t"/>
              <a:pathLst>
                <a:path extrusionOk="0" h="1854" w="3080">
                  <a:moveTo>
                    <a:pt x="2353" y="1"/>
                  </a:moveTo>
                  <a:cubicBezTo>
                    <a:pt x="2088" y="1"/>
                    <a:pt x="1750" y="96"/>
                    <a:pt x="1378" y="220"/>
                  </a:cubicBezTo>
                  <a:cubicBezTo>
                    <a:pt x="616" y="469"/>
                    <a:pt x="0" y="758"/>
                    <a:pt x="186" y="1267"/>
                  </a:cubicBezTo>
                  <a:cubicBezTo>
                    <a:pt x="306" y="1639"/>
                    <a:pt x="720" y="1853"/>
                    <a:pt x="1217" y="1853"/>
                  </a:cubicBezTo>
                  <a:cubicBezTo>
                    <a:pt x="1423" y="1853"/>
                    <a:pt x="1643" y="1817"/>
                    <a:pt x="1862" y="1739"/>
                  </a:cubicBezTo>
                  <a:cubicBezTo>
                    <a:pt x="2607" y="1491"/>
                    <a:pt x="3079" y="862"/>
                    <a:pt x="2897" y="352"/>
                  </a:cubicBezTo>
                  <a:cubicBezTo>
                    <a:pt x="2812" y="96"/>
                    <a:pt x="2618" y="1"/>
                    <a:pt x="235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4" name="Google Shape;1244;p28"/>
            <p:cNvSpPr/>
            <p:nvPr/>
          </p:nvSpPr>
          <p:spPr>
            <a:xfrm>
              <a:off x="1589923" y="3653790"/>
              <a:ext cx="150436" cy="55213"/>
            </a:xfrm>
            <a:custGeom>
              <a:rect b="b" l="l" r="r" t="t"/>
              <a:pathLst>
                <a:path extrusionOk="0" h="828" w="2256">
                  <a:moveTo>
                    <a:pt x="0" y="749"/>
                  </a:moveTo>
                  <a:cubicBezTo>
                    <a:pt x="0" y="734"/>
                    <a:pt x="54" y="749"/>
                    <a:pt x="145" y="734"/>
                  </a:cubicBezTo>
                  <a:cubicBezTo>
                    <a:pt x="236" y="734"/>
                    <a:pt x="343" y="708"/>
                    <a:pt x="488" y="683"/>
                  </a:cubicBezTo>
                  <a:cubicBezTo>
                    <a:pt x="749" y="605"/>
                    <a:pt x="1076" y="498"/>
                    <a:pt x="1324" y="394"/>
                  </a:cubicBezTo>
                  <a:cubicBezTo>
                    <a:pt x="1809" y="183"/>
                    <a:pt x="2202" y="1"/>
                    <a:pt x="2230" y="54"/>
                  </a:cubicBezTo>
                  <a:cubicBezTo>
                    <a:pt x="2255" y="92"/>
                    <a:pt x="2177" y="171"/>
                    <a:pt x="2032" y="262"/>
                  </a:cubicBezTo>
                  <a:cubicBezTo>
                    <a:pt x="1887" y="369"/>
                    <a:pt x="1667" y="485"/>
                    <a:pt x="1403" y="592"/>
                  </a:cubicBezTo>
                  <a:cubicBezTo>
                    <a:pt x="1154" y="696"/>
                    <a:pt x="802" y="787"/>
                    <a:pt x="513" y="812"/>
                  </a:cubicBezTo>
                  <a:cubicBezTo>
                    <a:pt x="368" y="828"/>
                    <a:pt x="236" y="828"/>
                    <a:pt x="132" y="812"/>
                  </a:cubicBezTo>
                  <a:cubicBezTo>
                    <a:pt x="41" y="787"/>
                    <a:pt x="0" y="749"/>
                    <a:pt x="0" y="74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5" name="Google Shape;1245;p28"/>
            <p:cNvSpPr/>
            <p:nvPr/>
          </p:nvSpPr>
          <p:spPr>
            <a:xfrm>
              <a:off x="1753498" y="3981740"/>
              <a:ext cx="144968" cy="170040"/>
            </a:xfrm>
            <a:custGeom>
              <a:rect b="b" l="l" r="r" t="t"/>
              <a:pathLst>
                <a:path extrusionOk="0" h="2550" w="2174">
                  <a:moveTo>
                    <a:pt x="1218" y="1"/>
                  </a:moveTo>
                  <a:cubicBezTo>
                    <a:pt x="766" y="1"/>
                    <a:pt x="320" y="420"/>
                    <a:pt x="170" y="1033"/>
                  </a:cubicBezTo>
                  <a:cubicBezTo>
                    <a:pt x="0" y="1728"/>
                    <a:pt x="261" y="2395"/>
                    <a:pt x="771" y="2527"/>
                  </a:cubicBezTo>
                  <a:cubicBezTo>
                    <a:pt x="831" y="2542"/>
                    <a:pt x="891" y="2550"/>
                    <a:pt x="951" y="2550"/>
                  </a:cubicBezTo>
                  <a:cubicBezTo>
                    <a:pt x="1407" y="2550"/>
                    <a:pt x="1854" y="2132"/>
                    <a:pt x="2004" y="1518"/>
                  </a:cubicBezTo>
                  <a:cubicBezTo>
                    <a:pt x="2174" y="823"/>
                    <a:pt x="1913" y="156"/>
                    <a:pt x="1400" y="24"/>
                  </a:cubicBezTo>
                  <a:cubicBezTo>
                    <a:pt x="1340" y="8"/>
                    <a:pt x="1279" y="1"/>
                    <a:pt x="12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6" name="Google Shape;1246;p28"/>
            <p:cNvSpPr/>
            <p:nvPr/>
          </p:nvSpPr>
          <p:spPr>
            <a:xfrm>
              <a:off x="1808445" y="4006813"/>
              <a:ext cx="42010" cy="130298"/>
            </a:xfrm>
            <a:custGeom>
              <a:rect b="b" l="l" r="r" t="t"/>
              <a:pathLst>
                <a:path extrusionOk="0" h="1954" w="630">
                  <a:moveTo>
                    <a:pt x="0" y="1953"/>
                  </a:moveTo>
                  <a:cubicBezTo>
                    <a:pt x="0" y="1941"/>
                    <a:pt x="41" y="1903"/>
                    <a:pt x="79" y="1837"/>
                  </a:cubicBezTo>
                  <a:cubicBezTo>
                    <a:pt x="133" y="1771"/>
                    <a:pt x="199" y="1680"/>
                    <a:pt x="236" y="1560"/>
                  </a:cubicBezTo>
                  <a:cubicBezTo>
                    <a:pt x="290" y="1444"/>
                    <a:pt x="302" y="1299"/>
                    <a:pt x="290" y="1167"/>
                  </a:cubicBezTo>
                  <a:cubicBezTo>
                    <a:pt x="261" y="1038"/>
                    <a:pt x="211" y="906"/>
                    <a:pt x="170" y="774"/>
                  </a:cubicBezTo>
                  <a:cubicBezTo>
                    <a:pt x="133" y="645"/>
                    <a:pt x="104" y="500"/>
                    <a:pt x="133" y="368"/>
                  </a:cubicBezTo>
                  <a:cubicBezTo>
                    <a:pt x="145" y="302"/>
                    <a:pt x="158" y="236"/>
                    <a:pt x="199" y="186"/>
                  </a:cubicBezTo>
                  <a:cubicBezTo>
                    <a:pt x="236" y="132"/>
                    <a:pt x="277" y="94"/>
                    <a:pt x="315" y="66"/>
                  </a:cubicBezTo>
                  <a:cubicBezTo>
                    <a:pt x="406" y="0"/>
                    <a:pt x="497" y="0"/>
                    <a:pt x="551" y="16"/>
                  </a:cubicBezTo>
                  <a:cubicBezTo>
                    <a:pt x="604" y="28"/>
                    <a:pt x="629" y="54"/>
                    <a:pt x="629" y="79"/>
                  </a:cubicBezTo>
                  <a:cubicBezTo>
                    <a:pt x="617" y="107"/>
                    <a:pt x="513" y="94"/>
                    <a:pt x="419" y="186"/>
                  </a:cubicBezTo>
                  <a:cubicBezTo>
                    <a:pt x="381" y="236"/>
                    <a:pt x="340" y="302"/>
                    <a:pt x="328" y="393"/>
                  </a:cubicBezTo>
                  <a:cubicBezTo>
                    <a:pt x="328" y="488"/>
                    <a:pt x="340" y="591"/>
                    <a:pt x="381" y="708"/>
                  </a:cubicBezTo>
                  <a:cubicBezTo>
                    <a:pt x="406" y="827"/>
                    <a:pt x="460" y="985"/>
                    <a:pt x="472" y="1154"/>
                  </a:cubicBezTo>
                  <a:cubicBezTo>
                    <a:pt x="485" y="1324"/>
                    <a:pt x="434" y="1481"/>
                    <a:pt x="368" y="1614"/>
                  </a:cubicBezTo>
                  <a:cubicBezTo>
                    <a:pt x="302" y="1746"/>
                    <a:pt x="211" y="1837"/>
                    <a:pt x="133" y="1887"/>
                  </a:cubicBezTo>
                  <a:cubicBezTo>
                    <a:pt x="66" y="1941"/>
                    <a:pt x="13" y="1953"/>
                    <a:pt x="0" y="195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8"/>
            <p:cNvSpPr/>
            <p:nvPr/>
          </p:nvSpPr>
          <p:spPr>
            <a:xfrm>
              <a:off x="1864459" y="3698868"/>
              <a:ext cx="179176" cy="145435"/>
            </a:xfrm>
            <a:custGeom>
              <a:rect b="b" l="l" r="r" t="t"/>
              <a:pathLst>
                <a:path extrusionOk="0" h="2181" w="2687">
                  <a:moveTo>
                    <a:pt x="992" y="1"/>
                  </a:moveTo>
                  <a:cubicBezTo>
                    <a:pt x="710" y="1"/>
                    <a:pt x="462" y="103"/>
                    <a:pt x="315" y="309"/>
                  </a:cubicBezTo>
                  <a:cubicBezTo>
                    <a:pt x="0" y="727"/>
                    <a:pt x="208" y="1423"/>
                    <a:pt x="774" y="1853"/>
                  </a:cubicBezTo>
                  <a:cubicBezTo>
                    <a:pt x="1064" y="2072"/>
                    <a:pt x="1387" y="2181"/>
                    <a:pt x="1677" y="2181"/>
                  </a:cubicBezTo>
                  <a:cubicBezTo>
                    <a:pt x="1963" y="2181"/>
                    <a:pt x="2216" y="2075"/>
                    <a:pt x="2372" y="1866"/>
                  </a:cubicBezTo>
                  <a:cubicBezTo>
                    <a:pt x="2686" y="1448"/>
                    <a:pt x="2476" y="753"/>
                    <a:pt x="1913" y="334"/>
                  </a:cubicBezTo>
                  <a:cubicBezTo>
                    <a:pt x="1618" y="112"/>
                    <a:pt x="1286" y="1"/>
                    <a:pt x="99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8"/>
            <p:cNvSpPr/>
            <p:nvPr/>
          </p:nvSpPr>
          <p:spPr>
            <a:xfrm>
              <a:off x="1902802" y="3727209"/>
              <a:ext cx="110226" cy="88354"/>
            </a:xfrm>
            <a:custGeom>
              <a:rect b="b" l="l" r="r" t="t"/>
              <a:pathLst>
                <a:path extrusionOk="0" h="1325" w="1653">
                  <a:moveTo>
                    <a:pt x="1639" y="1312"/>
                  </a:moveTo>
                  <a:cubicBezTo>
                    <a:pt x="1627" y="1325"/>
                    <a:pt x="1599" y="1271"/>
                    <a:pt x="1561" y="1193"/>
                  </a:cubicBezTo>
                  <a:cubicBezTo>
                    <a:pt x="1520" y="1126"/>
                    <a:pt x="1457" y="1023"/>
                    <a:pt x="1363" y="944"/>
                  </a:cubicBezTo>
                  <a:cubicBezTo>
                    <a:pt x="1271" y="853"/>
                    <a:pt x="1155" y="787"/>
                    <a:pt x="1023" y="749"/>
                  </a:cubicBezTo>
                  <a:cubicBezTo>
                    <a:pt x="891" y="721"/>
                    <a:pt x="749" y="721"/>
                    <a:pt x="617" y="708"/>
                  </a:cubicBezTo>
                  <a:cubicBezTo>
                    <a:pt x="485" y="696"/>
                    <a:pt x="340" y="655"/>
                    <a:pt x="237" y="576"/>
                  </a:cubicBezTo>
                  <a:cubicBezTo>
                    <a:pt x="171" y="551"/>
                    <a:pt x="120" y="497"/>
                    <a:pt x="92" y="447"/>
                  </a:cubicBezTo>
                  <a:cubicBezTo>
                    <a:pt x="54" y="394"/>
                    <a:pt x="26" y="340"/>
                    <a:pt x="26" y="290"/>
                  </a:cubicBezTo>
                  <a:cubicBezTo>
                    <a:pt x="1" y="183"/>
                    <a:pt x="26" y="92"/>
                    <a:pt x="67" y="54"/>
                  </a:cubicBezTo>
                  <a:cubicBezTo>
                    <a:pt x="105" y="0"/>
                    <a:pt x="133" y="0"/>
                    <a:pt x="145" y="13"/>
                  </a:cubicBezTo>
                  <a:cubicBezTo>
                    <a:pt x="171" y="26"/>
                    <a:pt x="120" y="120"/>
                    <a:pt x="171" y="236"/>
                  </a:cubicBezTo>
                  <a:cubicBezTo>
                    <a:pt x="199" y="302"/>
                    <a:pt x="249" y="356"/>
                    <a:pt x="328" y="406"/>
                  </a:cubicBezTo>
                  <a:cubicBezTo>
                    <a:pt x="407" y="447"/>
                    <a:pt x="513" y="472"/>
                    <a:pt x="642" y="485"/>
                  </a:cubicBezTo>
                  <a:cubicBezTo>
                    <a:pt x="762" y="497"/>
                    <a:pt x="919" y="513"/>
                    <a:pt x="1076" y="563"/>
                  </a:cubicBezTo>
                  <a:cubicBezTo>
                    <a:pt x="1234" y="617"/>
                    <a:pt x="1378" y="733"/>
                    <a:pt x="1470" y="840"/>
                  </a:cubicBezTo>
                  <a:cubicBezTo>
                    <a:pt x="1561" y="957"/>
                    <a:pt x="1614" y="1076"/>
                    <a:pt x="1627" y="1167"/>
                  </a:cubicBezTo>
                  <a:cubicBezTo>
                    <a:pt x="1652" y="1259"/>
                    <a:pt x="1639" y="1312"/>
                    <a:pt x="1639" y="131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8"/>
            <p:cNvSpPr/>
            <p:nvPr/>
          </p:nvSpPr>
          <p:spPr>
            <a:xfrm>
              <a:off x="1870528" y="4075897"/>
              <a:ext cx="187111" cy="160972"/>
            </a:xfrm>
            <a:custGeom>
              <a:rect b="b" l="l" r="r" t="t"/>
              <a:pathLst>
                <a:path extrusionOk="0" h="2414" w="2806">
                  <a:moveTo>
                    <a:pt x="1843" y="0"/>
                  </a:moveTo>
                  <a:cubicBezTo>
                    <a:pt x="1480" y="0"/>
                    <a:pt x="1056" y="189"/>
                    <a:pt x="708" y="537"/>
                  </a:cubicBezTo>
                  <a:cubicBezTo>
                    <a:pt x="145" y="1103"/>
                    <a:pt x="0" y="1861"/>
                    <a:pt x="381" y="2254"/>
                  </a:cubicBezTo>
                  <a:cubicBezTo>
                    <a:pt x="488" y="2365"/>
                    <a:pt x="604" y="2413"/>
                    <a:pt x="727" y="2413"/>
                  </a:cubicBezTo>
                  <a:cubicBezTo>
                    <a:pt x="1041" y="2413"/>
                    <a:pt x="1405" y="2099"/>
                    <a:pt x="1809" y="1704"/>
                  </a:cubicBezTo>
                  <a:cubicBezTo>
                    <a:pt x="2372" y="1141"/>
                    <a:pt x="2806" y="615"/>
                    <a:pt x="2413" y="222"/>
                  </a:cubicBezTo>
                  <a:cubicBezTo>
                    <a:pt x="2268" y="72"/>
                    <a:pt x="2067" y="0"/>
                    <a:pt x="184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8"/>
            <p:cNvSpPr/>
            <p:nvPr/>
          </p:nvSpPr>
          <p:spPr>
            <a:xfrm>
              <a:off x="1916006" y="4111639"/>
              <a:ext cx="116294" cy="110159"/>
            </a:xfrm>
            <a:custGeom>
              <a:rect b="b" l="l" r="r" t="t"/>
              <a:pathLst>
                <a:path extrusionOk="0" h="1652" w="1744">
                  <a:moveTo>
                    <a:pt x="1743" y="29"/>
                  </a:moveTo>
                  <a:cubicBezTo>
                    <a:pt x="1743" y="42"/>
                    <a:pt x="1690" y="54"/>
                    <a:pt x="1611" y="95"/>
                  </a:cubicBezTo>
                  <a:cubicBezTo>
                    <a:pt x="1533" y="133"/>
                    <a:pt x="1441" y="199"/>
                    <a:pt x="1338" y="290"/>
                  </a:cubicBezTo>
                  <a:cubicBezTo>
                    <a:pt x="1127" y="472"/>
                    <a:pt x="878" y="724"/>
                    <a:pt x="709" y="919"/>
                  </a:cubicBezTo>
                  <a:cubicBezTo>
                    <a:pt x="353" y="1312"/>
                    <a:pt x="92" y="1652"/>
                    <a:pt x="26" y="1627"/>
                  </a:cubicBezTo>
                  <a:cubicBezTo>
                    <a:pt x="1" y="1602"/>
                    <a:pt x="39" y="1495"/>
                    <a:pt x="117" y="1337"/>
                  </a:cubicBezTo>
                  <a:cubicBezTo>
                    <a:pt x="209" y="1180"/>
                    <a:pt x="353" y="985"/>
                    <a:pt x="551" y="774"/>
                  </a:cubicBezTo>
                  <a:cubicBezTo>
                    <a:pt x="734" y="567"/>
                    <a:pt x="1007" y="343"/>
                    <a:pt x="1243" y="186"/>
                  </a:cubicBezTo>
                  <a:cubicBezTo>
                    <a:pt x="1363" y="108"/>
                    <a:pt x="1495" y="42"/>
                    <a:pt x="1586" y="29"/>
                  </a:cubicBezTo>
                  <a:cubicBezTo>
                    <a:pt x="1677" y="1"/>
                    <a:pt x="1743" y="16"/>
                    <a:pt x="1743" y="2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8"/>
            <p:cNvSpPr/>
            <p:nvPr/>
          </p:nvSpPr>
          <p:spPr>
            <a:xfrm>
              <a:off x="1874062" y="3867844"/>
              <a:ext cx="168707" cy="128430"/>
            </a:xfrm>
            <a:custGeom>
              <a:rect b="b" l="l" r="r" t="t"/>
              <a:pathLst>
                <a:path extrusionOk="0" h="1926" w="2530">
                  <a:moveTo>
                    <a:pt x="937" y="0"/>
                  </a:moveTo>
                  <a:cubicBezTo>
                    <a:pt x="632" y="0"/>
                    <a:pt x="369" y="120"/>
                    <a:pt x="237" y="354"/>
                  </a:cubicBezTo>
                  <a:cubicBezTo>
                    <a:pt x="1" y="763"/>
                    <a:pt x="262" y="1364"/>
                    <a:pt x="838" y="1707"/>
                  </a:cubicBezTo>
                  <a:cubicBezTo>
                    <a:pt x="1082" y="1854"/>
                    <a:pt x="1344" y="1925"/>
                    <a:pt x="1582" y="1925"/>
                  </a:cubicBezTo>
                  <a:cubicBezTo>
                    <a:pt x="1892" y="1925"/>
                    <a:pt x="2160" y="1804"/>
                    <a:pt x="2294" y="1575"/>
                  </a:cubicBezTo>
                  <a:cubicBezTo>
                    <a:pt x="2530" y="1169"/>
                    <a:pt x="2265" y="565"/>
                    <a:pt x="1690" y="225"/>
                  </a:cubicBezTo>
                  <a:cubicBezTo>
                    <a:pt x="1442" y="74"/>
                    <a:pt x="1177" y="0"/>
                    <a:pt x="937"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8"/>
            <p:cNvSpPr/>
            <p:nvPr/>
          </p:nvSpPr>
          <p:spPr>
            <a:xfrm>
              <a:off x="1669610" y="3775354"/>
              <a:ext cx="186111" cy="160571"/>
            </a:xfrm>
            <a:custGeom>
              <a:rect b="b" l="l" r="r" t="t"/>
              <a:pathLst>
                <a:path extrusionOk="0" h="2408" w="2791">
                  <a:moveTo>
                    <a:pt x="1841" y="0"/>
                  </a:moveTo>
                  <a:cubicBezTo>
                    <a:pt x="1479" y="0"/>
                    <a:pt x="1056" y="188"/>
                    <a:pt x="708" y="537"/>
                  </a:cubicBezTo>
                  <a:cubicBezTo>
                    <a:pt x="142" y="1100"/>
                    <a:pt x="0" y="1861"/>
                    <a:pt x="378" y="2254"/>
                  </a:cubicBezTo>
                  <a:cubicBezTo>
                    <a:pt x="485" y="2361"/>
                    <a:pt x="599" y="2408"/>
                    <a:pt x="722" y="2408"/>
                  </a:cubicBezTo>
                  <a:cubicBezTo>
                    <a:pt x="1037" y="2408"/>
                    <a:pt x="1402" y="2099"/>
                    <a:pt x="1809" y="1703"/>
                  </a:cubicBezTo>
                  <a:cubicBezTo>
                    <a:pt x="2372" y="1140"/>
                    <a:pt x="2790" y="615"/>
                    <a:pt x="2410" y="222"/>
                  </a:cubicBezTo>
                  <a:cubicBezTo>
                    <a:pt x="2264" y="72"/>
                    <a:pt x="2064" y="0"/>
                    <a:pt x="184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3" name="Google Shape;1253;p28"/>
            <p:cNvSpPr/>
            <p:nvPr/>
          </p:nvSpPr>
          <p:spPr>
            <a:xfrm>
              <a:off x="1714888" y="3811097"/>
              <a:ext cx="116294" cy="110159"/>
            </a:xfrm>
            <a:custGeom>
              <a:rect b="b" l="l" r="r" t="t"/>
              <a:pathLst>
                <a:path extrusionOk="0" h="1652" w="1744">
                  <a:moveTo>
                    <a:pt x="1743" y="26"/>
                  </a:moveTo>
                  <a:cubicBezTo>
                    <a:pt x="1743" y="41"/>
                    <a:pt x="1693" y="54"/>
                    <a:pt x="1614" y="92"/>
                  </a:cubicBezTo>
                  <a:cubicBezTo>
                    <a:pt x="1536" y="133"/>
                    <a:pt x="1444" y="199"/>
                    <a:pt x="1337" y="290"/>
                  </a:cubicBezTo>
                  <a:cubicBezTo>
                    <a:pt x="1130" y="472"/>
                    <a:pt x="878" y="721"/>
                    <a:pt x="708" y="919"/>
                  </a:cubicBezTo>
                  <a:cubicBezTo>
                    <a:pt x="356" y="1312"/>
                    <a:pt x="92" y="1652"/>
                    <a:pt x="29" y="1627"/>
                  </a:cubicBezTo>
                  <a:cubicBezTo>
                    <a:pt x="1" y="1598"/>
                    <a:pt x="42" y="1495"/>
                    <a:pt x="120" y="1337"/>
                  </a:cubicBezTo>
                  <a:cubicBezTo>
                    <a:pt x="211" y="1180"/>
                    <a:pt x="356" y="985"/>
                    <a:pt x="539" y="774"/>
                  </a:cubicBezTo>
                  <a:cubicBezTo>
                    <a:pt x="721" y="564"/>
                    <a:pt x="1010" y="340"/>
                    <a:pt x="1246" y="183"/>
                  </a:cubicBezTo>
                  <a:cubicBezTo>
                    <a:pt x="1366" y="104"/>
                    <a:pt x="1495" y="41"/>
                    <a:pt x="1586" y="26"/>
                  </a:cubicBezTo>
                  <a:cubicBezTo>
                    <a:pt x="1680" y="1"/>
                    <a:pt x="1731" y="13"/>
                    <a:pt x="1743" y="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4" name="Google Shape;1254;p28"/>
          <p:cNvGrpSpPr/>
          <p:nvPr/>
        </p:nvGrpSpPr>
        <p:grpSpPr>
          <a:xfrm>
            <a:off x="-219765" y="3684427"/>
            <a:ext cx="2713020" cy="2347458"/>
            <a:chOff x="6222494" y="3474678"/>
            <a:chExt cx="1406949" cy="1217372"/>
          </a:xfrm>
        </p:grpSpPr>
        <p:sp>
          <p:nvSpPr>
            <p:cNvPr id="1255" name="Google Shape;1255;p28"/>
            <p:cNvSpPr/>
            <p:nvPr/>
          </p:nvSpPr>
          <p:spPr>
            <a:xfrm>
              <a:off x="7220413" y="3895851"/>
              <a:ext cx="409030" cy="631150"/>
            </a:xfrm>
            <a:custGeom>
              <a:rect b="b" l="l" r="r" t="t"/>
              <a:pathLst>
                <a:path extrusionOk="0" h="9465" w="6134">
                  <a:moveTo>
                    <a:pt x="1209" y="16"/>
                  </a:moveTo>
                  <a:cubicBezTo>
                    <a:pt x="1193" y="16"/>
                    <a:pt x="1180" y="0"/>
                    <a:pt x="1180" y="0"/>
                  </a:cubicBezTo>
                  <a:cubicBezTo>
                    <a:pt x="1180" y="0"/>
                    <a:pt x="1" y="3605"/>
                    <a:pt x="894" y="6133"/>
                  </a:cubicBezTo>
                  <a:cubicBezTo>
                    <a:pt x="1693" y="8429"/>
                    <a:pt x="4209" y="9294"/>
                    <a:pt x="4668" y="9436"/>
                  </a:cubicBezTo>
                  <a:cubicBezTo>
                    <a:pt x="4719" y="9451"/>
                    <a:pt x="4747" y="9464"/>
                    <a:pt x="4747" y="9464"/>
                  </a:cubicBezTo>
                  <a:cubicBezTo>
                    <a:pt x="4747" y="9464"/>
                    <a:pt x="6134" y="7143"/>
                    <a:pt x="5244" y="4602"/>
                  </a:cubicBezTo>
                  <a:cubicBezTo>
                    <a:pt x="4404" y="2189"/>
                    <a:pt x="1482" y="198"/>
                    <a:pt x="1209" y="16"/>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8"/>
            <p:cNvSpPr/>
            <p:nvPr/>
          </p:nvSpPr>
          <p:spPr>
            <a:xfrm>
              <a:off x="6475892" y="3474678"/>
              <a:ext cx="148769" cy="195780"/>
            </a:xfrm>
            <a:custGeom>
              <a:rect b="b" l="l" r="r" t="t"/>
              <a:pathLst>
                <a:path extrusionOk="0" h="2936" w="2231">
                  <a:moveTo>
                    <a:pt x="720" y="2793"/>
                  </a:moveTo>
                  <a:cubicBezTo>
                    <a:pt x="1221" y="2935"/>
                    <a:pt x="1796" y="2463"/>
                    <a:pt x="2007" y="1730"/>
                  </a:cubicBezTo>
                  <a:cubicBezTo>
                    <a:pt x="2230" y="1010"/>
                    <a:pt x="2007" y="290"/>
                    <a:pt x="1507" y="145"/>
                  </a:cubicBezTo>
                  <a:cubicBezTo>
                    <a:pt x="1010" y="1"/>
                    <a:pt x="434" y="472"/>
                    <a:pt x="224" y="1205"/>
                  </a:cubicBezTo>
                  <a:cubicBezTo>
                    <a:pt x="0" y="1941"/>
                    <a:pt x="224" y="2649"/>
                    <a:pt x="720" y="279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8"/>
            <p:cNvSpPr/>
            <p:nvPr/>
          </p:nvSpPr>
          <p:spPr>
            <a:xfrm>
              <a:off x="6694480" y="4499718"/>
              <a:ext cx="205382" cy="179176"/>
            </a:xfrm>
            <a:custGeom>
              <a:rect b="b" l="l" r="r" t="t"/>
              <a:pathLst>
                <a:path extrusionOk="0" h="2687" w="3080">
                  <a:moveTo>
                    <a:pt x="931" y="460"/>
                  </a:moveTo>
                  <a:cubicBezTo>
                    <a:pt x="277" y="919"/>
                    <a:pt x="0" y="1680"/>
                    <a:pt x="343" y="2177"/>
                  </a:cubicBezTo>
                  <a:cubicBezTo>
                    <a:pt x="683" y="2662"/>
                    <a:pt x="1494" y="2687"/>
                    <a:pt x="2152" y="2243"/>
                  </a:cubicBezTo>
                  <a:cubicBezTo>
                    <a:pt x="2819" y="1784"/>
                    <a:pt x="3080" y="1010"/>
                    <a:pt x="2753" y="526"/>
                  </a:cubicBezTo>
                  <a:cubicBezTo>
                    <a:pt x="2413" y="42"/>
                    <a:pt x="1601" y="1"/>
                    <a:pt x="931" y="46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8"/>
            <p:cNvSpPr/>
            <p:nvPr/>
          </p:nvSpPr>
          <p:spPr>
            <a:xfrm>
              <a:off x="6392004" y="3799760"/>
              <a:ext cx="154837" cy="206249"/>
            </a:xfrm>
            <a:custGeom>
              <a:rect b="b" l="l" r="r" t="t"/>
              <a:pathLst>
                <a:path extrusionOk="0" h="3093" w="2322">
                  <a:moveTo>
                    <a:pt x="1680" y="183"/>
                  </a:moveTo>
                  <a:cubicBezTo>
                    <a:pt x="1192" y="1"/>
                    <a:pt x="579" y="460"/>
                    <a:pt x="289" y="1205"/>
                  </a:cubicBezTo>
                  <a:cubicBezTo>
                    <a:pt x="0" y="1966"/>
                    <a:pt x="157" y="2728"/>
                    <a:pt x="642" y="2910"/>
                  </a:cubicBezTo>
                  <a:cubicBezTo>
                    <a:pt x="1129" y="3092"/>
                    <a:pt x="1743" y="2636"/>
                    <a:pt x="2032" y="1875"/>
                  </a:cubicBezTo>
                  <a:cubicBezTo>
                    <a:pt x="2321" y="1127"/>
                    <a:pt x="2164" y="369"/>
                    <a:pt x="1680" y="18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8"/>
            <p:cNvSpPr/>
            <p:nvPr/>
          </p:nvSpPr>
          <p:spPr>
            <a:xfrm>
              <a:off x="6321319" y="3615380"/>
              <a:ext cx="144968" cy="165173"/>
            </a:xfrm>
            <a:custGeom>
              <a:rect b="b" l="l" r="r" t="t"/>
              <a:pathLst>
                <a:path extrusionOk="0" h="2477" w="2174">
                  <a:moveTo>
                    <a:pt x="1768" y="2215"/>
                  </a:moveTo>
                  <a:cubicBezTo>
                    <a:pt x="2161" y="1942"/>
                    <a:pt x="2174" y="1284"/>
                    <a:pt x="1809" y="746"/>
                  </a:cubicBezTo>
                  <a:cubicBezTo>
                    <a:pt x="1428" y="212"/>
                    <a:pt x="812" y="1"/>
                    <a:pt x="419" y="275"/>
                  </a:cubicBezTo>
                  <a:cubicBezTo>
                    <a:pt x="25" y="551"/>
                    <a:pt x="0" y="1206"/>
                    <a:pt x="381" y="1731"/>
                  </a:cubicBezTo>
                  <a:cubicBezTo>
                    <a:pt x="746" y="2269"/>
                    <a:pt x="1375" y="2476"/>
                    <a:pt x="1768" y="221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8"/>
            <p:cNvSpPr/>
            <p:nvPr/>
          </p:nvSpPr>
          <p:spPr>
            <a:xfrm>
              <a:off x="6541508" y="3798960"/>
              <a:ext cx="672026" cy="769116"/>
            </a:xfrm>
            <a:custGeom>
              <a:rect b="b" l="l" r="r" t="t"/>
              <a:pathLst>
                <a:path extrusionOk="0" h="11534" w="10078">
                  <a:moveTo>
                    <a:pt x="8414" y="5674"/>
                  </a:moveTo>
                  <a:cubicBezTo>
                    <a:pt x="8229" y="5687"/>
                    <a:pt x="8059" y="5699"/>
                    <a:pt x="7901" y="5715"/>
                  </a:cubicBezTo>
                  <a:cubicBezTo>
                    <a:pt x="7942" y="5661"/>
                    <a:pt x="7968" y="5608"/>
                    <a:pt x="8008" y="5558"/>
                  </a:cubicBezTo>
                  <a:cubicBezTo>
                    <a:pt x="8361" y="4888"/>
                    <a:pt x="8257" y="4155"/>
                    <a:pt x="7785" y="3906"/>
                  </a:cubicBezTo>
                  <a:cubicBezTo>
                    <a:pt x="7313" y="3642"/>
                    <a:pt x="6643" y="3985"/>
                    <a:pt x="6291" y="4639"/>
                  </a:cubicBezTo>
                  <a:cubicBezTo>
                    <a:pt x="6250" y="4705"/>
                    <a:pt x="6225" y="4771"/>
                    <a:pt x="6200" y="4834"/>
                  </a:cubicBezTo>
                  <a:cubicBezTo>
                    <a:pt x="6341" y="4441"/>
                    <a:pt x="6184" y="3891"/>
                    <a:pt x="5778" y="3460"/>
                  </a:cubicBezTo>
                  <a:cubicBezTo>
                    <a:pt x="5583" y="3262"/>
                    <a:pt x="5360" y="3120"/>
                    <a:pt x="5149" y="3041"/>
                  </a:cubicBezTo>
                  <a:cubicBezTo>
                    <a:pt x="5269" y="2922"/>
                    <a:pt x="5373" y="2790"/>
                    <a:pt x="5451" y="2661"/>
                  </a:cubicBezTo>
                  <a:cubicBezTo>
                    <a:pt x="5857" y="2884"/>
                    <a:pt x="6316" y="2909"/>
                    <a:pt x="6631" y="2661"/>
                  </a:cubicBezTo>
                  <a:cubicBezTo>
                    <a:pt x="7103" y="2293"/>
                    <a:pt x="7077" y="1481"/>
                    <a:pt x="6593" y="852"/>
                  </a:cubicBezTo>
                  <a:cubicBezTo>
                    <a:pt x="6093" y="211"/>
                    <a:pt x="5307" y="0"/>
                    <a:pt x="4847" y="352"/>
                  </a:cubicBezTo>
                  <a:cubicBezTo>
                    <a:pt x="4586" y="550"/>
                    <a:pt x="4483" y="878"/>
                    <a:pt x="4508" y="1233"/>
                  </a:cubicBezTo>
                  <a:cubicBezTo>
                    <a:pt x="4259" y="1296"/>
                    <a:pt x="4011" y="1441"/>
                    <a:pt x="3788" y="1651"/>
                  </a:cubicBezTo>
                  <a:cubicBezTo>
                    <a:pt x="3721" y="1717"/>
                    <a:pt x="3655" y="1783"/>
                    <a:pt x="3605" y="1846"/>
                  </a:cubicBezTo>
                  <a:cubicBezTo>
                    <a:pt x="3721" y="1664"/>
                    <a:pt x="3747" y="1469"/>
                    <a:pt x="3630" y="1271"/>
                  </a:cubicBezTo>
                  <a:cubicBezTo>
                    <a:pt x="3328" y="733"/>
                    <a:pt x="2451" y="654"/>
                    <a:pt x="1665" y="1101"/>
                  </a:cubicBezTo>
                  <a:cubicBezTo>
                    <a:pt x="878" y="1547"/>
                    <a:pt x="485" y="2334"/>
                    <a:pt x="787" y="2868"/>
                  </a:cubicBezTo>
                  <a:cubicBezTo>
                    <a:pt x="837" y="2963"/>
                    <a:pt x="903" y="3041"/>
                    <a:pt x="982" y="3079"/>
                  </a:cubicBezTo>
                  <a:cubicBezTo>
                    <a:pt x="734" y="3224"/>
                    <a:pt x="510" y="3460"/>
                    <a:pt x="340" y="3762"/>
                  </a:cubicBezTo>
                  <a:cubicBezTo>
                    <a:pt x="1" y="4429"/>
                    <a:pt x="92" y="5164"/>
                    <a:pt x="564" y="5413"/>
                  </a:cubicBezTo>
                  <a:cubicBezTo>
                    <a:pt x="774" y="5529"/>
                    <a:pt x="1023" y="5529"/>
                    <a:pt x="1259" y="5438"/>
                  </a:cubicBezTo>
                  <a:cubicBezTo>
                    <a:pt x="982" y="6080"/>
                    <a:pt x="1114" y="6750"/>
                    <a:pt x="1573" y="7011"/>
                  </a:cubicBezTo>
                  <a:cubicBezTo>
                    <a:pt x="2083" y="7300"/>
                    <a:pt x="2803" y="6998"/>
                    <a:pt x="3212" y="6316"/>
                  </a:cubicBezTo>
                  <a:cubicBezTo>
                    <a:pt x="3382" y="6526"/>
                    <a:pt x="3655" y="6658"/>
                    <a:pt x="3970" y="6721"/>
                  </a:cubicBezTo>
                  <a:cubicBezTo>
                    <a:pt x="3854" y="6762"/>
                    <a:pt x="3721" y="6816"/>
                    <a:pt x="3605" y="6894"/>
                  </a:cubicBezTo>
                  <a:cubicBezTo>
                    <a:pt x="2819" y="7325"/>
                    <a:pt x="2426" y="8124"/>
                    <a:pt x="2724" y="8662"/>
                  </a:cubicBezTo>
                  <a:cubicBezTo>
                    <a:pt x="2765" y="8715"/>
                    <a:pt x="2790" y="8766"/>
                    <a:pt x="2831" y="8807"/>
                  </a:cubicBezTo>
                  <a:cubicBezTo>
                    <a:pt x="2426" y="8807"/>
                    <a:pt x="1979" y="9121"/>
                    <a:pt x="1702" y="9618"/>
                  </a:cubicBezTo>
                  <a:cubicBezTo>
                    <a:pt x="1363" y="10288"/>
                    <a:pt x="1454" y="11021"/>
                    <a:pt x="1926" y="11269"/>
                  </a:cubicBezTo>
                  <a:cubicBezTo>
                    <a:pt x="2397" y="11534"/>
                    <a:pt x="3067" y="11191"/>
                    <a:pt x="3420" y="10537"/>
                  </a:cubicBezTo>
                  <a:cubicBezTo>
                    <a:pt x="3747" y="9920"/>
                    <a:pt x="3684" y="9238"/>
                    <a:pt x="3303" y="8951"/>
                  </a:cubicBezTo>
                  <a:cubicBezTo>
                    <a:pt x="3618" y="8923"/>
                    <a:pt x="4011" y="8728"/>
                    <a:pt x="4454" y="8480"/>
                  </a:cubicBezTo>
                  <a:cubicBezTo>
                    <a:pt x="5241" y="8033"/>
                    <a:pt x="5870" y="7586"/>
                    <a:pt x="5571" y="7052"/>
                  </a:cubicBezTo>
                  <a:cubicBezTo>
                    <a:pt x="5439" y="6828"/>
                    <a:pt x="5203" y="6684"/>
                    <a:pt x="4914" y="6630"/>
                  </a:cubicBezTo>
                  <a:cubicBezTo>
                    <a:pt x="5426" y="6435"/>
                    <a:pt x="5766" y="6029"/>
                    <a:pt x="5712" y="5608"/>
                  </a:cubicBezTo>
                  <a:cubicBezTo>
                    <a:pt x="5700" y="5504"/>
                    <a:pt x="5675" y="5400"/>
                    <a:pt x="5609" y="5306"/>
                  </a:cubicBezTo>
                  <a:cubicBezTo>
                    <a:pt x="5766" y="5281"/>
                    <a:pt x="5911" y="5215"/>
                    <a:pt x="6027" y="5111"/>
                  </a:cubicBezTo>
                  <a:cubicBezTo>
                    <a:pt x="6093" y="5045"/>
                    <a:pt x="6146" y="4966"/>
                    <a:pt x="6184" y="4888"/>
                  </a:cubicBezTo>
                  <a:cubicBezTo>
                    <a:pt x="5964" y="5479"/>
                    <a:pt x="6093" y="6067"/>
                    <a:pt x="6514" y="6290"/>
                  </a:cubicBezTo>
                  <a:cubicBezTo>
                    <a:pt x="6606" y="6344"/>
                    <a:pt x="6697" y="6369"/>
                    <a:pt x="6788" y="6369"/>
                  </a:cubicBezTo>
                  <a:lnTo>
                    <a:pt x="6788" y="6473"/>
                  </a:lnTo>
                  <a:cubicBezTo>
                    <a:pt x="6801" y="6671"/>
                    <a:pt x="6879" y="6841"/>
                    <a:pt x="7024" y="6998"/>
                  </a:cubicBezTo>
                  <a:cubicBezTo>
                    <a:pt x="6933" y="7102"/>
                    <a:pt x="6842" y="7234"/>
                    <a:pt x="6763" y="7366"/>
                  </a:cubicBezTo>
                  <a:cubicBezTo>
                    <a:pt x="6565" y="7731"/>
                    <a:pt x="6514" y="8124"/>
                    <a:pt x="6593" y="8451"/>
                  </a:cubicBezTo>
                  <a:cubicBezTo>
                    <a:pt x="6291" y="8086"/>
                    <a:pt x="5885" y="7901"/>
                    <a:pt x="5530" y="8020"/>
                  </a:cubicBezTo>
                  <a:cubicBezTo>
                    <a:pt x="5020" y="8190"/>
                    <a:pt x="4797" y="8898"/>
                    <a:pt x="5033" y="9606"/>
                  </a:cubicBezTo>
                  <a:cubicBezTo>
                    <a:pt x="5269" y="10313"/>
                    <a:pt x="5870" y="10760"/>
                    <a:pt x="6382" y="10590"/>
                  </a:cubicBezTo>
                  <a:cubicBezTo>
                    <a:pt x="6892" y="10417"/>
                    <a:pt x="7115" y="9709"/>
                    <a:pt x="6879" y="9002"/>
                  </a:cubicBezTo>
                  <a:cubicBezTo>
                    <a:pt x="6867" y="8976"/>
                    <a:pt x="6854" y="8951"/>
                    <a:pt x="6854" y="8923"/>
                  </a:cubicBezTo>
                  <a:cubicBezTo>
                    <a:pt x="6892" y="8964"/>
                    <a:pt x="6933" y="8989"/>
                    <a:pt x="6986" y="9017"/>
                  </a:cubicBezTo>
                  <a:cubicBezTo>
                    <a:pt x="7458" y="9278"/>
                    <a:pt x="8125" y="8939"/>
                    <a:pt x="8480" y="8281"/>
                  </a:cubicBezTo>
                  <a:cubicBezTo>
                    <a:pt x="8622" y="8008"/>
                    <a:pt x="8688" y="7718"/>
                    <a:pt x="8688" y="7457"/>
                  </a:cubicBezTo>
                  <a:cubicBezTo>
                    <a:pt x="9487" y="7338"/>
                    <a:pt x="10078" y="6841"/>
                    <a:pt x="10037" y="6278"/>
                  </a:cubicBezTo>
                  <a:cubicBezTo>
                    <a:pt x="10012" y="5661"/>
                    <a:pt x="9304" y="5621"/>
                    <a:pt x="8414" y="5674"/>
                  </a:cubicBezTo>
                  <a:close/>
                  <a:moveTo>
                    <a:pt x="2149" y="4469"/>
                  </a:moveTo>
                  <a:cubicBezTo>
                    <a:pt x="2385" y="3866"/>
                    <a:pt x="2268" y="3249"/>
                    <a:pt x="1847" y="3026"/>
                  </a:cubicBezTo>
                  <a:cubicBezTo>
                    <a:pt x="2045" y="2947"/>
                    <a:pt x="2281" y="2818"/>
                    <a:pt x="2517" y="2686"/>
                  </a:cubicBezTo>
                  <a:cubicBezTo>
                    <a:pt x="2935" y="2450"/>
                    <a:pt x="3316" y="2214"/>
                    <a:pt x="3526" y="1953"/>
                  </a:cubicBezTo>
                  <a:cubicBezTo>
                    <a:pt x="3212" y="2425"/>
                    <a:pt x="3171" y="2963"/>
                    <a:pt x="3473" y="3290"/>
                  </a:cubicBezTo>
                  <a:cubicBezTo>
                    <a:pt x="3589" y="3406"/>
                    <a:pt x="3762" y="3485"/>
                    <a:pt x="3945" y="3513"/>
                  </a:cubicBezTo>
                  <a:cubicBezTo>
                    <a:pt x="3841" y="3891"/>
                    <a:pt x="3983" y="4391"/>
                    <a:pt x="4363" y="4784"/>
                  </a:cubicBezTo>
                  <a:cubicBezTo>
                    <a:pt x="4325" y="4796"/>
                    <a:pt x="4297" y="4796"/>
                    <a:pt x="4259" y="4796"/>
                  </a:cubicBezTo>
                  <a:cubicBezTo>
                    <a:pt x="3945" y="4834"/>
                    <a:pt x="3655" y="4954"/>
                    <a:pt x="3448" y="5111"/>
                  </a:cubicBezTo>
                  <a:cubicBezTo>
                    <a:pt x="3382" y="4834"/>
                    <a:pt x="3237" y="4614"/>
                    <a:pt x="3014" y="4482"/>
                  </a:cubicBezTo>
                  <a:cubicBezTo>
                    <a:pt x="2765" y="4337"/>
                    <a:pt x="2451" y="4337"/>
                    <a:pt x="2149" y="4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1" name="Google Shape;1261;p28"/>
            <p:cNvSpPr/>
            <p:nvPr/>
          </p:nvSpPr>
          <p:spPr>
            <a:xfrm>
              <a:off x="6526638" y="3679997"/>
              <a:ext cx="222786" cy="127830"/>
            </a:xfrm>
            <a:custGeom>
              <a:rect b="b" l="l" r="r" t="t"/>
              <a:pathLst>
                <a:path extrusionOk="0" h="1917" w="3341">
                  <a:moveTo>
                    <a:pt x="1743" y="1863"/>
                  </a:moveTo>
                  <a:cubicBezTo>
                    <a:pt x="2633" y="1797"/>
                    <a:pt x="3341" y="1259"/>
                    <a:pt x="3303" y="642"/>
                  </a:cubicBezTo>
                  <a:cubicBezTo>
                    <a:pt x="3262" y="42"/>
                    <a:pt x="2570" y="1"/>
                    <a:pt x="1664" y="54"/>
                  </a:cubicBezTo>
                  <a:cubicBezTo>
                    <a:pt x="762" y="108"/>
                    <a:pt x="0" y="237"/>
                    <a:pt x="38" y="853"/>
                  </a:cubicBezTo>
                  <a:cubicBezTo>
                    <a:pt x="79" y="1457"/>
                    <a:pt x="840" y="1916"/>
                    <a:pt x="1743" y="186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2" name="Google Shape;1262;p28"/>
            <p:cNvSpPr/>
            <p:nvPr/>
          </p:nvSpPr>
          <p:spPr>
            <a:xfrm>
              <a:off x="7121655" y="3929993"/>
              <a:ext cx="409030" cy="630150"/>
            </a:xfrm>
            <a:custGeom>
              <a:rect b="b" l="l" r="r" t="t"/>
              <a:pathLst>
                <a:path extrusionOk="0" h="9450" w="6134">
                  <a:moveTo>
                    <a:pt x="1180" y="1"/>
                  </a:moveTo>
                  <a:cubicBezTo>
                    <a:pt x="1180" y="1"/>
                    <a:pt x="0" y="3593"/>
                    <a:pt x="881" y="6121"/>
                  </a:cubicBezTo>
                  <a:cubicBezTo>
                    <a:pt x="1693" y="8414"/>
                    <a:pt x="4209" y="9292"/>
                    <a:pt x="4668" y="9436"/>
                  </a:cubicBezTo>
                  <a:cubicBezTo>
                    <a:pt x="4718" y="9449"/>
                    <a:pt x="4747" y="9449"/>
                    <a:pt x="4747" y="9449"/>
                  </a:cubicBezTo>
                  <a:cubicBezTo>
                    <a:pt x="4747" y="9449"/>
                    <a:pt x="6134" y="7131"/>
                    <a:pt x="5243" y="4599"/>
                  </a:cubicBezTo>
                  <a:cubicBezTo>
                    <a:pt x="4391" y="2190"/>
                    <a:pt x="1469" y="196"/>
                    <a:pt x="1208" y="13"/>
                  </a:cubicBezTo>
                  <a:cubicBezTo>
                    <a:pt x="1196" y="1"/>
                    <a:pt x="1180" y="1"/>
                    <a:pt x="1180"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3" name="Google Shape;1263;p28"/>
            <p:cNvSpPr/>
            <p:nvPr/>
          </p:nvSpPr>
          <p:spPr>
            <a:xfrm>
              <a:off x="7202208" y="3930860"/>
              <a:ext cx="328478" cy="629283"/>
            </a:xfrm>
            <a:custGeom>
              <a:rect b="b" l="l" r="r" t="t"/>
              <a:pathLst>
                <a:path extrusionOk="0" h="9437" w="4926">
                  <a:moveTo>
                    <a:pt x="0" y="0"/>
                  </a:moveTo>
                  <a:lnTo>
                    <a:pt x="3460" y="9423"/>
                  </a:lnTo>
                  <a:cubicBezTo>
                    <a:pt x="3510" y="9436"/>
                    <a:pt x="3539" y="9436"/>
                    <a:pt x="3539" y="9436"/>
                  </a:cubicBezTo>
                  <a:cubicBezTo>
                    <a:pt x="3539" y="9436"/>
                    <a:pt x="4926" y="7118"/>
                    <a:pt x="4035" y="4586"/>
                  </a:cubicBezTo>
                  <a:cubicBezTo>
                    <a:pt x="3183" y="2177"/>
                    <a:pt x="261" y="183"/>
                    <a:pt x="0"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4" name="Google Shape;1264;p28"/>
            <p:cNvSpPr/>
            <p:nvPr/>
          </p:nvSpPr>
          <p:spPr>
            <a:xfrm>
              <a:off x="6640333" y="4151183"/>
              <a:ext cx="187778" cy="130898"/>
            </a:xfrm>
            <a:custGeom>
              <a:rect b="b" l="l" r="r" t="t"/>
              <a:pathLst>
                <a:path extrusionOk="0" h="1963" w="2816">
                  <a:moveTo>
                    <a:pt x="1502" y="1"/>
                  </a:moveTo>
                  <a:cubicBezTo>
                    <a:pt x="1434" y="1"/>
                    <a:pt x="1366" y="4"/>
                    <a:pt x="1296" y="11"/>
                  </a:cubicBezTo>
                  <a:cubicBezTo>
                    <a:pt x="550" y="103"/>
                    <a:pt x="0" y="603"/>
                    <a:pt x="63" y="1141"/>
                  </a:cubicBezTo>
                  <a:cubicBezTo>
                    <a:pt x="123" y="1625"/>
                    <a:pt x="656" y="1963"/>
                    <a:pt x="1313" y="1963"/>
                  </a:cubicBezTo>
                  <a:cubicBezTo>
                    <a:pt x="1381" y="1963"/>
                    <a:pt x="1450" y="1959"/>
                    <a:pt x="1519" y="1952"/>
                  </a:cubicBezTo>
                  <a:cubicBezTo>
                    <a:pt x="2265" y="1861"/>
                    <a:pt x="2815" y="1361"/>
                    <a:pt x="2752" y="826"/>
                  </a:cubicBezTo>
                  <a:cubicBezTo>
                    <a:pt x="2692" y="338"/>
                    <a:pt x="2159" y="1"/>
                    <a:pt x="150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5" name="Google Shape;1265;p28"/>
            <p:cNvSpPr/>
            <p:nvPr/>
          </p:nvSpPr>
          <p:spPr>
            <a:xfrm>
              <a:off x="6649735" y="3911855"/>
              <a:ext cx="180243" cy="155570"/>
            </a:xfrm>
            <a:custGeom>
              <a:rect b="b" l="l" r="r" t="t"/>
              <a:pathLst>
                <a:path extrusionOk="0" h="2333" w="2703">
                  <a:moveTo>
                    <a:pt x="1732" y="1"/>
                  </a:moveTo>
                  <a:cubicBezTo>
                    <a:pt x="1394" y="1"/>
                    <a:pt x="1007" y="156"/>
                    <a:pt x="683" y="455"/>
                  </a:cubicBezTo>
                  <a:cubicBezTo>
                    <a:pt x="145" y="968"/>
                    <a:pt x="1" y="1701"/>
                    <a:pt x="369" y="2094"/>
                  </a:cubicBezTo>
                  <a:cubicBezTo>
                    <a:pt x="520" y="2255"/>
                    <a:pt x="732" y="2333"/>
                    <a:pt x="968" y="2333"/>
                  </a:cubicBezTo>
                  <a:cubicBezTo>
                    <a:pt x="1308" y="2333"/>
                    <a:pt x="1695" y="2173"/>
                    <a:pt x="2020" y="1871"/>
                  </a:cubicBezTo>
                  <a:cubicBezTo>
                    <a:pt x="2558" y="1361"/>
                    <a:pt x="2702" y="625"/>
                    <a:pt x="2334" y="232"/>
                  </a:cubicBezTo>
                  <a:cubicBezTo>
                    <a:pt x="2183" y="76"/>
                    <a:pt x="1969" y="1"/>
                    <a:pt x="173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6" name="Google Shape;1266;p28"/>
            <p:cNvSpPr/>
            <p:nvPr/>
          </p:nvSpPr>
          <p:spPr>
            <a:xfrm>
              <a:off x="6441883" y="4028485"/>
              <a:ext cx="161772" cy="170974"/>
            </a:xfrm>
            <a:custGeom>
              <a:rect b="b" l="l" r="r" t="t"/>
              <a:pathLst>
                <a:path extrusionOk="0" h="2564" w="2426">
                  <a:moveTo>
                    <a:pt x="1502" y="1"/>
                  </a:moveTo>
                  <a:cubicBezTo>
                    <a:pt x="1089" y="1"/>
                    <a:pt x="628" y="313"/>
                    <a:pt x="353" y="829"/>
                  </a:cubicBezTo>
                  <a:cubicBezTo>
                    <a:pt x="1" y="1487"/>
                    <a:pt x="104" y="2219"/>
                    <a:pt x="576" y="2480"/>
                  </a:cubicBezTo>
                  <a:cubicBezTo>
                    <a:pt x="683" y="2537"/>
                    <a:pt x="800" y="2563"/>
                    <a:pt x="921" y="2563"/>
                  </a:cubicBezTo>
                  <a:cubicBezTo>
                    <a:pt x="1335" y="2563"/>
                    <a:pt x="1798" y="2251"/>
                    <a:pt x="2070" y="1735"/>
                  </a:cubicBezTo>
                  <a:cubicBezTo>
                    <a:pt x="2426" y="1078"/>
                    <a:pt x="2319" y="345"/>
                    <a:pt x="1847" y="84"/>
                  </a:cubicBezTo>
                  <a:cubicBezTo>
                    <a:pt x="1740" y="28"/>
                    <a:pt x="1623" y="1"/>
                    <a:pt x="150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7" name="Google Shape;1267;p28"/>
            <p:cNvSpPr/>
            <p:nvPr/>
          </p:nvSpPr>
          <p:spPr>
            <a:xfrm>
              <a:off x="6869991" y="4268746"/>
              <a:ext cx="161772" cy="171041"/>
            </a:xfrm>
            <a:custGeom>
              <a:rect b="b" l="l" r="r" t="t"/>
              <a:pathLst>
                <a:path extrusionOk="0" h="2565" w="2426">
                  <a:moveTo>
                    <a:pt x="1503" y="1"/>
                  </a:moveTo>
                  <a:cubicBezTo>
                    <a:pt x="1090" y="1"/>
                    <a:pt x="628" y="315"/>
                    <a:pt x="356" y="831"/>
                  </a:cubicBezTo>
                  <a:cubicBezTo>
                    <a:pt x="0" y="1485"/>
                    <a:pt x="107" y="2221"/>
                    <a:pt x="579" y="2482"/>
                  </a:cubicBezTo>
                  <a:cubicBezTo>
                    <a:pt x="686" y="2538"/>
                    <a:pt x="802" y="2565"/>
                    <a:pt x="923" y="2565"/>
                  </a:cubicBezTo>
                  <a:cubicBezTo>
                    <a:pt x="1337" y="2565"/>
                    <a:pt x="1798" y="2252"/>
                    <a:pt x="2073" y="1736"/>
                  </a:cubicBezTo>
                  <a:cubicBezTo>
                    <a:pt x="2425" y="1079"/>
                    <a:pt x="2321" y="346"/>
                    <a:pt x="1849" y="85"/>
                  </a:cubicBezTo>
                  <a:cubicBezTo>
                    <a:pt x="1742" y="28"/>
                    <a:pt x="1625" y="1"/>
                    <a:pt x="150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8" name="Google Shape;1268;p28"/>
            <p:cNvSpPr/>
            <p:nvPr/>
          </p:nvSpPr>
          <p:spPr>
            <a:xfrm>
              <a:off x="6838516" y="4087033"/>
              <a:ext cx="160905" cy="170507"/>
            </a:xfrm>
            <a:custGeom>
              <a:rect b="b" l="l" r="r" t="t"/>
              <a:pathLst>
                <a:path extrusionOk="0" h="2557" w="2413">
                  <a:moveTo>
                    <a:pt x="1504" y="0"/>
                  </a:moveTo>
                  <a:cubicBezTo>
                    <a:pt x="1090" y="0"/>
                    <a:pt x="628" y="310"/>
                    <a:pt x="356" y="816"/>
                  </a:cubicBezTo>
                  <a:cubicBezTo>
                    <a:pt x="0" y="1486"/>
                    <a:pt x="107" y="2219"/>
                    <a:pt x="579" y="2467"/>
                  </a:cubicBezTo>
                  <a:cubicBezTo>
                    <a:pt x="688" y="2528"/>
                    <a:pt x="807" y="2557"/>
                    <a:pt x="930" y="2557"/>
                  </a:cubicBezTo>
                  <a:cubicBezTo>
                    <a:pt x="1342" y="2557"/>
                    <a:pt x="1800" y="2238"/>
                    <a:pt x="2073" y="1735"/>
                  </a:cubicBezTo>
                  <a:cubicBezTo>
                    <a:pt x="2413" y="1080"/>
                    <a:pt x="2321" y="332"/>
                    <a:pt x="1850" y="83"/>
                  </a:cubicBezTo>
                  <a:cubicBezTo>
                    <a:pt x="1743" y="27"/>
                    <a:pt x="1625" y="0"/>
                    <a:pt x="150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9" name="Google Shape;1269;p28"/>
            <p:cNvSpPr/>
            <p:nvPr/>
          </p:nvSpPr>
          <p:spPr>
            <a:xfrm>
              <a:off x="6532706" y="4419050"/>
              <a:ext cx="161772" cy="171107"/>
            </a:xfrm>
            <a:custGeom>
              <a:rect b="b" l="l" r="r" t="t"/>
              <a:pathLst>
                <a:path extrusionOk="0" h="2566" w="2426">
                  <a:moveTo>
                    <a:pt x="1505" y="0"/>
                  </a:moveTo>
                  <a:cubicBezTo>
                    <a:pt x="1091" y="0"/>
                    <a:pt x="629" y="313"/>
                    <a:pt x="356" y="832"/>
                  </a:cubicBezTo>
                  <a:cubicBezTo>
                    <a:pt x="1" y="1486"/>
                    <a:pt x="104" y="2219"/>
                    <a:pt x="576" y="2483"/>
                  </a:cubicBezTo>
                  <a:cubicBezTo>
                    <a:pt x="683" y="2539"/>
                    <a:pt x="800" y="2566"/>
                    <a:pt x="921" y="2566"/>
                  </a:cubicBezTo>
                  <a:cubicBezTo>
                    <a:pt x="1335" y="2566"/>
                    <a:pt x="1798" y="2253"/>
                    <a:pt x="2070" y="1734"/>
                  </a:cubicBezTo>
                  <a:cubicBezTo>
                    <a:pt x="2426" y="1080"/>
                    <a:pt x="2322" y="347"/>
                    <a:pt x="1850" y="83"/>
                  </a:cubicBezTo>
                  <a:cubicBezTo>
                    <a:pt x="1743" y="27"/>
                    <a:pt x="1626" y="0"/>
                    <a:pt x="1505"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0" name="Google Shape;1270;p28"/>
            <p:cNvSpPr/>
            <p:nvPr/>
          </p:nvSpPr>
          <p:spPr>
            <a:xfrm>
              <a:off x="6377067" y="3515755"/>
              <a:ext cx="148769" cy="180376"/>
            </a:xfrm>
            <a:custGeom>
              <a:rect b="b" l="l" r="r" t="t"/>
              <a:pathLst>
                <a:path extrusionOk="0" h="2705" w="2231">
                  <a:moveTo>
                    <a:pt x="1326" y="0"/>
                  </a:moveTo>
                  <a:cubicBezTo>
                    <a:pt x="876" y="0"/>
                    <a:pt x="408" y="443"/>
                    <a:pt x="212" y="1089"/>
                  </a:cubicBezTo>
                  <a:cubicBezTo>
                    <a:pt x="1" y="1822"/>
                    <a:pt x="224" y="2530"/>
                    <a:pt x="724" y="2674"/>
                  </a:cubicBezTo>
                  <a:cubicBezTo>
                    <a:pt x="788" y="2695"/>
                    <a:pt x="852" y="2704"/>
                    <a:pt x="918" y="2704"/>
                  </a:cubicBezTo>
                  <a:cubicBezTo>
                    <a:pt x="1362" y="2704"/>
                    <a:pt x="1824" y="2255"/>
                    <a:pt x="2007" y="1627"/>
                  </a:cubicBezTo>
                  <a:cubicBezTo>
                    <a:pt x="2231" y="891"/>
                    <a:pt x="1995" y="183"/>
                    <a:pt x="1511" y="26"/>
                  </a:cubicBezTo>
                  <a:cubicBezTo>
                    <a:pt x="1450" y="9"/>
                    <a:pt x="1388" y="0"/>
                    <a:pt x="1326"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1" name="Google Shape;1271;p28"/>
            <p:cNvSpPr/>
            <p:nvPr/>
          </p:nvSpPr>
          <p:spPr>
            <a:xfrm>
              <a:off x="6423412" y="3531493"/>
              <a:ext cx="50012" cy="138099"/>
            </a:xfrm>
            <a:custGeom>
              <a:rect b="b" l="l" r="r" t="t"/>
              <a:pathLst>
                <a:path extrusionOk="0" h="2071" w="750">
                  <a:moveTo>
                    <a:pt x="749" y="13"/>
                  </a:moveTo>
                  <a:cubicBezTo>
                    <a:pt x="749" y="13"/>
                    <a:pt x="709" y="54"/>
                    <a:pt x="658" y="133"/>
                  </a:cubicBezTo>
                  <a:cubicBezTo>
                    <a:pt x="605" y="196"/>
                    <a:pt x="526" y="303"/>
                    <a:pt x="485" y="419"/>
                  </a:cubicBezTo>
                  <a:cubicBezTo>
                    <a:pt x="435" y="551"/>
                    <a:pt x="407" y="696"/>
                    <a:pt x="422" y="841"/>
                  </a:cubicBezTo>
                  <a:cubicBezTo>
                    <a:pt x="422" y="970"/>
                    <a:pt x="473" y="1114"/>
                    <a:pt x="501" y="1246"/>
                  </a:cubicBezTo>
                  <a:cubicBezTo>
                    <a:pt x="539" y="1391"/>
                    <a:pt x="551" y="1548"/>
                    <a:pt x="514" y="1690"/>
                  </a:cubicBezTo>
                  <a:cubicBezTo>
                    <a:pt x="501" y="1756"/>
                    <a:pt x="473" y="1822"/>
                    <a:pt x="435" y="1875"/>
                  </a:cubicBezTo>
                  <a:cubicBezTo>
                    <a:pt x="394" y="1941"/>
                    <a:pt x="356" y="1979"/>
                    <a:pt x="303" y="2004"/>
                  </a:cubicBezTo>
                  <a:cubicBezTo>
                    <a:pt x="212" y="2070"/>
                    <a:pt x="120" y="2070"/>
                    <a:pt x="67" y="2058"/>
                  </a:cubicBezTo>
                  <a:cubicBezTo>
                    <a:pt x="13" y="2033"/>
                    <a:pt x="1" y="2004"/>
                    <a:pt x="1" y="1992"/>
                  </a:cubicBezTo>
                  <a:cubicBezTo>
                    <a:pt x="13" y="1954"/>
                    <a:pt x="108" y="1967"/>
                    <a:pt x="212" y="1875"/>
                  </a:cubicBezTo>
                  <a:cubicBezTo>
                    <a:pt x="265" y="1822"/>
                    <a:pt x="303" y="1756"/>
                    <a:pt x="315" y="1652"/>
                  </a:cubicBezTo>
                  <a:cubicBezTo>
                    <a:pt x="328" y="1561"/>
                    <a:pt x="315" y="1441"/>
                    <a:pt x="290" y="1312"/>
                  </a:cubicBezTo>
                  <a:cubicBezTo>
                    <a:pt x="265" y="1193"/>
                    <a:pt x="224" y="1036"/>
                    <a:pt x="224" y="853"/>
                  </a:cubicBezTo>
                  <a:cubicBezTo>
                    <a:pt x="224" y="668"/>
                    <a:pt x="278" y="498"/>
                    <a:pt x="356" y="353"/>
                  </a:cubicBezTo>
                  <a:cubicBezTo>
                    <a:pt x="435" y="224"/>
                    <a:pt x="539" y="133"/>
                    <a:pt x="605" y="67"/>
                  </a:cubicBezTo>
                  <a:cubicBezTo>
                    <a:pt x="683" y="13"/>
                    <a:pt x="737" y="1"/>
                    <a:pt x="749"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2" name="Google Shape;1272;p28"/>
            <p:cNvSpPr/>
            <p:nvPr/>
          </p:nvSpPr>
          <p:spPr>
            <a:xfrm>
              <a:off x="6628797" y="4530345"/>
              <a:ext cx="205582" cy="161705"/>
            </a:xfrm>
            <a:custGeom>
              <a:rect b="b" l="l" r="r" t="t"/>
              <a:pathLst>
                <a:path extrusionOk="0" h="2425" w="3083">
                  <a:moveTo>
                    <a:pt x="1924" y="0"/>
                  </a:moveTo>
                  <a:cubicBezTo>
                    <a:pt x="1607" y="0"/>
                    <a:pt x="1253" y="109"/>
                    <a:pt x="931" y="330"/>
                  </a:cubicBezTo>
                  <a:cubicBezTo>
                    <a:pt x="277" y="773"/>
                    <a:pt x="0" y="1547"/>
                    <a:pt x="343" y="2031"/>
                  </a:cubicBezTo>
                  <a:cubicBezTo>
                    <a:pt x="521" y="2293"/>
                    <a:pt x="825" y="2425"/>
                    <a:pt x="1170" y="2425"/>
                  </a:cubicBezTo>
                  <a:cubicBezTo>
                    <a:pt x="1484" y="2425"/>
                    <a:pt x="1832" y="2316"/>
                    <a:pt x="2151" y="2097"/>
                  </a:cubicBezTo>
                  <a:cubicBezTo>
                    <a:pt x="2818" y="1638"/>
                    <a:pt x="3082" y="880"/>
                    <a:pt x="2740" y="380"/>
                  </a:cubicBezTo>
                  <a:cubicBezTo>
                    <a:pt x="2569" y="128"/>
                    <a:pt x="2268" y="0"/>
                    <a:pt x="192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3" name="Google Shape;1273;p28"/>
            <p:cNvSpPr/>
            <p:nvPr/>
          </p:nvSpPr>
          <p:spPr>
            <a:xfrm>
              <a:off x="6669007" y="4560886"/>
              <a:ext cx="130364" cy="95289"/>
            </a:xfrm>
            <a:custGeom>
              <a:rect b="b" l="l" r="r" t="t"/>
              <a:pathLst>
                <a:path extrusionOk="0" h="1429" w="1955">
                  <a:moveTo>
                    <a:pt x="1942" y="54"/>
                  </a:moveTo>
                  <a:cubicBezTo>
                    <a:pt x="1942" y="67"/>
                    <a:pt x="1888" y="79"/>
                    <a:pt x="1797" y="92"/>
                  </a:cubicBezTo>
                  <a:cubicBezTo>
                    <a:pt x="1706" y="108"/>
                    <a:pt x="1574" y="145"/>
                    <a:pt x="1457" y="211"/>
                  </a:cubicBezTo>
                  <a:cubicBezTo>
                    <a:pt x="1325" y="277"/>
                    <a:pt x="1206" y="381"/>
                    <a:pt x="1127" y="513"/>
                  </a:cubicBezTo>
                  <a:cubicBezTo>
                    <a:pt x="1036" y="630"/>
                    <a:pt x="985" y="787"/>
                    <a:pt x="932" y="919"/>
                  </a:cubicBezTo>
                  <a:cubicBezTo>
                    <a:pt x="866" y="1064"/>
                    <a:pt x="775" y="1208"/>
                    <a:pt x="655" y="1300"/>
                  </a:cubicBezTo>
                  <a:cubicBezTo>
                    <a:pt x="592" y="1350"/>
                    <a:pt x="539" y="1378"/>
                    <a:pt x="460" y="1403"/>
                  </a:cubicBezTo>
                  <a:cubicBezTo>
                    <a:pt x="394" y="1416"/>
                    <a:pt x="328" y="1429"/>
                    <a:pt x="262" y="1416"/>
                  </a:cubicBezTo>
                  <a:cubicBezTo>
                    <a:pt x="146" y="1403"/>
                    <a:pt x="67" y="1337"/>
                    <a:pt x="26" y="1287"/>
                  </a:cubicBezTo>
                  <a:cubicBezTo>
                    <a:pt x="1" y="1221"/>
                    <a:pt x="1" y="1193"/>
                    <a:pt x="14" y="1180"/>
                  </a:cubicBezTo>
                  <a:cubicBezTo>
                    <a:pt x="54" y="1155"/>
                    <a:pt x="120" y="1246"/>
                    <a:pt x="278" y="1234"/>
                  </a:cubicBezTo>
                  <a:cubicBezTo>
                    <a:pt x="341" y="1221"/>
                    <a:pt x="419" y="1193"/>
                    <a:pt x="498" y="1130"/>
                  </a:cubicBezTo>
                  <a:cubicBezTo>
                    <a:pt x="577" y="1051"/>
                    <a:pt x="643" y="944"/>
                    <a:pt x="709" y="828"/>
                  </a:cubicBezTo>
                  <a:cubicBezTo>
                    <a:pt x="762" y="696"/>
                    <a:pt x="828" y="538"/>
                    <a:pt x="945" y="381"/>
                  </a:cubicBezTo>
                  <a:cubicBezTo>
                    <a:pt x="1064" y="236"/>
                    <a:pt x="1221" y="120"/>
                    <a:pt x="1379" y="67"/>
                  </a:cubicBezTo>
                  <a:cubicBezTo>
                    <a:pt x="1536" y="13"/>
                    <a:pt x="1693" y="1"/>
                    <a:pt x="1784" y="13"/>
                  </a:cubicBezTo>
                  <a:cubicBezTo>
                    <a:pt x="1888" y="29"/>
                    <a:pt x="1954" y="41"/>
                    <a:pt x="1942"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4" name="Google Shape;1274;p28"/>
            <p:cNvSpPr/>
            <p:nvPr/>
          </p:nvSpPr>
          <p:spPr>
            <a:xfrm>
              <a:off x="6293179" y="3842505"/>
              <a:ext cx="154837" cy="187244"/>
            </a:xfrm>
            <a:custGeom>
              <a:rect b="b" l="l" r="r" t="t"/>
              <a:pathLst>
                <a:path extrusionOk="0" h="2808" w="2322">
                  <a:moveTo>
                    <a:pt x="1454" y="1"/>
                  </a:moveTo>
                  <a:cubicBezTo>
                    <a:pt x="1015" y="1"/>
                    <a:pt x="524" y="430"/>
                    <a:pt x="278" y="1077"/>
                  </a:cubicBezTo>
                  <a:cubicBezTo>
                    <a:pt x="1" y="1822"/>
                    <a:pt x="158" y="2583"/>
                    <a:pt x="646" y="2766"/>
                  </a:cubicBezTo>
                  <a:cubicBezTo>
                    <a:pt x="718" y="2794"/>
                    <a:pt x="794" y="2807"/>
                    <a:pt x="871" y="2807"/>
                  </a:cubicBezTo>
                  <a:cubicBezTo>
                    <a:pt x="1307" y="2807"/>
                    <a:pt x="1789" y="2378"/>
                    <a:pt x="2033" y="1731"/>
                  </a:cubicBezTo>
                  <a:cubicBezTo>
                    <a:pt x="2322" y="986"/>
                    <a:pt x="2165" y="225"/>
                    <a:pt x="1680" y="42"/>
                  </a:cubicBezTo>
                  <a:cubicBezTo>
                    <a:pt x="1608" y="14"/>
                    <a:pt x="1532" y="1"/>
                    <a:pt x="145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8"/>
            <p:cNvSpPr/>
            <p:nvPr/>
          </p:nvSpPr>
          <p:spPr>
            <a:xfrm>
              <a:off x="6329054" y="3846972"/>
              <a:ext cx="76218" cy="166973"/>
            </a:xfrm>
            <a:custGeom>
              <a:rect b="b" l="l" r="r" t="t"/>
              <a:pathLst>
                <a:path extrusionOk="0" h="2504" w="1143">
                  <a:moveTo>
                    <a:pt x="199" y="2491"/>
                  </a:moveTo>
                  <a:cubicBezTo>
                    <a:pt x="199" y="2504"/>
                    <a:pt x="145" y="2450"/>
                    <a:pt x="92" y="2347"/>
                  </a:cubicBezTo>
                  <a:cubicBezTo>
                    <a:pt x="41" y="2243"/>
                    <a:pt x="1" y="2086"/>
                    <a:pt x="13" y="1900"/>
                  </a:cubicBezTo>
                  <a:cubicBezTo>
                    <a:pt x="13" y="1809"/>
                    <a:pt x="41" y="1705"/>
                    <a:pt x="79" y="1614"/>
                  </a:cubicBezTo>
                  <a:cubicBezTo>
                    <a:pt x="92" y="1560"/>
                    <a:pt x="120" y="1507"/>
                    <a:pt x="170" y="1457"/>
                  </a:cubicBezTo>
                  <a:cubicBezTo>
                    <a:pt x="224" y="1403"/>
                    <a:pt x="277" y="1378"/>
                    <a:pt x="315" y="1362"/>
                  </a:cubicBezTo>
                  <a:cubicBezTo>
                    <a:pt x="369" y="1337"/>
                    <a:pt x="406" y="1324"/>
                    <a:pt x="447" y="1299"/>
                  </a:cubicBezTo>
                  <a:cubicBezTo>
                    <a:pt x="472" y="1271"/>
                    <a:pt x="513" y="1258"/>
                    <a:pt x="538" y="1233"/>
                  </a:cubicBezTo>
                  <a:cubicBezTo>
                    <a:pt x="604" y="1180"/>
                    <a:pt x="658" y="1126"/>
                    <a:pt x="708" y="1063"/>
                  </a:cubicBezTo>
                  <a:cubicBezTo>
                    <a:pt x="894" y="827"/>
                    <a:pt x="932" y="551"/>
                    <a:pt x="919" y="356"/>
                  </a:cubicBezTo>
                  <a:cubicBezTo>
                    <a:pt x="906" y="158"/>
                    <a:pt x="853" y="41"/>
                    <a:pt x="894" y="13"/>
                  </a:cubicBezTo>
                  <a:cubicBezTo>
                    <a:pt x="906" y="0"/>
                    <a:pt x="932" y="25"/>
                    <a:pt x="972" y="79"/>
                  </a:cubicBezTo>
                  <a:cubicBezTo>
                    <a:pt x="1010" y="120"/>
                    <a:pt x="1064" y="211"/>
                    <a:pt x="1089" y="315"/>
                  </a:cubicBezTo>
                  <a:cubicBezTo>
                    <a:pt x="1130" y="434"/>
                    <a:pt x="1142" y="576"/>
                    <a:pt x="1114" y="733"/>
                  </a:cubicBezTo>
                  <a:cubicBezTo>
                    <a:pt x="1089" y="890"/>
                    <a:pt x="1023" y="1063"/>
                    <a:pt x="906" y="1221"/>
                  </a:cubicBezTo>
                  <a:cubicBezTo>
                    <a:pt x="840" y="1284"/>
                    <a:pt x="774" y="1362"/>
                    <a:pt x="683" y="1416"/>
                  </a:cubicBezTo>
                  <a:cubicBezTo>
                    <a:pt x="642" y="1441"/>
                    <a:pt x="604" y="1482"/>
                    <a:pt x="551" y="1494"/>
                  </a:cubicBezTo>
                  <a:cubicBezTo>
                    <a:pt x="513" y="1519"/>
                    <a:pt x="447" y="1548"/>
                    <a:pt x="406" y="1560"/>
                  </a:cubicBezTo>
                  <a:cubicBezTo>
                    <a:pt x="369" y="1573"/>
                    <a:pt x="343" y="1585"/>
                    <a:pt x="315" y="1598"/>
                  </a:cubicBezTo>
                  <a:cubicBezTo>
                    <a:pt x="290" y="1626"/>
                    <a:pt x="277" y="1652"/>
                    <a:pt x="249" y="1692"/>
                  </a:cubicBezTo>
                  <a:cubicBezTo>
                    <a:pt x="211" y="1755"/>
                    <a:pt x="186" y="1834"/>
                    <a:pt x="170" y="1913"/>
                  </a:cubicBezTo>
                  <a:cubicBezTo>
                    <a:pt x="133" y="2070"/>
                    <a:pt x="145" y="2215"/>
                    <a:pt x="170" y="2321"/>
                  </a:cubicBezTo>
                  <a:cubicBezTo>
                    <a:pt x="186" y="2425"/>
                    <a:pt x="211" y="2491"/>
                    <a:pt x="199" y="249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6" name="Google Shape;1276;p28"/>
            <p:cNvSpPr/>
            <p:nvPr/>
          </p:nvSpPr>
          <p:spPr>
            <a:xfrm>
              <a:off x="6222494" y="3658858"/>
              <a:ext cx="145234" cy="145501"/>
            </a:xfrm>
            <a:custGeom>
              <a:rect b="b" l="l" r="r" t="t"/>
              <a:pathLst>
                <a:path extrusionOk="0" h="2182" w="2178">
                  <a:moveTo>
                    <a:pt x="818" y="1"/>
                  </a:moveTo>
                  <a:cubicBezTo>
                    <a:pt x="674" y="1"/>
                    <a:pt x="536" y="40"/>
                    <a:pt x="419" y="123"/>
                  </a:cubicBezTo>
                  <a:cubicBezTo>
                    <a:pt x="26" y="396"/>
                    <a:pt x="1" y="1054"/>
                    <a:pt x="381" y="1588"/>
                  </a:cubicBezTo>
                  <a:cubicBezTo>
                    <a:pt x="637" y="1966"/>
                    <a:pt x="1017" y="2182"/>
                    <a:pt x="1357" y="2182"/>
                  </a:cubicBezTo>
                  <a:cubicBezTo>
                    <a:pt x="1501" y="2182"/>
                    <a:pt x="1638" y="2143"/>
                    <a:pt x="1756" y="2060"/>
                  </a:cubicBezTo>
                  <a:cubicBezTo>
                    <a:pt x="2149" y="1787"/>
                    <a:pt x="2177" y="1132"/>
                    <a:pt x="1797" y="594"/>
                  </a:cubicBezTo>
                  <a:cubicBezTo>
                    <a:pt x="1539" y="217"/>
                    <a:pt x="1158" y="1"/>
                    <a:pt x="8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7" name="Google Shape;1277;p28"/>
            <p:cNvSpPr/>
            <p:nvPr/>
          </p:nvSpPr>
          <p:spPr>
            <a:xfrm>
              <a:off x="6253102" y="3673929"/>
              <a:ext cx="92622" cy="105758"/>
            </a:xfrm>
            <a:custGeom>
              <a:rect b="b" l="l" r="r" t="t"/>
              <a:pathLst>
                <a:path extrusionOk="0" h="1586" w="1389">
                  <a:moveTo>
                    <a:pt x="117" y="0"/>
                  </a:moveTo>
                  <a:cubicBezTo>
                    <a:pt x="130" y="0"/>
                    <a:pt x="130" y="54"/>
                    <a:pt x="130" y="145"/>
                  </a:cubicBezTo>
                  <a:cubicBezTo>
                    <a:pt x="130" y="224"/>
                    <a:pt x="130" y="340"/>
                    <a:pt x="171" y="460"/>
                  </a:cubicBezTo>
                  <a:cubicBezTo>
                    <a:pt x="209" y="576"/>
                    <a:pt x="303" y="683"/>
                    <a:pt x="407" y="733"/>
                  </a:cubicBezTo>
                  <a:cubicBezTo>
                    <a:pt x="444" y="762"/>
                    <a:pt x="498" y="762"/>
                    <a:pt x="577" y="774"/>
                  </a:cubicBezTo>
                  <a:cubicBezTo>
                    <a:pt x="643" y="774"/>
                    <a:pt x="721" y="774"/>
                    <a:pt x="800" y="799"/>
                  </a:cubicBezTo>
                  <a:cubicBezTo>
                    <a:pt x="945" y="828"/>
                    <a:pt x="1074" y="906"/>
                    <a:pt x="1168" y="985"/>
                  </a:cubicBezTo>
                  <a:cubicBezTo>
                    <a:pt x="1218" y="1035"/>
                    <a:pt x="1259" y="1076"/>
                    <a:pt x="1297" y="1126"/>
                  </a:cubicBezTo>
                  <a:cubicBezTo>
                    <a:pt x="1325" y="1180"/>
                    <a:pt x="1350" y="1233"/>
                    <a:pt x="1363" y="1284"/>
                  </a:cubicBezTo>
                  <a:cubicBezTo>
                    <a:pt x="1388" y="1391"/>
                    <a:pt x="1375" y="1482"/>
                    <a:pt x="1338" y="1535"/>
                  </a:cubicBezTo>
                  <a:cubicBezTo>
                    <a:pt x="1297" y="1586"/>
                    <a:pt x="1259" y="1586"/>
                    <a:pt x="1247" y="1573"/>
                  </a:cubicBezTo>
                  <a:cubicBezTo>
                    <a:pt x="1231" y="1561"/>
                    <a:pt x="1231" y="1535"/>
                    <a:pt x="1231" y="1494"/>
                  </a:cubicBezTo>
                  <a:cubicBezTo>
                    <a:pt x="1231" y="1457"/>
                    <a:pt x="1231" y="1416"/>
                    <a:pt x="1193" y="1350"/>
                  </a:cubicBezTo>
                  <a:cubicBezTo>
                    <a:pt x="1168" y="1299"/>
                    <a:pt x="1114" y="1233"/>
                    <a:pt x="1023" y="1167"/>
                  </a:cubicBezTo>
                  <a:cubicBezTo>
                    <a:pt x="945" y="1114"/>
                    <a:pt x="853" y="1064"/>
                    <a:pt x="734" y="1035"/>
                  </a:cubicBezTo>
                  <a:cubicBezTo>
                    <a:pt x="680" y="1023"/>
                    <a:pt x="630" y="1010"/>
                    <a:pt x="551" y="1010"/>
                  </a:cubicBezTo>
                  <a:cubicBezTo>
                    <a:pt x="523" y="998"/>
                    <a:pt x="473" y="998"/>
                    <a:pt x="432" y="985"/>
                  </a:cubicBezTo>
                  <a:cubicBezTo>
                    <a:pt x="394" y="969"/>
                    <a:pt x="341" y="957"/>
                    <a:pt x="303" y="931"/>
                  </a:cubicBezTo>
                  <a:cubicBezTo>
                    <a:pt x="130" y="828"/>
                    <a:pt x="39" y="655"/>
                    <a:pt x="26" y="497"/>
                  </a:cubicBezTo>
                  <a:cubicBezTo>
                    <a:pt x="1" y="340"/>
                    <a:pt x="26" y="211"/>
                    <a:pt x="51" y="133"/>
                  </a:cubicBezTo>
                  <a:cubicBezTo>
                    <a:pt x="80" y="41"/>
                    <a:pt x="105" y="0"/>
                    <a:pt x="117"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8" name="Google Shape;1278;p28"/>
            <p:cNvSpPr/>
            <p:nvPr/>
          </p:nvSpPr>
          <p:spPr>
            <a:xfrm>
              <a:off x="6892797" y="4209397"/>
              <a:ext cx="221986" cy="121962"/>
            </a:xfrm>
            <a:custGeom>
              <a:rect b="b" l="l" r="r" t="t"/>
              <a:pathLst>
                <a:path extrusionOk="0" h="1829" w="3329">
                  <a:moveTo>
                    <a:pt x="2135" y="0"/>
                  </a:moveTo>
                  <a:cubicBezTo>
                    <a:pt x="1984" y="0"/>
                    <a:pt x="1822" y="7"/>
                    <a:pt x="1652" y="16"/>
                  </a:cubicBezTo>
                  <a:cubicBezTo>
                    <a:pt x="759" y="82"/>
                    <a:pt x="1" y="202"/>
                    <a:pt x="39" y="818"/>
                  </a:cubicBezTo>
                  <a:cubicBezTo>
                    <a:pt x="77" y="1398"/>
                    <a:pt x="757" y="1829"/>
                    <a:pt x="1586" y="1829"/>
                  </a:cubicBezTo>
                  <a:cubicBezTo>
                    <a:pt x="1634" y="1829"/>
                    <a:pt x="1682" y="1827"/>
                    <a:pt x="1731" y="1824"/>
                  </a:cubicBezTo>
                  <a:cubicBezTo>
                    <a:pt x="2633" y="1774"/>
                    <a:pt x="3329" y="1236"/>
                    <a:pt x="3291" y="620"/>
                  </a:cubicBezTo>
                  <a:cubicBezTo>
                    <a:pt x="3258" y="119"/>
                    <a:pt x="2793" y="0"/>
                    <a:pt x="213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9" name="Google Shape;1279;p28"/>
            <p:cNvSpPr/>
            <p:nvPr/>
          </p:nvSpPr>
          <p:spPr>
            <a:xfrm>
              <a:off x="6911068" y="4234937"/>
              <a:ext cx="178376" cy="29874"/>
            </a:xfrm>
            <a:custGeom>
              <a:rect b="b" l="l" r="r" t="t"/>
              <a:pathLst>
                <a:path extrusionOk="0" h="448" w="2675">
                  <a:moveTo>
                    <a:pt x="13" y="146"/>
                  </a:moveTo>
                  <a:cubicBezTo>
                    <a:pt x="13" y="146"/>
                    <a:pt x="79" y="171"/>
                    <a:pt x="170" y="183"/>
                  </a:cubicBezTo>
                  <a:cubicBezTo>
                    <a:pt x="265" y="212"/>
                    <a:pt x="394" y="224"/>
                    <a:pt x="564" y="224"/>
                  </a:cubicBezTo>
                  <a:cubicBezTo>
                    <a:pt x="878" y="224"/>
                    <a:pt x="1271" y="199"/>
                    <a:pt x="1561" y="158"/>
                  </a:cubicBezTo>
                  <a:cubicBezTo>
                    <a:pt x="2164" y="92"/>
                    <a:pt x="2649" y="1"/>
                    <a:pt x="2661" y="67"/>
                  </a:cubicBezTo>
                  <a:cubicBezTo>
                    <a:pt x="2674" y="105"/>
                    <a:pt x="2570" y="171"/>
                    <a:pt x="2372" y="237"/>
                  </a:cubicBezTo>
                  <a:cubicBezTo>
                    <a:pt x="2190" y="303"/>
                    <a:pt x="1916" y="369"/>
                    <a:pt x="1586" y="407"/>
                  </a:cubicBezTo>
                  <a:cubicBezTo>
                    <a:pt x="1287" y="448"/>
                    <a:pt x="878" y="435"/>
                    <a:pt x="551" y="382"/>
                  </a:cubicBezTo>
                  <a:cubicBezTo>
                    <a:pt x="381" y="356"/>
                    <a:pt x="236" y="315"/>
                    <a:pt x="145" y="262"/>
                  </a:cubicBezTo>
                  <a:cubicBezTo>
                    <a:pt x="41" y="212"/>
                    <a:pt x="1" y="158"/>
                    <a:pt x="13" y="14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0" name="Google Shape;1280;p28"/>
            <p:cNvSpPr/>
            <p:nvPr/>
          </p:nvSpPr>
          <p:spPr>
            <a:xfrm>
              <a:off x="6762564" y="4364503"/>
              <a:ext cx="153837" cy="176242"/>
            </a:xfrm>
            <a:custGeom>
              <a:rect b="b" l="l" r="r" t="t"/>
              <a:pathLst>
                <a:path extrusionOk="0" h="2643" w="2307">
                  <a:moveTo>
                    <a:pt x="959" y="0"/>
                  </a:moveTo>
                  <a:cubicBezTo>
                    <a:pt x="883" y="0"/>
                    <a:pt x="807" y="12"/>
                    <a:pt x="734" y="36"/>
                  </a:cubicBezTo>
                  <a:cubicBezTo>
                    <a:pt x="224" y="206"/>
                    <a:pt x="1" y="914"/>
                    <a:pt x="237" y="1637"/>
                  </a:cubicBezTo>
                  <a:cubicBezTo>
                    <a:pt x="438" y="2241"/>
                    <a:pt x="907" y="2643"/>
                    <a:pt x="1356" y="2643"/>
                  </a:cubicBezTo>
                  <a:cubicBezTo>
                    <a:pt x="1434" y="2643"/>
                    <a:pt x="1511" y="2631"/>
                    <a:pt x="1586" y="2606"/>
                  </a:cubicBezTo>
                  <a:cubicBezTo>
                    <a:pt x="2083" y="2436"/>
                    <a:pt x="2306" y="1728"/>
                    <a:pt x="2083" y="1021"/>
                  </a:cubicBezTo>
                  <a:cubicBezTo>
                    <a:pt x="1881" y="415"/>
                    <a:pt x="1411" y="0"/>
                    <a:pt x="959"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1" name="Google Shape;1281;p28"/>
            <p:cNvSpPr/>
            <p:nvPr/>
          </p:nvSpPr>
          <p:spPr>
            <a:xfrm>
              <a:off x="6427813" y="3715672"/>
              <a:ext cx="221986" cy="121962"/>
            </a:xfrm>
            <a:custGeom>
              <a:rect b="b" l="l" r="r" t="t"/>
              <a:pathLst>
                <a:path extrusionOk="0" h="1829" w="3329">
                  <a:moveTo>
                    <a:pt x="2145" y="0"/>
                  </a:moveTo>
                  <a:cubicBezTo>
                    <a:pt x="1993" y="0"/>
                    <a:pt x="1832" y="7"/>
                    <a:pt x="1665" y="16"/>
                  </a:cubicBezTo>
                  <a:cubicBezTo>
                    <a:pt x="762" y="82"/>
                    <a:pt x="1" y="202"/>
                    <a:pt x="42" y="815"/>
                  </a:cubicBezTo>
                  <a:cubicBezTo>
                    <a:pt x="78" y="1398"/>
                    <a:pt x="760" y="1829"/>
                    <a:pt x="1587" y="1829"/>
                  </a:cubicBezTo>
                  <a:cubicBezTo>
                    <a:pt x="1634" y="1829"/>
                    <a:pt x="1682" y="1828"/>
                    <a:pt x="1731" y="1825"/>
                  </a:cubicBezTo>
                  <a:cubicBezTo>
                    <a:pt x="2637" y="1774"/>
                    <a:pt x="3329" y="1236"/>
                    <a:pt x="3303" y="620"/>
                  </a:cubicBezTo>
                  <a:cubicBezTo>
                    <a:pt x="3273" y="119"/>
                    <a:pt x="2800" y="0"/>
                    <a:pt x="214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2" name="Google Shape;1282;p28"/>
            <p:cNvSpPr/>
            <p:nvPr/>
          </p:nvSpPr>
          <p:spPr>
            <a:xfrm>
              <a:off x="6446284" y="3741279"/>
              <a:ext cx="179176" cy="29807"/>
            </a:xfrm>
            <a:custGeom>
              <a:rect b="b" l="l" r="r" t="t"/>
              <a:pathLst>
                <a:path extrusionOk="0" h="447" w="2687">
                  <a:moveTo>
                    <a:pt x="13" y="145"/>
                  </a:moveTo>
                  <a:cubicBezTo>
                    <a:pt x="26" y="145"/>
                    <a:pt x="79" y="170"/>
                    <a:pt x="171" y="183"/>
                  </a:cubicBezTo>
                  <a:cubicBezTo>
                    <a:pt x="262" y="211"/>
                    <a:pt x="406" y="223"/>
                    <a:pt x="564" y="223"/>
                  </a:cubicBezTo>
                  <a:cubicBezTo>
                    <a:pt x="878" y="223"/>
                    <a:pt x="1271" y="195"/>
                    <a:pt x="1558" y="157"/>
                  </a:cubicBezTo>
                  <a:cubicBezTo>
                    <a:pt x="2162" y="91"/>
                    <a:pt x="2646" y="0"/>
                    <a:pt x="2674" y="66"/>
                  </a:cubicBezTo>
                  <a:cubicBezTo>
                    <a:pt x="2687" y="104"/>
                    <a:pt x="2567" y="170"/>
                    <a:pt x="2385" y="236"/>
                  </a:cubicBezTo>
                  <a:cubicBezTo>
                    <a:pt x="2187" y="302"/>
                    <a:pt x="1913" y="368"/>
                    <a:pt x="1599" y="406"/>
                  </a:cubicBezTo>
                  <a:cubicBezTo>
                    <a:pt x="1284" y="447"/>
                    <a:pt x="878" y="431"/>
                    <a:pt x="551" y="381"/>
                  </a:cubicBezTo>
                  <a:cubicBezTo>
                    <a:pt x="394" y="352"/>
                    <a:pt x="237" y="315"/>
                    <a:pt x="142" y="261"/>
                  </a:cubicBezTo>
                  <a:cubicBezTo>
                    <a:pt x="51" y="211"/>
                    <a:pt x="1" y="157"/>
                    <a:pt x="13" y="14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3" name="Google Shape;1283;p28"/>
            <p:cNvSpPr/>
            <p:nvPr/>
          </p:nvSpPr>
          <p:spPr>
            <a:xfrm>
              <a:off x="6506499" y="4124042"/>
              <a:ext cx="178309" cy="183510"/>
            </a:xfrm>
            <a:custGeom>
              <a:rect b="b" l="l" r="r" t="t"/>
              <a:pathLst>
                <a:path extrusionOk="0" h="2752" w="2674">
                  <a:moveTo>
                    <a:pt x="1648" y="0"/>
                  </a:moveTo>
                  <a:cubicBezTo>
                    <a:pt x="1202" y="0"/>
                    <a:pt x="703" y="315"/>
                    <a:pt x="406" y="840"/>
                  </a:cubicBezTo>
                  <a:cubicBezTo>
                    <a:pt x="0" y="1548"/>
                    <a:pt x="104" y="2346"/>
                    <a:pt x="617" y="2648"/>
                  </a:cubicBezTo>
                  <a:cubicBezTo>
                    <a:pt x="742" y="2719"/>
                    <a:pt x="881" y="2752"/>
                    <a:pt x="1026" y="2752"/>
                  </a:cubicBezTo>
                  <a:cubicBezTo>
                    <a:pt x="1472" y="2752"/>
                    <a:pt x="1971" y="2437"/>
                    <a:pt x="2268" y="1912"/>
                  </a:cubicBezTo>
                  <a:cubicBezTo>
                    <a:pt x="2674" y="1205"/>
                    <a:pt x="2570" y="406"/>
                    <a:pt x="2057" y="104"/>
                  </a:cubicBezTo>
                  <a:cubicBezTo>
                    <a:pt x="1932" y="34"/>
                    <a:pt x="1793" y="0"/>
                    <a:pt x="164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4" name="Google Shape;1284;p28"/>
            <p:cNvSpPr/>
            <p:nvPr/>
          </p:nvSpPr>
          <p:spPr>
            <a:xfrm>
              <a:off x="6555378" y="4153783"/>
              <a:ext cx="83953" cy="133698"/>
            </a:xfrm>
            <a:custGeom>
              <a:rect b="b" l="l" r="r" t="t"/>
              <a:pathLst>
                <a:path extrusionOk="0" h="2005" w="1259">
                  <a:moveTo>
                    <a:pt x="0" y="1992"/>
                  </a:moveTo>
                  <a:cubicBezTo>
                    <a:pt x="0" y="1979"/>
                    <a:pt x="54" y="1951"/>
                    <a:pt x="132" y="1900"/>
                  </a:cubicBezTo>
                  <a:cubicBezTo>
                    <a:pt x="198" y="1847"/>
                    <a:pt x="302" y="1756"/>
                    <a:pt x="381" y="1636"/>
                  </a:cubicBezTo>
                  <a:cubicBezTo>
                    <a:pt x="459" y="1520"/>
                    <a:pt x="526" y="1375"/>
                    <a:pt x="551" y="1231"/>
                  </a:cubicBezTo>
                  <a:cubicBezTo>
                    <a:pt x="566" y="1086"/>
                    <a:pt x="538" y="916"/>
                    <a:pt x="538" y="771"/>
                  </a:cubicBezTo>
                  <a:cubicBezTo>
                    <a:pt x="538" y="614"/>
                    <a:pt x="551" y="457"/>
                    <a:pt x="617" y="315"/>
                  </a:cubicBezTo>
                  <a:cubicBezTo>
                    <a:pt x="658" y="249"/>
                    <a:pt x="695" y="183"/>
                    <a:pt x="749" y="130"/>
                  </a:cubicBezTo>
                  <a:cubicBezTo>
                    <a:pt x="802" y="92"/>
                    <a:pt x="865" y="51"/>
                    <a:pt x="919" y="38"/>
                  </a:cubicBezTo>
                  <a:cubicBezTo>
                    <a:pt x="1038" y="1"/>
                    <a:pt x="1129" y="26"/>
                    <a:pt x="1195" y="51"/>
                  </a:cubicBezTo>
                  <a:cubicBezTo>
                    <a:pt x="1246" y="92"/>
                    <a:pt x="1258" y="130"/>
                    <a:pt x="1246" y="142"/>
                  </a:cubicBezTo>
                  <a:cubicBezTo>
                    <a:pt x="1233" y="171"/>
                    <a:pt x="1129" y="130"/>
                    <a:pt x="997" y="208"/>
                  </a:cubicBezTo>
                  <a:cubicBezTo>
                    <a:pt x="931" y="249"/>
                    <a:pt x="865" y="300"/>
                    <a:pt x="840" y="406"/>
                  </a:cubicBezTo>
                  <a:cubicBezTo>
                    <a:pt x="802" y="498"/>
                    <a:pt x="787" y="630"/>
                    <a:pt x="787" y="759"/>
                  </a:cubicBezTo>
                  <a:cubicBezTo>
                    <a:pt x="787" y="903"/>
                    <a:pt x="802" y="1073"/>
                    <a:pt x="761" y="1271"/>
                  </a:cubicBezTo>
                  <a:cubicBezTo>
                    <a:pt x="724" y="1454"/>
                    <a:pt x="617" y="1624"/>
                    <a:pt x="500" y="1743"/>
                  </a:cubicBezTo>
                  <a:cubicBezTo>
                    <a:pt x="393" y="1860"/>
                    <a:pt x="264" y="1938"/>
                    <a:pt x="158" y="1966"/>
                  </a:cubicBezTo>
                  <a:cubicBezTo>
                    <a:pt x="66" y="2004"/>
                    <a:pt x="0" y="2004"/>
                    <a:pt x="0" y="199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5" name="Google Shape;1285;p28"/>
            <p:cNvSpPr/>
            <p:nvPr/>
          </p:nvSpPr>
          <p:spPr>
            <a:xfrm>
              <a:off x="6734690" y="3844772"/>
              <a:ext cx="181710" cy="176642"/>
            </a:xfrm>
            <a:custGeom>
              <a:rect b="b" l="l" r="r" t="t"/>
              <a:pathLst>
                <a:path extrusionOk="0" h="2649" w="2725">
                  <a:moveTo>
                    <a:pt x="1001" y="0"/>
                  </a:moveTo>
                  <a:cubicBezTo>
                    <a:pt x="800" y="0"/>
                    <a:pt x="611" y="57"/>
                    <a:pt x="456" y="178"/>
                  </a:cubicBezTo>
                  <a:cubicBezTo>
                    <a:pt x="0" y="546"/>
                    <a:pt x="13" y="1345"/>
                    <a:pt x="510" y="1986"/>
                  </a:cubicBezTo>
                  <a:cubicBezTo>
                    <a:pt x="844" y="2409"/>
                    <a:pt x="1303" y="2649"/>
                    <a:pt x="1711" y="2649"/>
                  </a:cubicBezTo>
                  <a:cubicBezTo>
                    <a:pt x="1910" y="2649"/>
                    <a:pt x="2098" y="2592"/>
                    <a:pt x="2252" y="2471"/>
                  </a:cubicBezTo>
                  <a:cubicBezTo>
                    <a:pt x="2724" y="2103"/>
                    <a:pt x="2699" y="1304"/>
                    <a:pt x="2202" y="662"/>
                  </a:cubicBezTo>
                  <a:cubicBezTo>
                    <a:pt x="1875" y="240"/>
                    <a:pt x="1412" y="0"/>
                    <a:pt x="100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8"/>
            <p:cNvSpPr/>
            <p:nvPr/>
          </p:nvSpPr>
          <p:spPr>
            <a:xfrm>
              <a:off x="6778301" y="3872312"/>
              <a:ext cx="99690" cy="125096"/>
            </a:xfrm>
            <a:custGeom>
              <a:rect b="b" l="l" r="r" t="t"/>
              <a:pathLst>
                <a:path extrusionOk="0" h="1876" w="1495">
                  <a:moveTo>
                    <a:pt x="1454" y="1875"/>
                  </a:moveTo>
                  <a:cubicBezTo>
                    <a:pt x="1441" y="1875"/>
                    <a:pt x="1441" y="1809"/>
                    <a:pt x="1416" y="1718"/>
                  </a:cubicBezTo>
                  <a:cubicBezTo>
                    <a:pt x="1391" y="1627"/>
                    <a:pt x="1350" y="1507"/>
                    <a:pt x="1271" y="1391"/>
                  </a:cubicBezTo>
                  <a:cubicBezTo>
                    <a:pt x="1205" y="1272"/>
                    <a:pt x="1089" y="1155"/>
                    <a:pt x="957" y="1077"/>
                  </a:cubicBezTo>
                  <a:cubicBezTo>
                    <a:pt x="825" y="1010"/>
                    <a:pt x="667" y="970"/>
                    <a:pt x="538" y="904"/>
                  </a:cubicBezTo>
                  <a:cubicBezTo>
                    <a:pt x="394" y="853"/>
                    <a:pt x="249" y="775"/>
                    <a:pt x="145" y="668"/>
                  </a:cubicBezTo>
                  <a:cubicBezTo>
                    <a:pt x="92" y="605"/>
                    <a:pt x="54" y="539"/>
                    <a:pt x="26" y="473"/>
                  </a:cubicBezTo>
                  <a:cubicBezTo>
                    <a:pt x="1" y="407"/>
                    <a:pt x="1" y="341"/>
                    <a:pt x="1" y="275"/>
                  </a:cubicBezTo>
                  <a:cubicBezTo>
                    <a:pt x="13" y="158"/>
                    <a:pt x="67" y="79"/>
                    <a:pt x="117" y="39"/>
                  </a:cubicBezTo>
                  <a:cubicBezTo>
                    <a:pt x="170" y="1"/>
                    <a:pt x="211" y="1"/>
                    <a:pt x="224" y="13"/>
                  </a:cubicBezTo>
                  <a:cubicBezTo>
                    <a:pt x="249" y="54"/>
                    <a:pt x="170" y="117"/>
                    <a:pt x="183" y="275"/>
                  </a:cubicBezTo>
                  <a:cubicBezTo>
                    <a:pt x="196" y="353"/>
                    <a:pt x="224" y="419"/>
                    <a:pt x="303" y="498"/>
                  </a:cubicBezTo>
                  <a:cubicBezTo>
                    <a:pt x="381" y="564"/>
                    <a:pt x="485" y="630"/>
                    <a:pt x="617" y="683"/>
                  </a:cubicBezTo>
                  <a:cubicBezTo>
                    <a:pt x="746" y="734"/>
                    <a:pt x="919" y="787"/>
                    <a:pt x="1076" y="891"/>
                  </a:cubicBezTo>
                  <a:cubicBezTo>
                    <a:pt x="1234" y="1010"/>
                    <a:pt x="1350" y="1155"/>
                    <a:pt x="1416" y="1312"/>
                  </a:cubicBezTo>
                  <a:cubicBezTo>
                    <a:pt x="1482" y="1470"/>
                    <a:pt x="1495" y="1611"/>
                    <a:pt x="1495" y="1718"/>
                  </a:cubicBezTo>
                  <a:cubicBezTo>
                    <a:pt x="1495" y="1822"/>
                    <a:pt x="1469" y="1875"/>
                    <a:pt x="1454" y="187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7" name="Google Shape;1287;p28"/>
            <p:cNvSpPr/>
            <p:nvPr/>
          </p:nvSpPr>
          <p:spPr>
            <a:xfrm>
              <a:off x="6604457" y="4272480"/>
              <a:ext cx="229921" cy="157037"/>
            </a:xfrm>
            <a:custGeom>
              <a:rect b="b" l="l" r="r" t="t"/>
              <a:pathLst>
                <a:path extrusionOk="0" h="2355" w="3448">
                  <a:moveTo>
                    <a:pt x="2208" y="0"/>
                  </a:moveTo>
                  <a:cubicBezTo>
                    <a:pt x="1885" y="0"/>
                    <a:pt x="1523" y="95"/>
                    <a:pt x="1180" y="290"/>
                  </a:cubicBezTo>
                  <a:cubicBezTo>
                    <a:pt x="393" y="737"/>
                    <a:pt x="0" y="1523"/>
                    <a:pt x="302" y="2058"/>
                  </a:cubicBezTo>
                  <a:cubicBezTo>
                    <a:pt x="419" y="2269"/>
                    <a:pt x="589" y="2355"/>
                    <a:pt x="800" y="2355"/>
                  </a:cubicBezTo>
                  <a:cubicBezTo>
                    <a:pt x="1128" y="2355"/>
                    <a:pt x="1554" y="2147"/>
                    <a:pt x="2032" y="1875"/>
                  </a:cubicBezTo>
                  <a:cubicBezTo>
                    <a:pt x="2818" y="1429"/>
                    <a:pt x="3447" y="985"/>
                    <a:pt x="3145" y="460"/>
                  </a:cubicBezTo>
                  <a:cubicBezTo>
                    <a:pt x="2976" y="157"/>
                    <a:pt x="2623" y="0"/>
                    <a:pt x="220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8" name="Google Shape;1288;p28"/>
            <p:cNvSpPr/>
            <p:nvPr/>
          </p:nvSpPr>
          <p:spPr>
            <a:xfrm>
              <a:off x="6648935" y="4324093"/>
              <a:ext cx="158171" cy="89221"/>
            </a:xfrm>
            <a:custGeom>
              <a:rect b="b" l="l" r="r" t="t"/>
              <a:pathLst>
                <a:path extrusionOk="0" h="1338" w="2372">
                  <a:moveTo>
                    <a:pt x="2372" y="42"/>
                  </a:moveTo>
                  <a:cubicBezTo>
                    <a:pt x="2372" y="54"/>
                    <a:pt x="2309" y="54"/>
                    <a:pt x="2214" y="79"/>
                  </a:cubicBezTo>
                  <a:cubicBezTo>
                    <a:pt x="2123" y="104"/>
                    <a:pt x="1994" y="145"/>
                    <a:pt x="1849" y="224"/>
                  </a:cubicBezTo>
                  <a:cubicBezTo>
                    <a:pt x="1560" y="356"/>
                    <a:pt x="1220" y="551"/>
                    <a:pt x="972" y="708"/>
                  </a:cubicBezTo>
                  <a:cubicBezTo>
                    <a:pt x="459" y="1048"/>
                    <a:pt x="79" y="1337"/>
                    <a:pt x="28" y="1284"/>
                  </a:cubicBezTo>
                  <a:cubicBezTo>
                    <a:pt x="0" y="1246"/>
                    <a:pt x="66" y="1142"/>
                    <a:pt x="211" y="998"/>
                  </a:cubicBezTo>
                  <a:cubicBezTo>
                    <a:pt x="355" y="853"/>
                    <a:pt x="563" y="683"/>
                    <a:pt x="840" y="513"/>
                  </a:cubicBezTo>
                  <a:cubicBezTo>
                    <a:pt x="1101" y="340"/>
                    <a:pt x="1481" y="170"/>
                    <a:pt x="1796" y="79"/>
                  </a:cubicBezTo>
                  <a:cubicBezTo>
                    <a:pt x="1941" y="26"/>
                    <a:pt x="2098" y="1"/>
                    <a:pt x="2202" y="1"/>
                  </a:cubicBezTo>
                  <a:cubicBezTo>
                    <a:pt x="2321" y="1"/>
                    <a:pt x="2372" y="42"/>
                    <a:pt x="2372" y="4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9" name="Google Shape;1289;p28"/>
            <p:cNvSpPr/>
            <p:nvPr/>
          </p:nvSpPr>
          <p:spPr>
            <a:xfrm>
              <a:off x="6692746" y="4029819"/>
              <a:ext cx="177309" cy="157637"/>
            </a:xfrm>
            <a:custGeom>
              <a:rect b="b" l="l" r="r" t="t"/>
              <a:pathLst>
                <a:path extrusionOk="0" h="2364" w="2659">
                  <a:moveTo>
                    <a:pt x="948" y="0"/>
                  </a:moveTo>
                  <a:cubicBezTo>
                    <a:pt x="728" y="0"/>
                    <a:pt x="528" y="68"/>
                    <a:pt x="378" y="209"/>
                  </a:cubicBezTo>
                  <a:cubicBezTo>
                    <a:pt x="0" y="586"/>
                    <a:pt x="117" y="1322"/>
                    <a:pt x="629" y="1860"/>
                  </a:cubicBezTo>
                  <a:cubicBezTo>
                    <a:pt x="949" y="2187"/>
                    <a:pt x="1350" y="2364"/>
                    <a:pt x="1702" y="2364"/>
                  </a:cubicBezTo>
                  <a:cubicBezTo>
                    <a:pt x="1925" y="2364"/>
                    <a:pt x="2128" y="2293"/>
                    <a:pt x="2281" y="2146"/>
                  </a:cubicBezTo>
                  <a:cubicBezTo>
                    <a:pt x="2658" y="1781"/>
                    <a:pt x="2542" y="1045"/>
                    <a:pt x="2029" y="507"/>
                  </a:cubicBezTo>
                  <a:cubicBezTo>
                    <a:pt x="1706" y="177"/>
                    <a:pt x="1302" y="0"/>
                    <a:pt x="948"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0" name="Google Shape;1290;p28"/>
            <p:cNvSpPr/>
            <p:nvPr/>
          </p:nvSpPr>
          <p:spPr>
            <a:xfrm>
              <a:off x="6475025" y="3886316"/>
              <a:ext cx="229921" cy="157104"/>
            </a:xfrm>
            <a:custGeom>
              <a:rect b="b" l="l" r="r" t="t"/>
              <a:pathLst>
                <a:path extrusionOk="0" h="2356" w="3448">
                  <a:moveTo>
                    <a:pt x="2202" y="0"/>
                  </a:moveTo>
                  <a:cubicBezTo>
                    <a:pt x="1878" y="0"/>
                    <a:pt x="1518" y="94"/>
                    <a:pt x="1180" y="288"/>
                  </a:cubicBezTo>
                  <a:cubicBezTo>
                    <a:pt x="394" y="734"/>
                    <a:pt x="1" y="1521"/>
                    <a:pt x="303" y="2059"/>
                  </a:cubicBezTo>
                  <a:cubicBezTo>
                    <a:pt x="421" y="2270"/>
                    <a:pt x="592" y="2355"/>
                    <a:pt x="803" y="2355"/>
                  </a:cubicBezTo>
                  <a:cubicBezTo>
                    <a:pt x="1131" y="2355"/>
                    <a:pt x="1555" y="2150"/>
                    <a:pt x="2032" y="1889"/>
                  </a:cubicBezTo>
                  <a:cubicBezTo>
                    <a:pt x="2819" y="1442"/>
                    <a:pt x="3448" y="995"/>
                    <a:pt x="3146" y="458"/>
                  </a:cubicBezTo>
                  <a:cubicBezTo>
                    <a:pt x="2976" y="156"/>
                    <a:pt x="2619" y="0"/>
                    <a:pt x="2202"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1" name="Google Shape;1291;p28"/>
            <p:cNvSpPr/>
            <p:nvPr/>
          </p:nvSpPr>
          <p:spPr>
            <a:xfrm>
              <a:off x="6519703" y="3937795"/>
              <a:ext cx="158238" cy="89155"/>
            </a:xfrm>
            <a:custGeom>
              <a:rect b="b" l="l" r="r" t="t"/>
              <a:pathLst>
                <a:path extrusionOk="0" h="1337" w="2373">
                  <a:moveTo>
                    <a:pt x="2372" y="54"/>
                  </a:moveTo>
                  <a:cubicBezTo>
                    <a:pt x="2372" y="66"/>
                    <a:pt x="2306" y="66"/>
                    <a:pt x="2215" y="79"/>
                  </a:cubicBezTo>
                  <a:cubicBezTo>
                    <a:pt x="2124" y="107"/>
                    <a:pt x="1992" y="157"/>
                    <a:pt x="1847" y="223"/>
                  </a:cubicBezTo>
                  <a:cubicBezTo>
                    <a:pt x="1557" y="368"/>
                    <a:pt x="1218" y="551"/>
                    <a:pt x="969" y="724"/>
                  </a:cubicBezTo>
                  <a:cubicBezTo>
                    <a:pt x="457" y="1051"/>
                    <a:pt x="79" y="1337"/>
                    <a:pt x="26" y="1287"/>
                  </a:cubicBezTo>
                  <a:cubicBezTo>
                    <a:pt x="1" y="1258"/>
                    <a:pt x="63" y="1154"/>
                    <a:pt x="208" y="1010"/>
                  </a:cubicBezTo>
                  <a:cubicBezTo>
                    <a:pt x="353" y="865"/>
                    <a:pt x="564" y="683"/>
                    <a:pt x="837" y="513"/>
                  </a:cubicBezTo>
                  <a:cubicBezTo>
                    <a:pt x="1101" y="343"/>
                    <a:pt x="1479" y="173"/>
                    <a:pt x="1793" y="79"/>
                  </a:cubicBezTo>
                  <a:cubicBezTo>
                    <a:pt x="1938" y="28"/>
                    <a:pt x="2095" y="0"/>
                    <a:pt x="2202" y="0"/>
                  </a:cubicBezTo>
                  <a:cubicBezTo>
                    <a:pt x="2319" y="16"/>
                    <a:pt x="2372" y="41"/>
                    <a:pt x="2372"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3">
  <p:cSld name="CUSTOM_7_1">
    <p:spTree>
      <p:nvGrpSpPr>
        <p:cNvPr id="1292" name="Shape 1292"/>
        <p:cNvGrpSpPr/>
        <p:nvPr/>
      </p:nvGrpSpPr>
      <p:grpSpPr>
        <a:xfrm>
          <a:off x="0" y="0"/>
          <a:ext cx="0" cy="0"/>
          <a:chOff x="0" y="0"/>
          <a:chExt cx="0" cy="0"/>
        </a:xfrm>
      </p:grpSpPr>
      <p:sp>
        <p:nvSpPr>
          <p:cNvPr id="1293" name="Google Shape;1293;p29"/>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294" name="Google Shape;1294;p29"/>
          <p:cNvSpPr txBox="1"/>
          <p:nvPr>
            <p:ph idx="1" type="subTitle"/>
          </p:nvPr>
        </p:nvSpPr>
        <p:spPr>
          <a:xfrm>
            <a:off x="1355925" y="3629984"/>
            <a:ext cx="1859700" cy="537300"/>
          </a:xfrm>
          <a:prstGeom prst="rect">
            <a:avLst/>
          </a:prstGeom>
        </p:spPr>
        <p:txBody>
          <a:bodyPr anchorCtr="0" anchor="t" bIns="91425" lIns="91425" spcFirstLastPara="1" rIns="91425" wrap="square" tIns="91425">
            <a:noAutofit/>
          </a:bodyPr>
          <a:lstStyle>
            <a:lvl1pPr lvl="0" marR="0" rtl="0" algn="ctr">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295" name="Google Shape;1295;p29"/>
          <p:cNvSpPr txBox="1"/>
          <p:nvPr>
            <p:ph idx="2" type="subTitle"/>
          </p:nvPr>
        </p:nvSpPr>
        <p:spPr>
          <a:xfrm>
            <a:off x="5934852" y="3629984"/>
            <a:ext cx="1859700" cy="537300"/>
          </a:xfrm>
          <a:prstGeom prst="rect">
            <a:avLst/>
          </a:prstGeom>
        </p:spPr>
        <p:txBody>
          <a:bodyPr anchorCtr="0" anchor="t" bIns="91425" lIns="91425" spcFirstLastPara="1" rIns="91425" wrap="square" tIns="91425">
            <a:noAutofit/>
          </a:bodyPr>
          <a:lstStyle>
            <a:lvl1pPr lvl="0" marR="0" rtl="0" algn="ctr">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296" name="Google Shape;1296;p29"/>
          <p:cNvSpPr txBox="1"/>
          <p:nvPr>
            <p:ph idx="3" type="subTitle"/>
          </p:nvPr>
        </p:nvSpPr>
        <p:spPr>
          <a:xfrm>
            <a:off x="3645376" y="3629984"/>
            <a:ext cx="1859700" cy="537300"/>
          </a:xfrm>
          <a:prstGeom prst="rect">
            <a:avLst/>
          </a:prstGeom>
        </p:spPr>
        <p:txBody>
          <a:bodyPr anchorCtr="0" anchor="t" bIns="91425" lIns="91425" spcFirstLastPara="1" rIns="91425" wrap="square" tIns="91425">
            <a:noAutofit/>
          </a:bodyPr>
          <a:lstStyle>
            <a:lvl1pPr lvl="0" marR="0" rtl="0" algn="ctr">
              <a:lnSpc>
                <a:spcPct val="100000"/>
              </a:lnSpc>
              <a:spcBef>
                <a:spcPts val="0"/>
              </a:spcBef>
              <a:spcAft>
                <a:spcPts val="0"/>
              </a:spcAft>
              <a:buSzPts val="1400"/>
              <a:buNone/>
              <a:defRPr/>
            </a:lvl1pPr>
            <a:lvl2pPr lvl="1" rtl="0">
              <a:lnSpc>
                <a:spcPct val="100000"/>
              </a:lnSpc>
              <a:spcBef>
                <a:spcPts val="0"/>
              </a:spcBef>
              <a:spcAft>
                <a:spcPts val="0"/>
              </a:spcAft>
              <a:buSzPts val="2100"/>
              <a:buNone/>
              <a:defRPr sz="2100"/>
            </a:lvl2pPr>
            <a:lvl3pPr lvl="2" rtl="0">
              <a:lnSpc>
                <a:spcPct val="100000"/>
              </a:lnSpc>
              <a:spcBef>
                <a:spcPts val="0"/>
              </a:spcBef>
              <a:spcAft>
                <a:spcPts val="0"/>
              </a:spcAft>
              <a:buSzPts val="2100"/>
              <a:buNone/>
              <a:defRPr sz="2100"/>
            </a:lvl3pPr>
            <a:lvl4pPr lvl="3" rtl="0">
              <a:lnSpc>
                <a:spcPct val="100000"/>
              </a:lnSpc>
              <a:spcBef>
                <a:spcPts val="0"/>
              </a:spcBef>
              <a:spcAft>
                <a:spcPts val="0"/>
              </a:spcAft>
              <a:buSzPts val="2100"/>
              <a:buNone/>
              <a:defRPr sz="2100"/>
            </a:lvl4pPr>
            <a:lvl5pPr lvl="4" rtl="0">
              <a:lnSpc>
                <a:spcPct val="100000"/>
              </a:lnSpc>
              <a:spcBef>
                <a:spcPts val="0"/>
              </a:spcBef>
              <a:spcAft>
                <a:spcPts val="0"/>
              </a:spcAft>
              <a:buSzPts val="2100"/>
              <a:buNone/>
              <a:defRPr sz="2100"/>
            </a:lvl5pPr>
            <a:lvl6pPr lvl="5" rtl="0">
              <a:lnSpc>
                <a:spcPct val="100000"/>
              </a:lnSpc>
              <a:spcBef>
                <a:spcPts val="0"/>
              </a:spcBef>
              <a:spcAft>
                <a:spcPts val="0"/>
              </a:spcAft>
              <a:buSzPts val="2100"/>
              <a:buNone/>
              <a:defRPr sz="2100"/>
            </a:lvl6pPr>
            <a:lvl7pPr lvl="6" rtl="0">
              <a:lnSpc>
                <a:spcPct val="100000"/>
              </a:lnSpc>
              <a:spcBef>
                <a:spcPts val="0"/>
              </a:spcBef>
              <a:spcAft>
                <a:spcPts val="0"/>
              </a:spcAft>
              <a:buSzPts val="2100"/>
              <a:buNone/>
              <a:defRPr sz="2100"/>
            </a:lvl7pPr>
            <a:lvl8pPr lvl="7" rtl="0">
              <a:lnSpc>
                <a:spcPct val="100000"/>
              </a:lnSpc>
              <a:spcBef>
                <a:spcPts val="0"/>
              </a:spcBef>
              <a:spcAft>
                <a:spcPts val="0"/>
              </a:spcAft>
              <a:buSzPts val="2100"/>
              <a:buNone/>
              <a:defRPr sz="2100"/>
            </a:lvl8pPr>
            <a:lvl9pPr lvl="8" rtl="0">
              <a:lnSpc>
                <a:spcPct val="100000"/>
              </a:lnSpc>
              <a:spcBef>
                <a:spcPts val="0"/>
              </a:spcBef>
              <a:spcAft>
                <a:spcPts val="0"/>
              </a:spcAft>
              <a:buSzPts val="2100"/>
              <a:buNone/>
              <a:defRPr sz="2100"/>
            </a:lvl9pPr>
          </a:lstStyle>
          <a:p/>
        </p:txBody>
      </p:sp>
      <p:sp>
        <p:nvSpPr>
          <p:cNvPr id="1297" name="Google Shape;1297;p29"/>
          <p:cNvSpPr txBox="1"/>
          <p:nvPr>
            <p:ph idx="4" type="subTitle"/>
          </p:nvPr>
        </p:nvSpPr>
        <p:spPr>
          <a:xfrm>
            <a:off x="1355925" y="3301450"/>
            <a:ext cx="18597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98" name="Google Shape;1298;p29"/>
          <p:cNvSpPr txBox="1"/>
          <p:nvPr>
            <p:ph idx="5" type="subTitle"/>
          </p:nvPr>
        </p:nvSpPr>
        <p:spPr>
          <a:xfrm>
            <a:off x="3645363" y="3301450"/>
            <a:ext cx="18597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299" name="Google Shape;1299;p29"/>
          <p:cNvSpPr txBox="1"/>
          <p:nvPr>
            <p:ph idx="6" type="subTitle"/>
          </p:nvPr>
        </p:nvSpPr>
        <p:spPr>
          <a:xfrm>
            <a:off x="5934837" y="3301450"/>
            <a:ext cx="18597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grpSp>
        <p:nvGrpSpPr>
          <p:cNvPr id="1300" name="Google Shape;1300;p29"/>
          <p:cNvGrpSpPr/>
          <p:nvPr/>
        </p:nvGrpSpPr>
        <p:grpSpPr>
          <a:xfrm>
            <a:off x="57852" y="68555"/>
            <a:ext cx="1512028" cy="1146220"/>
            <a:chOff x="475775" y="3784023"/>
            <a:chExt cx="1050384" cy="796263"/>
          </a:xfrm>
        </p:grpSpPr>
        <p:sp>
          <p:nvSpPr>
            <p:cNvPr id="1301" name="Google Shape;1301;p29"/>
            <p:cNvSpPr/>
            <p:nvPr/>
          </p:nvSpPr>
          <p:spPr>
            <a:xfrm>
              <a:off x="575400" y="3784023"/>
              <a:ext cx="950759" cy="762048"/>
            </a:xfrm>
            <a:custGeom>
              <a:rect b="b" l="l" r="r" t="t"/>
              <a:pathLst>
                <a:path extrusionOk="0" h="11428" w="14258">
                  <a:moveTo>
                    <a:pt x="4549" y="3357"/>
                  </a:moveTo>
                  <a:lnTo>
                    <a:pt x="2413" y="2397"/>
                  </a:lnTo>
                  <a:lnTo>
                    <a:pt x="1" y="7798"/>
                  </a:lnTo>
                  <a:lnTo>
                    <a:pt x="6750" y="10827"/>
                  </a:lnTo>
                  <a:lnTo>
                    <a:pt x="7313" y="9553"/>
                  </a:lnTo>
                  <a:lnTo>
                    <a:pt x="9279" y="11427"/>
                  </a:lnTo>
                  <a:lnTo>
                    <a:pt x="14258" y="6225"/>
                  </a:lnTo>
                  <a:lnTo>
                    <a:pt x="7760" y="1"/>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2" name="Google Shape;1302;p29"/>
            <p:cNvSpPr/>
            <p:nvPr/>
          </p:nvSpPr>
          <p:spPr>
            <a:xfrm>
              <a:off x="660955" y="3817165"/>
              <a:ext cx="766449" cy="763115"/>
            </a:xfrm>
            <a:custGeom>
              <a:rect b="b" l="l" r="r" t="t"/>
              <a:pathLst>
                <a:path extrusionOk="0" h="11444" w="11494">
                  <a:moveTo>
                    <a:pt x="4996" y="1"/>
                  </a:moveTo>
                  <a:lnTo>
                    <a:pt x="1" y="5219"/>
                  </a:lnTo>
                  <a:lnTo>
                    <a:pt x="6502" y="11443"/>
                  </a:lnTo>
                  <a:lnTo>
                    <a:pt x="11494" y="6225"/>
                  </a:lnTo>
                  <a:lnTo>
                    <a:pt x="4996"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3" name="Google Shape;1303;p29"/>
            <p:cNvSpPr/>
            <p:nvPr/>
          </p:nvSpPr>
          <p:spPr>
            <a:xfrm>
              <a:off x="715302" y="3870445"/>
              <a:ext cx="664891" cy="661757"/>
            </a:xfrm>
            <a:custGeom>
              <a:rect b="b" l="l" r="r" t="t"/>
              <a:pathLst>
                <a:path extrusionOk="0" h="9924" w="9971">
                  <a:moveTo>
                    <a:pt x="4297" y="1"/>
                  </a:moveTo>
                  <a:lnTo>
                    <a:pt x="1" y="4483"/>
                  </a:lnTo>
                  <a:lnTo>
                    <a:pt x="5675" y="9924"/>
                  </a:lnTo>
                  <a:lnTo>
                    <a:pt x="9971" y="5442"/>
                  </a:lnTo>
                  <a:lnTo>
                    <a:pt x="4297" y="1"/>
                  </a:lnTo>
                  <a:close/>
                </a:path>
              </a:pathLst>
            </a:custGeom>
            <a:solidFill>
              <a:srgbClr val="4719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4" name="Google Shape;1304;p29"/>
            <p:cNvSpPr/>
            <p:nvPr/>
          </p:nvSpPr>
          <p:spPr>
            <a:xfrm>
              <a:off x="660955" y="3817165"/>
              <a:ext cx="340881" cy="352217"/>
            </a:xfrm>
            <a:custGeom>
              <a:rect b="b" l="l" r="r" t="t"/>
              <a:pathLst>
                <a:path extrusionOk="0" h="5282" w="5112">
                  <a:moveTo>
                    <a:pt x="4996" y="1"/>
                  </a:moveTo>
                  <a:lnTo>
                    <a:pt x="1" y="5219"/>
                  </a:lnTo>
                  <a:lnTo>
                    <a:pt x="816" y="5282"/>
                  </a:lnTo>
                  <a:lnTo>
                    <a:pt x="5112" y="800"/>
                  </a:lnTo>
                  <a:lnTo>
                    <a:pt x="499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5" name="Google Shape;1305;p29"/>
            <p:cNvSpPr/>
            <p:nvPr/>
          </p:nvSpPr>
          <p:spPr>
            <a:xfrm>
              <a:off x="1087596" y="4228069"/>
              <a:ext cx="339814" cy="352217"/>
            </a:xfrm>
            <a:custGeom>
              <a:rect b="b" l="l" r="r" t="t"/>
              <a:pathLst>
                <a:path extrusionOk="0" h="5282" w="5096">
                  <a:moveTo>
                    <a:pt x="4297" y="0"/>
                  </a:moveTo>
                  <a:lnTo>
                    <a:pt x="0" y="4482"/>
                  </a:lnTo>
                  <a:lnTo>
                    <a:pt x="104" y="5281"/>
                  </a:lnTo>
                  <a:lnTo>
                    <a:pt x="5096" y="63"/>
                  </a:lnTo>
                  <a:lnTo>
                    <a:pt x="4297"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6" name="Google Shape;1306;p29"/>
            <p:cNvSpPr/>
            <p:nvPr/>
          </p:nvSpPr>
          <p:spPr>
            <a:xfrm>
              <a:off x="715302" y="3871512"/>
              <a:ext cx="658023" cy="654422"/>
            </a:xfrm>
            <a:custGeom>
              <a:rect b="b" l="l" r="r" t="t"/>
              <a:pathLst>
                <a:path extrusionOk="0" h="9814" w="9868">
                  <a:moveTo>
                    <a:pt x="4284" y="117"/>
                  </a:moveTo>
                  <a:lnTo>
                    <a:pt x="9751" y="5347"/>
                  </a:lnTo>
                  <a:lnTo>
                    <a:pt x="5568" y="9697"/>
                  </a:lnTo>
                  <a:lnTo>
                    <a:pt x="117" y="4467"/>
                  </a:lnTo>
                  <a:lnTo>
                    <a:pt x="4284" y="117"/>
                  </a:lnTo>
                  <a:close/>
                  <a:moveTo>
                    <a:pt x="4284" y="0"/>
                  </a:moveTo>
                  <a:lnTo>
                    <a:pt x="1" y="4467"/>
                  </a:lnTo>
                  <a:lnTo>
                    <a:pt x="5568" y="9813"/>
                  </a:lnTo>
                  <a:lnTo>
                    <a:pt x="9867" y="5332"/>
                  </a:lnTo>
                  <a:lnTo>
                    <a:pt x="42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9"/>
            <p:cNvSpPr/>
            <p:nvPr/>
          </p:nvSpPr>
          <p:spPr>
            <a:xfrm>
              <a:off x="993172" y="4137046"/>
              <a:ext cx="285735" cy="298938"/>
            </a:xfrm>
            <a:custGeom>
              <a:rect b="b" l="l" r="r" t="t"/>
              <a:pathLst>
                <a:path extrusionOk="0" h="4483" w="4285">
                  <a:moveTo>
                    <a:pt x="4231" y="0"/>
                  </a:moveTo>
                  <a:lnTo>
                    <a:pt x="1" y="4432"/>
                  </a:lnTo>
                  <a:lnTo>
                    <a:pt x="51" y="4482"/>
                  </a:lnTo>
                  <a:lnTo>
                    <a:pt x="4285" y="66"/>
                  </a:lnTo>
                  <a:lnTo>
                    <a:pt x="4231"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9"/>
            <p:cNvSpPr/>
            <p:nvPr/>
          </p:nvSpPr>
          <p:spPr>
            <a:xfrm>
              <a:off x="900482" y="4049757"/>
              <a:ext cx="286801" cy="297937"/>
            </a:xfrm>
            <a:custGeom>
              <a:rect b="b" l="l" r="r" t="t"/>
              <a:pathLst>
                <a:path extrusionOk="0" h="4468" w="4301">
                  <a:moveTo>
                    <a:pt x="4234" y="1"/>
                  </a:moveTo>
                  <a:lnTo>
                    <a:pt x="1" y="4417"/>
                  </a:lnTo>
                  <a:lnTo>
                    <a:pt x="67" y="4467"/>
                  </a:lnTo>
                  <a:lnTo>
                    <a:pt x="4300" y="51"/>
                  </a:lnTo>
                  <a:lnTo>
                    <a:pt x="423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9"/>
            <p:cNvSpPr/>
            <p:nvPr/>
          </p:nvSpPr>
          <p:spPr>
            <a:xfrm>
              <a:off x="808659" y="3961468"/>
              <a:ext cx="286735" cy="298137"/>
            </a:xfrm>
            <a:custGeom>
              <a:rect b="b" l="l" r="r" t="t"/>
              <a:pathLst>
                <a:path extrusionOk="0" h="4471" w="4300">
                  <a:moveTo>
                    <a:pt x="4234" y="1"/>
                  </a:moveTo>
                  <a:lnTo>
                    <a:pt x="0" y="4417"/>
                  </a:lnTo>
                  <a:lnTo>
                    <a:pt x="66" y="4470"/>
                  </a:lnTo>
                  <a:lnTo>
                    <a:pt x="4300" y="51"/>
                  </a:lnTo>
                  <a:lnTo>
                    <a:pt x="423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9"/>
            <p:cNvSpPr/>
            <p:nvPr/>
          </p:nvSpPr>
          <p:spPr>
            <a:xfrm>
              <a:off x="928423" y="3946597"/>
              <a:ext cx="372288" cy="356618"/>
            </a:xfrm>
            <a:custGeom>
              <a:rect b="b" l="l" r="r" t="t"/>
              <a:pathLst>
                <a:path extrusionOk="0" h="5348" w="5583">
                  <a:moveTo>
                    <a:pt x="66" y="0"/>
                  </a:moveTo>
                  <a:lnTo>
                    <a:pt x="0" y="66"/>
                  </a:lnTo>
                  <a:lnTo>
                    <a:pt x="5517" y="5347"/>
                  </a:lnTo>
                  <a:lnTo>
                    <a:pt x="5583" y="5281"/>
                  </a:lnTo>
                  <a:lnTo>
                    <a:pt x="6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1" name="Google Shape;1311;p29"/>
            <p:cNvSpPr/>
            <p:nvPr/>
          </p:nvSpPr>
          <p:spPr>
            <a:xfrm>
              <a:off x="858538" y="4020016"/>
              <a:ext cx="371488" cy="356618"/>
            </a:xfrm>
            <a:custGeom>
              <a:rect b="b" l="l" r="r" t="t"/>
              <a:pathLst>
                <a:path extrusionOk="0" h="5348" w="5571">
                  <a:moveTo>
                    <a:pt x="54" y="0"/>
                  </a:moveTo>
                  <a:lnTo>
                    <a:pt x="1" y="66"/>
                  </a:lnTo>
                  <a:lnTo>
                    <a:pt x="5505" y="5347"/>
                  </a:lnTo>
                  <a:lnTo>
                    <a:pt x="5571" y="5294"/>
                  </a:lnTo>
                  <a:lnTo>
                    <a:pt x="5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2" name="Google Shape;1312;p29"/>
            <p:cNvSpPr/>
            <p:nvPr/>
          </p:nvSpPr>
          <p:spPr>
            <a:xfrm>
              <a:off x="787654" y="4094235"/>
              <a:ext cx="371488" cy="356618"/>
            </a:xfrm>
            <a:custGeom>
              <a:rect b="b" l="l" r="r" t="t"/>
              <a:pathLst>
                <a:path extrusionOk="0" h="5348" w="5571">
                  <a:moveTo>
                    <a:pt x="54" y="1"/>
                  </a:moveTo>
                  <a:lnTo>
                    <a:pt x="1" y="54"/>
                  </a:lnTo>
                  <a:lnTo>
                    <a:pt x="5521" y="5347"/>
                  </a:lnTo>
                  <a:lnTo>
                    <a:pt x="5571" y="5281"/>
                  </a:lnTo>
                  <a:lnTo>
                    <a:pt x="5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3" name="Google Shape;1313;p29"/>
            <p:cNvSpPr/>
            <p:nvPr/>
          </p:nvSpPr>
          <p:spPr>
            <a:xfrm>
              <a:off x="475775" y="3977205"/>
              <a:ext cx="611879" cy="561933"/>
            </a:xfrm>
            <a:custGeom>
              <a:rect b="b" l="l" r="r" t="t"/>
              <a:pathLst>
                <a:path extrusionOk="0" h="8427" w="9176">
                  <a:moveTo>
                    <a:pt x="2426" y="1"/>
                  </a:moveTo>
                  <a:lnTo>
                    <a:pt x="1" y="5413"/>
                  </a:lnTo>
                  <a:lnTo>
                    <a:pt x="6763" y="8427"/>
                  </a:lnTo>
                  <a:lnTo>
                    <a:pt x="9175" y="3014"/>
                  </a:lnTo>
                  <a:lnTo>
                    <a:pt x="2426"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4" name="Google Shape;1314;p29"/>
            <p:cNvSpPr/>
            <p:nvPr/>
          </p:nvSpPr>
          <p:spPr>
            <a:xfrm>
              <a:off x="518586" y="4016415"/>
              <a:ext cx="532326" cy="486049"/>
            </a:xfrm>
            <a:custGeom>
              <a:rect b="b" l="l" r="r" t="t"/>
              <a:pathLst>
                <a:path extrusionOk="0" h="7289" w="7983">
                  <a:moveTo>
                    <a:pt x="2086" y="1"/>
                  </a:moveTo>
                  <a:lnTo>
                    <a:pt x="0" y="4653"/>
                  </a:lnTo>
                  <a:lnTo>
                    <a:pt x="5898" y="7288"/>
                  </a:lnTo>
                  <a:lnTo>
                    <a:pt x="7983" y="2636"/>
                  </a:lnTo>
                  <a:lnTo>
                    <a:pt x="2086"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5" name="Google Shape;1315;p29"/>
            <p:cNvSpPr/>
            <p:nvPr/>
          </p:nvSpPr>
          <p:spPr>
            <a:xfrm>
              <a:off x="475775" y="3977205"/>
              <a:ext cx="181910" cy="361019"/>
            </a:xfrm>
            <a:custGeom>
              <a:rect b="b" l="l" r="r" t="t"/>
              <a:pathLst>
                <a:path extrusionOk="0" h="5414" w="2728">
                  <a:moveTo>
                    <a:pt x="2426" y="1"/>
                  </a:moveTo>
                  <a:lnTo>
                    <a:pt x="1" y="5413"/>
                  </a:lnTo>
                  <a:lnTo>
                    <a:pt x="1" y="5413"/>
                  </a:lnTo>
                  <a:lnTo>
                    <a:pt x="642" y="5241"/>
                  </a:lnTo>
                  <a:lnTo>
                    <a:pt x="2728" y="589"/>
                  </a:lnTo>
                  <a:lnTo>
                    <a:pt x="2426"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6" name="Google Shape;1316;p29"/>
            <p:cNvSpPr/>
            <p:nvPr/>
          </p:nvSpPr>
          <p:spPr>
            <a:xfrm>
              <a:off x="906551" y="4178123"/>
              <a:ext cx="181110" cy="361019"/>
            </a:xfrm>
            <a:custGeom>
              <a:rect b="b" l="l" r="r" t="t"/>
              <a:pathLst>
                <a:path extrusionOk="0" h="5414" w="2716">
                  <a:moveTo>
                    <a:pt x="2715" y="1"/>
                  </a:moveTo>
                  <a:lnTo>
                    <a:pt x="2086" y="171"/>
                  </a:lnTo>
                  <a:lnTo>
                    <a:pt x="1" y="4838"/>
                  </a:lnTo>
                  <a:lnTo>
                    <a:pt x="303" y="5414"/>
                  </a:lnTo>
                  <a:lnTo>
                    <a:pt x="2715"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9"/>
            <p:cNvSpPr/>
            <p:nvPr/>
          </p:nvSpPr>
          <p:spPr>
            <a:xfrm>
              <a:off x="518586" y="4016415"/>
              <a:ext cx="525191" cy="483315"/>
            </a:xfrm>
            <a:custGeom>
              <a:rect b="b" l="l" r="r" t="t"/>
              <a:pathLst>
                <a:path extrusionOk="0" h="7248" w="7876">
                  <a:moveTo>
                    <a:pt x="2123" y="92"/>
                  </a:moveTo>
                  <a:lnTo>
                    <a:pt x="7785" y="2636"/>
                  </a:lnTo>
                  <a:lnTo>
                    <a:pt x="5766" y="7156"/>
                  </a:lnTo>
                  <a:lnTo>
                    <a:pt x="92" y="4627"/>
                  </a:lnTo>
                  <a:lnTo>
                    <a:pt x="2123" y="92"/>
                  </a:lnTo>
                  <a:close/>
                  <a:moveTo>
                    <a:pt x="2086" y="1"/>
                  </a:moveTo>
                  <a:lnTo>
                    <a:pt x="13" y="4627"/>
                  </a:lnTo>
                  <a:lnTo>
                    <a:pt x="0" y="4653"/>
                  </a:lnTo>
                  <a:lnTo>
                    <a:pt x="5766" y="7235"/>
                  </a:lnTo>
                  <a:lnTo>
                    <a:pt x="5794" y="7247"/>
                  </a:lnTo>
                  <a:lnTo>
                    <a:pt x="7863" y="2624"/>
                  </a:lnTo>
                  <a:lnTo>
                    <a:pt x="7876" y="2596"/>
                  </a:lnTo>
                  <a:lnTo>
                    <a:pt x="2123" y="13"/>
                  </a:lnTo>
                  <a:lnTo>
                    <a:pt x="208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9"/>
            <p:cNvSpPr/>
            <p:nvPr/>
          </p:nvSpPr>
          <p:spPr>
            <a:xfrm>
              <a:off x="806125" y="4146648"/>
              <a:ext cx="141634" cy="308607"/>
            </a:xfrm>
            <a:custGeom>
              <a:rect b="b" l="l" r="r" t="t"/>
              <a:pathLst>
                <a:path extrusionOk="0" h="4628" w="2124">
                  <a:moveTo>
                    <a:pt x="2057" y="1"/>
                  </a:moveTo>
                  <a:lnTo>
                    <a:pt x="0" y="4587"/>
                  </a:lnTo>
                  <a:lnTo>
                    <a:pt x="66" y="4628"/>
                  </a:lnTo>
                  <a:lnTo>
                    <a:pt x="2123" y="26"/>
                  </a:lnTo>
                  <a:lnTo>
                    <a:pt x="205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9"/>
            <p:cNvSpPr/>
            <p:nvPr/>
          </p:nvSpPr>
          <p:spPr>
            <a:xfrm>
              <a:off x="710901" y="4103904"/>
              <a:ext cx="141634" cy="308540"/>
            </a:xfrm>
            <a:custGeom>
              <a:rect b="b" l="l" r="r" t="t"/>
              <a:pathLst>
                <a:path extrusionOk="0" h="4627" w="2124">
                  <a:moveTo>
                    <a:pt x="2057" y="0"/>
                  </a:moveTo>
                  <a:lnTo>
                    <a:pt x="0" y="4599"/>
                  </a:lnTo>
                  <a:lnTo>
                    <a:pt x="67" y="4627"/>
                  </a:lnTo>
                  <a:lnTo>
                    <a:pt x="2124" y="38"/>
                  </a:lnTo>
                  <a:lnTo>
                    <a:pt x="2057"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9"/>
            <p:cNvSpPr/>
            <p:nvPr/>
          </p:nvSpPr>
          <p:spPr>
            <a:xfrm>
              <a:off x="615677" y="4061960"/>
              <a:ext cx="140567" cy="307740"/>
            </a:xfrm>
            <a:custGeom>
              <a:rect b="b" l="l" r="r" t="t"/>
              <a:pathLst>
                <a:path extrusionOk="0" h="4615" w="2108">
                  <a:moveTo>
                    <a:pt x="2045" y="0"/>
                  </a:moveTo>
                  <a:lnTo>
                    <a:pt x="1" y="4586"/>
                  </a:lnTo>
                  <a:lnTo>
                    <a:pt x="63" y="4614"/>
                  </a:lnTo>
                  <a:lnTo>
                    <a:pt x="2108" y="25"/>
                  </a:lnTo>
                  <a:lnTo>
                    <a:pt x="2045"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1" name="Google Shape;1321;p29"/>
            <p:cNvSpPr/>
            <p:nvPr/>
          </p:nvSpPr>
          <p:spPr>
            <a:xfrm>
              <a:off x="623412" y="4094235"/>
              <a:ext cx="384558" cy="174775"/>
            </a:xfrm>
            <a:custGeom>
              <a:rect b="b" l="l" r="r" t="t"/>
              <a:pathLst>
                <a:path extrusionOk="0" h="2621" w="5767">
                  <a:moveTo>
                    <a:pt x="26" y="1"/>
                  </a:moveTo>
                  <a:lnTo>
                    <a:pt x="1" y="67"/>
                  </a:lnTo>
                  <a:lnTo>
                    <a:pt x="5728" y="2621"/>
                  </a:lnTo>
                  <a:lnTo>
                    <a:pt x="5766" y="2558"/>
                  </a:lnTo>
                  <a:lnTo>
                    <a:pt x="2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2" name="Google Shape;1322;p29"/>
            <p:cNvSpPr/>
            <p:nvPr/>
          </p:nvSpPr>
          <p:spPr>
            <a:xfrm>
              <a:off x="589470" y="4170387"/>
              <a:ext cx="383691" cy="175575"/>
            </a:xfrm>
            <a:custGeom>
              <a:rect b="b" l="l" r="r" t="t"/>
              <a:pathLst>
                <a:path extrusionOk="0" h="2633" w="5754">
                  <a:moveTo>
                    <a:pt x="26" y="0"/>
                  </a:moveTo>
                  <a:lnTo>
                    <a:pt x="0" y="63"/>
                  </a:lnTo>
                  <a:lnTo>
                    <a:pt x="5725" y="2633"/>
                  </a:lnTo>
                  <a:lnTo>
                    <a:pt x="5753" y="2567"/>
                  </a:lnTo>
                  <a:lnTo>
                    <a:pt x="2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3" name="Google Shape;1323;p29"/>
            <p:cNvSpPr/>
            <p:nvPr/>
          </p:nvSpPr>
          <p:spPr>
            <a:xfrm>
              <a:off x="555262" y="4247140"/>
              <a:ext cx="383691" cy="174975"/>
            </a:xfrm>
            <a:custGeom>
              <a:rect b="b" l="l" r="r" t="t"/>
              <a:pathLst>
                <a:path extrusionOk="0" h="2624" w="5754">
                  <a:moveTo>
                    <a:pt x="26" y="0"/>
                  </a:moveTo>
                  <a:lnTo>
                    <a:pt x="1" y="67"/>
                  </a:lnTo>
                  <a:lnTo>
                    <a:pt x="5728" y="2624"/>
                  </a:lnTo>
                  <a:lnTo>
                    <a:pt x="5753" y="2558"/>
                  </a:lnTo>
                  <a:lnTo>
                    <a:pt x="2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4" name="Google Shape;1324;p29"/>
          <p:cNvGrpSpPr/>
          <p:nvPr/>
        </p:nvGrpSpPr>
        <p:grpSpPr>
          <a:xfrm>
            <a:off x="8034025" y="4128696"/>
            <a:ext cx="1024609" cy="949376"/>
            <a:chOff x="7893253" y="3121156"/>
            <a:chExt cx="856410" cy="793528"/>
          </a:xfrm>
        </p:grpSpPr>
        <p:sp>
          <p:nvSpPr>
            <p:cNvPr id="1325" name="Google Shape;1325;p29"/>
            <p:cNvSpPr/>
            <p:nvPr/>
          </p:nvSpPr>
          <p:spPr>
            <a:xfrm>
              <a:off x="8310225" y="3121156"/>
              <a:ext cx="439438" cy="588340"/>
            </a:xfrm>
            <a:custGeom>
              <a:rect b="b" l="l" r="r" t="t"/>
              <a:pathLst>
                <a:path extrusionOk="0" h="8823" w="6590">
                  <a:moveTo>
                    <a:pt x="654" y="16"/>
                  </a:moveTo>
                  <a:cubicBezTo>
                    <a:pt x="642" y="0"/>
                    <a:pt x="629" y="0"/>
                    <a:pt x="629" y="0"/>
                  </a:cubicBezTo>
                  <a:cubicBezTo>
                    <a:pt x="629" y="0"/>
                    <a:pt x="0" y="3737"/>
                    <a:pt x="1258" y="6108"/>
                  </a:cubicBezTo>
                  <a:cubicBezTo>
                    <a:pt x="2397" y="8256"/>
                    <a:pt x="5017" y="8744"/>
                    <a:pt x="5504" y="8807"/>
                  </a:cubicBezTo>
                  <a:cubicBezTo>
                    <a:pt x="5555" y="8823"/>
                    <a:pt x="5583" y="8823"/>
                    <a:pt x="5583" y="8823"/>
                  </a:cubicBezTo>
                  <a:cubicBezTo>
                    <a:pt x="5583" y="8823"/>
                    <a:pt x="6589" y="6319"/>
                    <a:pt x="5331" y="3948"/>
                  </a:cubicBezTo>
                  <a:cubicBezTo>
                    <a:pt x="4139" y="1692"/>
                    <a:pt x="956" y="158"/>
                    <a:pt x="654" y="16"/>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9"/>
            <p:cNvSpPr/>
            <p:nvPr/>
          </p:nvSpPr>
          <p:spPr>
            <a:xfrm>
              <a:off x="7992879" y="3473512"/>
              <a:ext cx="435237" cy="425568"/>
            </a:xfrm>
            <a:custGeom>
              <a:rect b="b" l="l" r="r" t="t"/>
              <a:pathLst>
                <a:path extrusionOk="0" h="6382" w="6527">
                  <a:moveTo>
                    <a:pt x="13" y="0"/>
                  </a:moveTo>
                  <a:lnTo>
                    <a:pt x="0" y="0"/>
                  </a:lnTo>
                  <a:cubicBezTo>
                    <a:pt x="0" y="0"/>
                    <a:pt x="419" y="3249"/>
                    <a:pt x="2057" y="4888"/>
                  </a:cubicBezTo>
                  <a:cubicBezTo>
                    <a:pt x="3539" y="6382"/>
                    <a:pt x="5832" y="6118"/>
                    <a:pt x="6253" y="6055"/>
                  </a:cubicBezTo>
                  <a:cubicBezTo>
                    <a:pt x="6291" y="6055"/>
                    <a:pt x="6316" y="6039"/>
                    <a:pt x="6316" y="6039"/>
                  </a:cubicBezTo>
                  <a:cubicBezTo>
                    <a:pt x="6316" y="6039"/>
                    <a:pt x="6527" y="3708"/>
                    <a:pt x="4888" y="2070"/>
                  </a:cubicBezTo>
                  <a:cubicBezTo>
                    <a:pt x="3328" y="497"/>
                    <a:pt x="302" y="38"/>
                    <a:pt x="13" y="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9"/>
            <p:cNvSpPr/>
            <p:nvPr/>
          </p:nvSpPr>
          <p:spPr>
            <a:xfrm>
              <a:off x="8211400" y="3155298"/>
              <a:ext cx="439704" cy="587339"/>
            </a:xfrm>
            <a:custGeom>
              <a:rect b="b" l="l" r="r" t="t"/>
              <a:pathLst>
                <a:path extrusionOk="0" h="8808" w="6594">
                  <a:moveTo>
                    <a:pt x="630" y="1"/>
                  </a:moveTo>
                  <a:cubicBezTo>
                    <a:pt x="630" y="1"/>
                    <a:pt x="1" y="3734"/>
                    <a:pt x="1259" y="6093"/>
                  </a:cubicBezTo>
                  <a:cubicBezTo>
                    <a:pt x="2397" y="8245"/>
                    <a:pt x="5021" y="8729"/>
                    <a:pt x="5505" y="8795"/>
                  </a:cubicBezTo>
                  <a:cubicBezTo>
                    <a:pt x="5543" y="8808"/>
                    <a:pt x="5571" y="8808"/>
                    <a:pt x="5571" y="8808"/>
                  </a:cubicBezTo>
                  <a:cubicBezTo>
                    <a:pt x="5571" y="8808"/>
                    <a:pt x="6593" y="6304"/>
                    <a:pt x="5335" y="3932"/>
                  </a:cubicBezTo>
                  <a:cubicBezTo>
                    <a:pt x="4140" y="1677"/>
                    <a:pt x="944" y="146"/>
                    <a:pt x="655"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9"/>
            <p:cNvSpPr/>
            <p:nvPr/>
          </p:nvSpPr>
          <p:spPr>
            <a:xfrm>
              <a:off x="8255012" y="3155298"/>
              <a:ext cx="396094" cy="587339"/>
            </a:xfrm>
            <a:custGeom>
              <a:rect b="b" l="l" r="r" t="t"/>
              <a:pathLst>
                <a:path extrusionOk="0" h="8808" w="5940">
                  <a:moveTo>
                    <a:pt x="1" y="1"/>
                  </a:moveTo>
                  <a:lnTo>
                    <a:pt x="4851" y="8795"/>
                  </a:lnTo>
                  <a:cubicBezTo>
                    <a:pt x="4889" y="8808"/>
                    <a:pt x="4917" y="8808"/>
                    <a:pt x="4917" y="8808"/>
                  </a:cubicBezTo>
                  <a:cubicBezTo>
                    <a:pt x="4917" y="8808"/>
                    <a:pt x="5939" y="6304"/>
                    <a:pt x="4681" y="3932"/>
                  </a:cubicBezTo>
                  <a:cubicBezTo>
                    <a:pt x="3486" y="1677"/>
                    <a:pt x="290" y="146"/>
                    <a:pt x="1" y="1"/>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9" name="Google Shape;1329;p29"/>
            <p:cNvSpPr/>
            <p:nvPr/>
          </p:nvSpPr>
          <p:spPr>
            <a:xfrm>
              <a:off x="7893253" y="3506654"/>
              <a:ext cx="436104" cy="408030"/>
            </a:xfrm>
            <a:custGeom>
              <a:rect b="b" l="l" r="r" t="t"/>
              <a:pathLst>
                <a:path extrusionOk="0" h="6119" w="6540">
                  <a:moveTo>
                    <a:pt x="0" y="0"/>
                  </a:moveTo>
                  <a:cubicBezTo>
                    <a:pt x="0" y="0"/>
                    <a:pt x="434" y="3249"/>
                    <a:pt x="2070" y="4900"/>
                  </a:cubicBezTo>
                  <a:cubicBezTo>
                    <a:pt x="3102" y="5933"/>
                    <a:pt x="4528" y="6119"/>
                    <a:pt x="5441" y="6119"/>
                  </a:cubicBezTo>
                  <a:cubicBezTo>
                    <a:pt x="5838" y="6119"/>
                    <a:pt x="6138" y="6084"/>
                    <a:pt x="6266" y="6067"/>
                  </a:cubicBezTo>
                  <a:cubicBezTo>
                    <a:pt x="6303" y="6055"/>
                    <a:pt x="6332" y="6055"/>
                    <a:pt x="6332" y="6055"/>
                  </a:cubicBezTo>
                  <a:cubicBezTo>
                    <a:pt x="6332" y="6055"/>
                    <a:pt x="6539" y="3721"/>
                    <a:pt x="4901" y="2070"/>
                  </a:cubicBezTo>
                  <a:cubicBezTo>
                    <a:pt x="3328" y="510"/>
                    <a:pt x="302" y="38"/>
                    <a:pt x="26"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0" name="Google Shape;1330;p29"/>
            <p:cNvSpPr/>
            <p:nvPr/>
          </p:nvSpPr>
          <p:spPr>
            <a:xfrm>
              <a:off x="7894920" y="3506654"/>
              <a:ext cx="434436" cy="404629"/>
            </a:xfrm>
            <a:custGeom>
              <a:rect b="b" l="l" r="r" t="t"/>
              <a:pathLst>
                <a:path extrusionOk="0" h="6068" w="6515">
                  <a:moveTo>
                    <a:pt x="1" y="0"/>
                  </a:moveTo>
                  <a:lnTo>
                    <a:pt x="6241" y="6067"/>
                  </a:lnTo>
                  <a:cubicBezTo>
                    <a:pt x="6278" y="6055"/>
                    <a:pt x="6307" y="6055"/>
                    <a:pt x="6307" y="6055"/>
                  </a:cubicBezTo>
                  <a:cubicBezTo>
                    <a:pt x="6307" y="6055"/>
                    <a:pt x="6514" y="3721"/>
                    <a:pt x="4876" y="2070"/>
                  </a:cubicBezTo>
                  <a:cubicBezTo>
                    <a:pt x="3303" y="510"/>
                    <a:pt x="277" y="38"/>
                    <a:pt x="1"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10_1">
    <p:spTree>
      <p:nvGrpSpPr>
        <p:cNvPr id="1331" name="Shape 1331"/>
        <p:cNvGrpSpPr/>
        <p:nvPr/>
      </p:nvGrpSpPr>
      <p:grpSpPr>
        <a:xfrm>
          <a:off x="0" y="0"/>
          <a:ext cx="0" cy="0"/>
          <a:chOff x="0" y="0"/>
          <a:chExt cx="0" cy="0"/>
        </a:xfrm>
      </p:grpSpPr>
      <p:sp>
        <p:nvSpPr>
          <p:cNvPr id="1332" name="Google Shape;1332;p30"/>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atin typeface="Roboto"/>
                <a:ea typeface="Roboto"/>
                <a:cs typeface="Roboto"/>
                <a:sym typeface="Roboto"/>
              </a:defRPr>
            </a:lvl2pPr>
            <a:lvl3pPr lvl="2" rtl="0">
              <a:spcBef>
                <a:spcPts val="0"/>
              </a:spcBef>
              <a:spcAft>
                <a:spcPts val="0"/>
              </a:spcAft>
              <a:buSzPts val="2800"/>
              <a:buNone/>
              <a:defRPr>
                <a:latin typeface="Roboto"/>
                <a:ea typeface="Roboto"/>
                <a:cs typeface="Roboto"/>
                <a:sym typeface="Roboto"/>
              </a:defRPr>
            </a:lvl3pPr>
            <a:lvl4pPr lvl="3" rtl="0">
              <a:spcBef>
                <a:spcPts val="0"/>
              </a:spcBef>
              <a:spcAft>
                <a:spcPts val="0"/>
              </a:spcAft>
              <a:buSzPts val="2800"/>
              <a:buNone/>
              <a:defRPr>
                <a:latin typeface="Roboto"/>
                <a:ea typeface="Roboto"/>
                <a:cs typeface="Roboto"/>
                <a:sym typeface="Roboto"/>
              </a:defRPr>
            </a:lvl4pPr>
            <a:lvl5pPr lvl="4" rtl="0">
              <a:spcBef>
                <a:spcPts val="0"/>
              </a:spcBef>
              <a:spcAft>
                <a:spcPts val="0"/>
              </a:spcAft>
              <a:buSzPts val="2800"/>
              <a:buNone/>
              <a:defRPr>
                <a:latin typeface="Roboto"/>
                <a:ea typeface="Roboto"/>
                <a:cs typeface="Roboto"/>
                <a:sym typeface="Roboto"/>
              </a:defRPr>
            </a:lvl5pPr>
            <a:lvl6pPr lvl="5" rtl="0">
              <a:spcBef>
                <a:spcPts val="0"/>
              </a:spcBef>
              <a:spcAft>
                <a:spcPts val="0"/>
              </a:spcAft>
              <a:buSzPts val="2800"/>
              <a:buNone/>
              <a:defRPr>
                <a:latin typeface="Roboto"/>
                <a:ea typeface="Roboto"/>
                <a:cs typeface="Roboto"/>
                <a:sym typeface="Roboto"/>
              </a:defRPr>
            </a:lvl6pPr>
            <a:lvl7pPr lvl="6" rtl="0">
              <a:spcBef>
                <a:spcPts val="0"/>
              </a:spcBef>
              <a:spcAft>
                <a:spcPts val="0"/>
              </a:spcAft>
              <a:buSzPts val="2800"/>
              <a:buNone/>
              <a:defRPr>
                <a:latin typeface="Roboto"/>
                <a:ea typeface="Roboto"/>
                <a:cs typeface="Roboto"/>
                <a:sym typeface="Roboto"/>
              </a:defRPr>
            </a:lvl7pPr>
            <a:lvl8pPr lvl="7" rtl="0">
              <a:spcBef>
                <a:spcPts val="0"/>
              </a:spcBef>
              <a:spcAft>
                <a:spcPts val="0"/>
              </a:spcAft>
              <a:buSzPts val="2800"/>
              <a:buNone/>
              <a:defRPr>
                <a:latin typeface="Roboto"/>
                <a:ea typeface="Roboto"/>
                <a:cs typeface="Roboto"/>
                <a:sym typeface="Roboto"/>
              </a:defRPr>
            </a:lvl8pPr>
            <a:lvl9pPr lvl="8" rtl="0">
              <a:spcBef>
                <a:spcPts val="0"/>
              </a:spcBef>
              <a:spcAft>
                <a:spcPts val="0"/>
              </a:spcAft>
              <a:buSzPts val="2800"/>
              <a:buNone/>
              <a:defRPr>
                <a:latin typeface="Roboto"/>
                <a:ea typeface="Roboto"/>
                <a:cs typeface="Roboto"/>
                <a:sym typeface="Roboto"/>
              </a:defRPr>
            </a:lvl9pPr>
          </a:lstStyle>
          <a:p/>
        </p:txBody>
      </p:sp>
      <p:sp>
        <p:nvSpPr>
          <p:cNvPr id="1333" name="Google Shape;1333;p30"/>
          <p:cNvSpPr txBox="1"/>
          <p:nvPr>
            <p:ph idx="1" type="subTitle"/>
          </p:nvPr>
        </p:nvSpPr>
        <p:spPr>
          <a:xfrm>
            <a:off x="4109016" y="2097395"/>
            <a:ext cx="2110500" cy="555900"/>
          </a:xfrm>
          <a:prstGeom prst="rect">
            <a:avLst/>
          </a:prstGeom>
        </p:spPr>
        <p:txBody>
          <a:bodyPr anchorCtr="0" anchor="t" bIns="91425" lIns="91425" spcFirstLastPara="1" rIns="91425" wrap="square" tIns="91425">
            <a:noAutofit/>
          </a:bodyPr>
          <a:lstStyle>
            <a:lvl1pPr lvl="0" marR="23369" rtl="0">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34" name="Google Shape;1334;p30"/>
          <p:cNvSpPr txBox="1"/>
          <p:nvPr>
            <p:ph idx="2" type="subTitle"/>
          </p:nvPr>
        </p:nvSpPr>
        <p:spPr>
          <a:xfrm>
            <a:off x="6313431" y="2097395"/>
            <a:ext cx="2110500" cy="555900"/>
          </a:xfrm>
          <a:prstGeom prst="rect">
            <a:avLst/>
          </a:prstGeom>
        </p:spPr>
        <p:txBody>
          <a:bodyPr anchorCtr="0" anchor="t" bIns="91425" lIns="91425" spcFirstLastPara="1" rIns="91425" wrap="square" tIns="91425">
            <a:noAutofit/>
          </a:bodyPr>
          <a:lstStyle>
            <a:lvl1pPr lvl="0" marR="16427" rtl="0">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35" name="Google Shape;1335;p30"/>
          <p:cNvSpPr txBox="1"/>
          <p:nvPr>
            <p:ph idx="3" type="subTitle"/>
          </p:nvPr>
        </p:nvSpPr>
        <p:spPr>
          <a:xfrm>
            <a:off x="4108925" y="3312300"/>
            <a:ext cx="2110500" cy="555900"/>
          </a:xfrm>
          <a:prstGeom prst="rect">
            <a:avLst/>
          </a:prstGeom>
        </p:spPr>
        <p:txBody>
          <a:bodyPr anchorCtr="0" anchor="t" bIns="91425" lIns="91425" spcFirstLastPara="1" rIns="91425" wrap="square" tIns="91425">
            <a:noAutofit/>
          </a:bodyPr>
          <a:lstStyle>
            <a:lvl1pPr lvl="0" marR="23369" rtl="0">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36" name="Google Shape;1336;p30"/>
          <p:cNvSpPr txBox="1"/>
          <p:nvPr>
            <p:ph idx="4" type="subTitle"/>
          </p:nvPr>
        </p:nvSpPr>
        <p:spPr>
          <a:xfrm>
            <a:off x="6313304" y="3312300"/>
            <a:ext cx="2110500" cy="555900"/>
          </a:xfrm>
          <a:prstGeom prst="rect">
            <a:avLst/>
          </a:prstGeom>
        </p:spPr>
        <p:txBody>
          <a:bodyPr anchorCtr="0" anchor="t" bIns="91425" lIns="91425" spcFirstLastPara="1" rIns="91425" wrap="square" tIns="91425">
            <a:noAutofit/>
          </a:bodyPr>
          <a:lstStyle>
            <a:lvl1pPr lvl="0" marR="73577" rtl="0">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37" name="Google Shape;1337;p30"/>
          <p:cNvSpPr txBox="1"/>
          <p:nvPr>
            <p:ph idx="5" type="subTitle"/>
          </p:nvPr>
        </p:nvSpPr>
        <p:spPr>
          <a:xfrm>
            <a:off x="4108875" y="1765750"/>
            <a:ext cx="2110500" cy="47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38" name="Google Shape;1338;p30"/>
          <p:cNvSpPr txBox="1"/>
          <p:nvPr>
            <p:ph idx="6" type="subTitle"/>
          </p:nvPr>
        </p:nvSpPr>
        <p:spPr>
          <a:xfrm>
            <a:off x="6313225" y="1765750"/>
            <a:ext cx="2110500" cy="47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39" name="Google Shape;1339;p30"/>
          <p:cNvSpPr txBox="1"/>
          <p:nvPr>
            <p:ph idx="7" type="subTitle"/>
          </p:nvPr>
        </p:nvSpPr>
        <p:spPr>
          <a:xfrm>
            <a:off x="4108875" y="2967604"/>
            <a:ext cx="2110500" cy="47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340" name="Google Shape;1340;p30"/>
          <p:cNvSpPr txBox="1"/>
          <p:nvPr>
            <p:ph idx="8" type="subTitle"/>
          </p:nvPr>
        </p:nvSpPr>
        <p:spPr>
          <a:xfrm>
            <a:off x="6313225" y="2967604"/>
            <a:ext cx="2110500" cy="477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grpSp>
        <p:nvGrpSpPr>
          <p:cNvPr id="1341" name="Google Shape;1341;p30"/>
          <p:cNvGrpSpPr/>
          <p:nvPr/>
        </p:nvGrpSpPr>
        <p:grpSpPr>
          <a:xfrm>
            <a:off x="8049200" y="4182499"/>
            <a:ext cx="945083" cy="889676"/>
            <a:chOff x="2001532" y="3705200"/>
            <a:chExt cx="657358" cy="618819"/>
          </a:xfrm>
        </p:grpSpPr>
        <p:sp>
          <p:nvSpPr>
            <p:cNvPr id="1342" name="Google Shape;1342;p30"/>
            <p:cNvSpPr/>
            <p:nvPr/>
          </p:nvSpPr>
          <p:spPr>
            <a:xfrm>
              <a:off x="2101157" y="3705200"/>
              <a:ext cx="557732" cy="585672"/>
            </a:xfrm>
            <a:custGeom>
              <a:rect b="b" l="l" r="r" t="t"/>
              <a:pathLst>
                <a:path extrusionOk="0" h="8783" w="8364">
                  <a:moveTo>
                    <a:pt x="5794" y="6188"/>
                  </a:moveTo>
                  <a:cubicBezTo>
                    <a:pt x="6725" y="6883"/>
                    <a:pt x="8219" y="7053"/>
                    <a:pt x="8347" y="7065"/>
                  </a:cubicBezTo>
                  <a:lnTo>
                    <a:pt x="8363" y="7065"/>
                  </a:lnTo>
                  <a:cubicBezTo>
                    <a:pt x="8363" y="7065"/>
                    <a:pt x="7759" y="5599"/>
                    <a:pt x="6775" y="4863"/>
                  </a:cubicBezTo>
                  <a:cubicBezTo>
                    <a:pt x="6265" y="4483"/>
                    <a:pt x="5690" y="4367"/>
                    <a:pt x="5256" y="4354"/>
                  </a:cubicBezTo>
                  <a:cubicBezTo>
                    <a:pt x="5649" y="4300"/>
                    <a:pt x="6187" y="4168"/>
                    <a:pt x="6684" y="3804"/>
                  </a:cubicBezTo>
                  <a:cubicBezTo>
                    <a:pt x="7640" y="3134"/>
                    <a:pt x="8269" y="1784"/>
                    <a:pt x="8322" y="1652"/>
                  </a:cubicBezTo>
                  <a:lnTo>
                    <a:pt x="8322" y="1640"/>
                  </a:lnTo>
                  <a:cubicBezTo>
                    <a:pt x="8322" y="1640"/>
                    <a:pt x="6737" y="1759"/>
                    <a:pt x="5740" y="2467"/>
                  </a:cubicBezTo>
                  <a:cubicBezTo>
                    <a:pt x="5218" y="2847"/>
                    <a:pt x="4929" y="3357"/>
                    <a:pt x="4784" y="3763"/>
                  </a:cubicBezTo>
                  <a:cubicBezTo>
                    <a:pt x="4863" y="3369"/>
                    <a:pt x="4888" y="2819"/>
                    <a:pt x="4705" y="2231"/>
                  </a:cubicBezTo>
                  <a:cubicBezTo>
                    <a:pt x="4366" y="1118"/>
                    <a:pt x="3265" y="108"/>
                    <a:pt x="3158" y="17"/>
                  </a:cubicBezTo>
                  <a:lnTo>
                    <a:pt x="3158" y="1"/>
                  </a:lnTo>
                  <a:cubicBezTo>
                    <a:pt x="3158" y="1"/>
                    <a:pt x="2780" y="1548"/>
                    <a:pt x="3133" y="2715"/>
                  </a:cubicBezTo>
                  <a:cubicBezTo>
                    <a:pt x="3331" y="3332"/>
                    <a:pt x="3737" y="3763"/>
                    <a:pt x="4064" y="4027"/>
                  </a:cubicBezTo>
                  <a:cubicBezTo>
                    <a:pt x="3724" y="3829"/>
                    <a:pt x="3211" y="3634"/>
                    <a:pt x="2582" y="3618"/>
                  </a:cubicBezTo>
                  <a:cubicBezTo>
                    <a:pt x="1428" y="3605"/>
                    <a:pt x="120" y="4341"/>
                    <a:pt x="0" y="4404"/>
                  </a:cubicBezTo>
                  <a:lnTo>
                    <a:pt x="0" y="4404"/>
                  </a:lnTo>
                  <a:cubicBezTo>
                    <a:pt x="0" y="4404"/>
                    <a:pt x="1349" y="5244"/>
                    <a:pt x="2570" y="5269"/>
                  </a:cubicBezTo>
                  <a:cubicBezTo>
                    <a:pt x="3211" y="5269"/>
                    <a:pt x="3749" y="5021"/>
                    <a:pt x="4101" y="4785"/>
                  </a:cubicBezTo>
                  <a:cubicBezTo>
                    <a:pt x="3815" y="5062"/>
                    <a:pt x="3460" y="5480"/>
                    <a:pt x="3265" y="6071"/>
                  </a:cubicBezTo>
                  <a:cubicBezTo>
                    <a:pt x="2897" y="7172"/>
                    <a:pt x="3186" y="8638"/>
                    <a:pt x="3211" y="8770"/>
                  </a:cubicBezTo>
                  <a:lnTo>
                    <a:pt x="3211" y="8782"/>
                  </a:lnTo>
                  <a:cubicBezTo>
                    <a:pt x="3211" y="8782"/>
                    <a:pt x="4432" y="7748"/>
                    <a:pt x="4825" y="6593"/>
                  </a:cubicBezTo>
                  <a:cubicBezTo>
                    <a:pt x="5032" y="5977"/>
                    <a:pt x="4954" y="5401"/>
                    <a:pt x="4837" y="4996"/>
                  </a:cubicBezTo>
                  <a:cubicBezTo>
                    <a:pt x="5007" y="5348"/>
                    <a:pt x="5297" y="5807"/>
                    <a:pt x="5794" y="6188"/>
                  </a:cubicBezTo>
                  <a:close/>
                  <a:moveTo>
                    <a:pt x="4602" y="4367"/>
                  </a:moveTo>
                  <a:cubicBezTo>
                    <a:pt x="4602" y="4367"/>
                    <a:pt x="4614" y="4326"/>
                    <a:pt x="4627" y="4275"/>
                  </a:cubicBezTo>
                  <a:lnTo>
                    <a:pt x="4627" y="4326"/>
                  </a:lnTo>
                  <a:cubicBezTo>
                    <a:pt x="4627" y="4341"/>
                    <a:pt x="4614" y="4354"/>
                    <a:pt x="4614" y="4354"/>
                  </a:cubicBezTo>
                  <a:lnTo>
                    <a:pt x="4627" y="4354"/>
                  </a:lnTo>
                  <a:lnTo>
                    <a:pt x="4627" y="4367"/>
                  </a:lnTo>
                  <a:lnTo>
                    <a:pt x="4718" y="4367"/>
                  </a:lnTo>
                  <a:cubicBezTo>
                    <a:pt x="4693" y="4379"/>
                    <a:pt x="4680" y="4379"/>
                    <a:pt x="4668" y="4379"/>
                  </a:cubicBezTo>
                  <a:lnTo>
                    <a:pt x="4639" y="4379"/>
                  </a:lnTo>
                  <a:lnTo>
                    <a:pt x="4639" y="4392"/>
                  </a:lnTo>
                  <a:lnTo>
                    <a:pt x="4627" y="4392"/>
                  </a:lnTo>
                  <a:cubicBezTo>
                    <a:pt x="4627" y="4392"/>
                    <a:pt x="4639" y="4420"/>
                    <a:pt x="4652" y="4470"/>
                  </a:cubicBezTo>
                  <a:cubicBezTo>
                    <a:pt x="4639" y="4458"/>
                    <a:pt x="4639" y="4445"/>
                    <a:pt x="4627" y="4433"/>
                  </a:cubicBezTo>
                  <a:cubicBezTo>
                    <a:pt x="4627" y="4420"/>
                    <a:pt x="4614" y="4404"/>
                    <a:pt x="4614" y="4404"/>
                  </a:cubicBezTo>
                  <a:lnTo>
                    <a:pt x="4614" y="4420"/>
                  </a:lnTo>
                  <a:lnTo>
                    <a:pt x="4614" y="4404"/>
                  </a:lnTo>
                  <a:cubicBezTo>
                    <a:pt x="4614" y="4404"/>
                    <a:pt x="4573" y="4420"/>
                    <a:pt x="4535" y="4458"/>
                  </a:cubicBezTo>
                  <a:cubicBezTo>
                    <a:pt x="4548" y="4445"/>
                    <a:pt x="4561" y="4433"/>
                    <a:pt x="4561" y="4420"/>
                  </a:cubicBezTo>
                  <a:cubicBezTo>
                    <a:pt x="4573" y="4404"/>
                    <a:pt x="4589" y="4404"/>
                    <a:pt x="4589" y="4404"/>
                  </a:cubicBezTo>
                  <a:cubicBezTo>
                    <a:pt x="4589" y="4404"/>
                    <a:pt x="4589" y="4392"/>
                    <a:pt x="4573" y="4392"/>
                  </a:cubicBezTo>
                  <a:lnTo>
                    <a:pt x="4589" y="4392"/>
                  </a:lnTo>
                  <a:cubicBezTo>
                    <a:pt x="4589" y="4392"/>
                    <a:pt x="4561" y="4367"/>
                    <a:pt x="4523" y="4326"/>
                  </a:cubicBezTo>
                  <a:cubicBezTo>
                    <a:pt x="4535" y="4341"/>
                    <a:pt x="4548" y="4354"/>
                    <a:pt x="4561" y="4354"/>
                  </a:cubicBezTo>
                  <a:cubicBezTo>
                    <a:pt x="4573" y="4367"/>
                    <a:pt x="4589" y="4367"/>
                    <a:pt x="4589" y="4367"/>
                  </a:cubicBezTo>
                  <a:lnTo>
                    <a:pt x="4589" y="4354"/>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0"/>
            <p:cNvSpPr/>
            <p:nvPr/>
          </p:nvSpPr>
          <p:spPr>
            <a:xfrm>
              <a:off x="2310877" y="4028616"/>
              <a:ext cx="249193" cy="181910"/>
            </a:xfrm>
            <a:custGeom>
              <a:rect b="b" l="l" r="r" t="t"/>
              <a:pathLst>
                <a:path extrusionOk="0" h="2728" w="3737">
                  <a:moveTo>
                    <a:pt x="511" y="0"/>
                  </a:moveTo>
                  <a:cubicBezTo>
                    <a:pt x="277" y="0"/>
                    <a:pt x="105" y="27"/>
                    <a:pt x="41" y="42"/>
                  </a:cubicBezTo>
                  <a:lnTo>
                    <a:pt x="0" y="42"/>
                  </a:lnTo>
                  <a:cubicBezTo>
                    <a:pt x="0" y="42"/>
                    <a:pt x="198" y="1102"/>
                    <a:pt x="1167" y="1835"/>
                  </a:cubicBezTo>
                  <a:cubicBezTo>
                    <a:pt x="2098" y="2530"/>
                    <a:pt x="3580" y="2715"/>
                    <a:pt x="3724" y="2728"/>
                  </a:cubicBezTo>
                  <a:lnTo>
                    <a:pt x="3737" y="2728"/>
                  </a:lnTo>
                  <a:cubicBezTo>
                    <a:pt x="3737" y="2728"/>
                    <a:pt x="3133" y="1246"/>
                    <a:pt x="2152" y="526"/>
                  </a:cubicBezTo>
                  <a:cubicBezTo>
                    <a:pt x="1581" y="92"/>
                    <a:pt x="941" y="0"/>
                    <a:pt x="511"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0"/>
            <p:cNvSpPr/>
            <p:nvPr/>
          </p:nvSpPr>
          <p:spPr>
            <a:xfrm>
              <a:off x="2311677" y="4028549"/>
              <a:ext cx="219452" cy="160171"/>
            </a:xfrm>
            <a:custGeom>
              <a:rect b="b" l="l" r="r" t="t"/>
              <a:pathLst>
                <a:path extrusionOk="0" h="2402" w="3291">
                  <a:moveTo>
                    <a:pt x="394" y="1"/>
                  </a:moveTo>
                  <a:cubicBezTo>
                    <a:pt x="212" y="1"/>
                    <a:pt x="80" y="19"/>
                    <a:pt x="29" y="27"/>
                  </a:cubicBezTo>
                  <a:lnTo>
                    <a:pt x="1" y="43"/>
                  </a:lnTo>
                  <a:cubicBezTo>
                    <a:pt x="1" y="43"/>
                    <a:pt x="174" y="971"/>
                    <a:pt x="1039" y="1615"/>
                  </a:cubicBezTo>
                  <a:cubicBezTo>
                    <a:pt x="1863" y="2229"/>
                    <a:pt x="3162" y="2386"/>
                    <a:pt x="3278" y="2402"/>
                  </a:cubicBezTo>
                  <a:lnTo>
                    <a:pt x="3291" y="2402"/>
                  </a:lnTo>
                  <a:cubicBezTo>
                    <a:pt x="3291" y="2402"/>
                    <a:pt x="2753" y="1115"/>
                    <a:pt x="1888" y="474"/>
                  </a:cubicBezTo>
                  <a:cubicBezTo>
                    <a:pt x="1358" y="77"/>
                    <a:pt x="770" y="1"/>
                    <a:pt x="39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5" name="Google Shape;1345;p30"/>
            <p:cNvSpPr/>
            <p:nvPr/>
          </p:nvSpPr>
          <p:spPr>
            <a:xfrm>
              <a:off x="2326614" y="4040752"/>
              <a:ext cx="150436" cy="109359"/>
            </a:xfrm>
            <a:custGeom>
              <a:rect b="b" l="l" r="r" t="t"/>
              <a:pathLst>
                <a:path extrusionOk="0" h="1640" w="2256">
                  <a:moveTo>
                    <a:pt x="111" y="0"/>
                  </a:moveTo>
                  <a:cubicBezTo>
                    <a:pt x="73" y="0"/>
                    <a:pt x="45" y="1"/>
                    <a:pt x="28" y="1"/>
                  </a:cubicBezTo>
                  <a:cubicBezTo>
                    <a:pt x="13" y="1"/>
                    <a:pt x="0" y="17"/>
                    <a:pt x="0" y="17"/>
                  </a:cubicBezTo>
                  <a:cubicBezTo>
                    <a:pt x="0" y="17"/>
                    <a:pt x="157" y="593"/>
                    <a:pt x="761" y="1039"/>
                  </a:cubicBezTo>
                  <a:cubicBezTo>
                    <a:pt x="1312" y="1458"/>
                    <a:pt x="2177" y="1615"/>
                    <a:pt x="2255" y="1640"/>
                  </a:cubicBezTo>
                  <a:cubicBezTo>
                    <a:pt x="2255" y="1640"/>
                    <a:pt x="1850" y="803"/>
                    <a:pt x="1258" y="369"/>
                  </a:cubicBezTo>
                  <a:cubicBezTo>
                    <a:pt x="805" y="27"/>
                    <a:pt x="316" y="0"/>
                    <a:pt x="11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6" name="Google Shape;1346;p30"/>
            <p:cNvSpPr/>
            <p:nvPr/>
          </p:nvSpPr>
          <p:spPr>
            <a:xfrm>
              <a:off x="2310877" y="3848703"/>
              <a:ext cx="246459" cy="181643"/>
            </a:xfrm>
            <a:custGeom>
              <a:rect b="b" l="l" r="r" t="t"/>
              <a:pathLst>
                <a:path extrusionOk="0" h="2724" w="3696">
                  <a:moveTo>
                    <a:pt x="3696" y="0"/>
                  </a:moveTo>
                  <a:cubicBezTo>
                    <a:pt x="3696" y="0"/>
                    <a:pt x="2111" y="117"/>
                    <a:pt x="1114" y="824"/>
                  </a:cubicBezTo>
                  <a:cubicBezTo>
                    <a:pt x="211" y="1453"/>
                    <a:pt x="29" y="2488"/>
                    <a:pt x="0" y="2686"/>
                  </a:cubicBezTo>
                  <a:lnTo>
                    <a:pt x="0" y="2711"/>
                  </a:lnTo>
                  <a:cubicBezTo>
                    <a:pt x="0" y="2711"/>
                    <a:pt x="92" y="2724"/>
                    <a:pt x="247" y="2724"/>
                  </a:cubicBezTo>
                  <a:cubicBezTo>
                    <a:pt x="619" y="2724"/>
                    <a:pt x="1356" y="2652"/>
                    <a:pt x="2057" y="2161"/>
                  </a:cubicBezTo>
                  <a:cubicBezTo>
                    <a:pt x="3017" y="1494"/>
                    <a:pt x="3630" y="129"/>
                    <a:pt x="3696" y="13"/>
                  </a:cubicBezTo>
                  <a:lnTo>
                    <a:pt x="3696"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7" name="Google Shape;1347;p30"/>
            <p:cNvSpPr/>
            <p:nvPr/>
          </p:nvSpPr>
          <p:spPr>
            <a:xfrm>
              <a:off x="2310010" y="3868842"/>
              <a:ext cx="218652" cy="161305"/>
            </a:xfrm>
            <a:custGeom>
              <a:rect b="b" l="l" r="r" t="t"/>
              <a:pathLst>
                <a:path extrusionOk="0" h="2419" w="3279">
                  <a:moveTo>
                    <a:pt x="3278" y="0"/>
                  </a:moveTo>
                  <a:cubicBezTo>
                    <a:pt x="3278" y="0"/>
                    <a:pt x="1875" y="117"/>
                    <a:pt x="998" y="733"/>
                  </a:cubicBezTo>
                  <a:cubicBezTo>
                    <a:pt x="199" y="1296"/>
                    <a:pt x="26" y="2214"/>
                    <a:pt x="13" y="2372"/>
                  </a:cubicBezTo>
                  <a:cubicBezTo>
                    <a:pt x="1" y="2397"/>
                    <a:pt x="1" y="2409"/>
                    <a:pt x="1" y="2409"/>
                  </a:cubicBezTo>
                  <a:cubicBezTo>
                    <a:pt x="1" y="2409"/>
                    <a:pt x="72" y="2419"/>
                    <a:pt x="194" y="2419"/>
                  </a:cubicBezTo>
                  <a:cubicBezTo>
                    <a:pt x="515" y="2419"/>
                    <a:pt x="1186" y="2356"/>
                    <a:pt x="1822" y="1900"/>
                  </a:cubicBezTo>
                  <a:cubicBezTo>
                    <a:pt x="2662" y="1309"/>
                    <a:pt x="3225" y="117"/>
                    <a:pt x="3265" y="13"/>
                  </a:cubicBezTo>
                  <a:cubicBezTo>
                    <a:pt x="3278" y="13"/>
                    <a:pt x="3278" y="0"/>
                    <a:pt x="327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8" name="Google Shape;1348;p30"/>
            <p:cNvSpPr/>
            <p:nvPr/>
          </p:nvSpPr>
          <p:spPr>
            <a:xfrm>
              <a:off x="2324947" y="3908052"/>
              <a:ext cx="149369" cy="109359"/>
            </a:xfrm>
            <a:custGeom>
              <a:rect b="b" l="l" r="r" t="t"/>
              <a:pathLst>
                <a:path extrusionOk="0" h="1640" w="2240">
                  <a:moveTo>
                    <a:pt x="2239" y="0"/>
                  </a:moveTo>
                  <a:cubicBezTo>
                    <a:pt x="2239" y="0"/>
                    <a:pt x="1324" y="145"/>
                    <a:pt x="720" y="563"/>
                  </a:cubicBezTo>
                  <a:cubicBezTo>
                    <a:pt x="182" y="957"/>
                    <a:pt x="25" y="1520"/>
                    <a:pt x="0" y="1626"/>
                  </a:cubicBezTo>
                  <a:lnTo>
                    <a:pt x="0" y="1639"/>
                  </a:lnTo>
                  <a:cubicBezTo>
                    <a:pt x="0" y="1639"/>
                    <a:pt x="13" y="1640"/>
                    <a:pt x="38" y="1640"/>
                  </a:cubicBezTo>
                  <a:cubicBezTo>
                    <a:pt x="180" y="1640"/>
                    <a:pt x="693" y="1613"/>
                    <a:pt x="1205" y="1246"/>
                  </a:cubicBezTo>
                  <a:cubicBezTo>
                    <a:pt x="1783" y="840"/>
                    <a:pt x="2202" y="79"/>
                    <a:pt x="2239" y="13"/>
                  </a:cubicBezTo>
                  <a:lnTo>
                    <a:pt x="2239"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0"/>
            <p:cNvSpPr/>
            <p:nvPr/>
          </p:nvSpPr>
          <p:spPr>
            <a:xfrm>
              <a:off x="2187779" y="3738609"/>
              <a:ext cx="152103" cy="290936"/>
            </a:xfrm>
            <a:custGeom>
              <a:rect b="b" l="l" r="r" t="t"/>
              <a:pathLst>
                <a:path extrusionOk="0" h="4363" w="2281">
                  <a:moveTo>
                    <a:pt x="381" y="0"/>
                  </a:moveTo>
                  <a:cubicBezTo>
                    <a:pt x="381" y="0"/>
                    <a:pt x="0" y="1544"/>
                    <a:pt x="352" y="2711"/>
                  </a:cubicBezTo>
                  <a:cubicBezTo>
                    <a:pt x="679" y="3774"/>
                    <a:pt x="1610" y="4271"/>
                    <a:pt x="1780" y="4350"/>
                  </a:cubicBezTo>
                  <a:cubicBezTo>
                    <a:pt x="1809" y="4362"/>
                    <a:pt x="1821" y="4362"/>
                    <a:pt x="1821" y="4362"/>
                  </a:cubicBezTo>
                  <a:cubicBezTo>
                    <a:pt x="1821" y="4362"/>
                    <a:pt x="2280" y="3394"/>
                    <a:pt x="1925" y="2227"/>
                  </a:cubicBezTo>
                  <a:cubicBezTo>
                    <a:pt x="1585" y="1113"/>
                    <a:pt x="484" y="104"/>
                    <a:pt x="381" y="13"/>
                  </a:cubicBezTo>
                  <a:lnTo>
                    <a:pt x="381"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0" name="Google Shape;1350;p30"/>
            <p:cNvSpPr/>
            <p:nvPr/>
          </p:nvSpPr>
          <p:spPr>
            <a:xfrm>
              <a:off x="2201583" y="3772551"/>
              <a:ext cx="133898" cy="256994"/>
            </a:xfrm>
            <a:custGeom>
              <a:rect b="b" l="l" r="r" t="t"/>
              <a:pathLst>
                <a:path extrusionOk="0" h="3854" w="2008">
                  <a:moveTo>
                    <a:pt x="331" y="1"/>
                  </a:moveTo>
                  <a:cubicBezTo>
                    <a:pt x="331" y="1"/>
                    <a:pt x="1" y="1366"/>
                    <a:pt x="315" y="2400"/>
                  </a:cubicBezTo>
                  <a:cubicBezTo>
                    <a:pt x="605" y="3331"/>
                    <a:pt x="1416" y="3775"/>
                    <a:pt x="1573" y="3841"/>
                  </a:cubicBezTo>
                  <a:cubicBezTo>
                    <a:pt x="1589" y="3853"/>
                    <a:pt x="1602" y="3853"/>
                    <a:pt x="1602" y="3853"/>
                  </a:cubicBezTo>
                  <a:cubicBezTo>
                    <a:pt x="1602" y="3853"/>
                    <a:pt x="2007" y="3001"/>
                    <a:pt x="1680" y="1979"/>
                  </a:cubicBezTo>
                  <a:cubicBezTo>
                    <a:pt x="1378" y="998"/>
                    <a:pt x="422" y="92"/>
                    <a:pt x="331" y="13"/>
                  </a:cubicBezTo>
                  <a:lnTo>
                    <a:pt x="331"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1" name="Google Shape;1351;p30"/>
            <p:cNvSpPr/>
            <p:nvPr/>
          </p:nvSpPr>
          <p:spPr>
            <a:xfrm>
              <a:off x="2234124" y="3836300"/>
              <a:ext cx="82019" cy="175842"/>
            </a:xfrm>
            <a:custGeom>
              <a:rect b="b" l="l" r="r" t="t"/>
              <a:pathLst>
                <a:path extrusionOk="0" h="2637" w="1230">
                  <a:moveTo>
                    <a:pt x="142" y="1"/>
                  </a:moveTo>
                  <a:cubicBezTo>
                    <a:pt x="142" y="1"/>
                    <a:pt x="0" y="919"/>
                    <a:pt x="208" y="1614"/>
                  </a:cubicBezTo>
                  <a:cubicBezTo>
                    <a:pt x="406" y="2256"/>
                    <a:pt x="903" y="2570"/>
                    <a:pt x="994" y="2636"/>
                  </a:cubicBezTo>
                  <a:lnTo>
                    <a:pt x="1007" y="2636"/>
                  </a:lnTo>
                  <a:cubicBezTo>
                    <a:pt x="1007" y="2636"/>
                    <a:pt x="1230" y="2073"/>
                    <a:pt x="1007" y="1366"/>
                  </a:cubicBezTo>
                  <a:cubicBezTo>
                    <a:pt x="799" y="696"/>
                    <a:pt x="208" y="67"/>
                    <a:pt x="157"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0"/>
            <p:cNvSpPr/>
            <p:nvPr/>
          </p:nvSpPr>
          <p:spPr>
            <a:xfrm>
              <a:off x="2001532" y="3980603"/>
              <a:ext cx="306873" cy="109359"/>
            </a:xfrm>
            <a:custGeom>
              <a:rect b="b" l="l" r="r" t="t"/>
              <a:pathLst>
                <a:path extrusionOk="0" h="1640" w="4602">
                  <a:moveTo>
                    <a:pt x="2565" y="0"/>
                  </a:moveTo>
                  <a:cubicBezTo>
                    <a:pt x="1421" y="0"/>
                    <a:pt x="131" y="709"/>
                    <a:pt x="13" y="774"/>
                  </a:cubicBezTo>
                  <a:cubicBezTo>
                    <a:pt x="13" y="787"/>
                    <a:pt x="0" y="787"/>
                    <a:pt x="0" y="787"/>
                  </a:cubicBezTo>
                  <a:cubicBezTo>
                    <a:pt x="0" y="787"/>
                    <a:pt x="1365" y="1627"/>
                    <a:pt x="2582" y="1639"/>
                  </a:cubicBezTo>
                  <a:cubicBezTo>
                    <a:pt x="2592" y="1639"/>
                    <a:pt x="2601" y="1639"/>
                    <a:pt x="2610" y="1639"/>
                  </a:cubicBezTo>
                  <a:cubicBezTo>
                    <a:pt x="3696" y="1639"/>
                    <a:pt x="4445" y="918"/>
                    <a:pt x="4573" y="787"/>
                  </a:cubicBezTo>
                  <a:cubicBezTo>
                    <a:pt x="4589" y="774"/>
                    <a:pt x="4602" y="762"/>
                    <a:pt x="4602" y="762"/>
                  </a:cubicBezTo>
                  <a:cubicBezTo>
                    <a:pt x="4602" y="762"/>
                    <a:pt x="3815" y="13"/>
                    <a:pt x="2595" y="1"/>
                  </a:cubicBezTo>
                  <a:cubicBezTo>
                    <a:pt x="2585" y="1"/>
                    <a:pt x="2575" y="0"/>
                    <a:pt x="2565"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3" name="Google Shape;1353;p30"/>
            <p:cNvSpPr/>
            <p:nvPr/>
          </p:nvSpPr>
          <p:spPr>
            <a:xfrm>
              <a:off x="2037341" y="3987538"/>
              <a:ext cx="271064" cy="95289"/>
            </a:xfrm>
            <a:custGeom>
              <a:rect b="b" l="l" r="r" t="t"/>
              <a:pathLst>
                <a:path extrusionOk="0" h="1429" w="4065">
                  <a:moveTo>
                    <a:pt x="2264" y="0"/>
                  </a:moveTo>
                  <a:cubicBezTo>
                    <a:pt x="1249" y="0"/>
                    <a:pt x="119" y="630"/>
                    <a:pt x="14" y="683"/>
                  </a:cubicBezTo>
                  <a:lnTo>
                    <a:pt x="1" y="683"/>
                  </a:lnTo>
                  <a:cubicBezTo>
                    <a:pt x="1" y="683"/>
                    <a:pt x="1206" y="1416"/>
                    <a:pt x="2281" y="1428"/>
                  </a:cubicBezTo>
                  <a:cubicBezTo>
                    <a:pt x="2293" y="1429"/>
                    <a:pt x="2305" y="1429"/>
                    <a:pt x="2317" y="1429"/>
                  </a:cubicBezTo>
                  <a:cubicBezTo>
                    <a:pt x="3266" y="1429"/>
                    <a:pt x="3921" y="813"/>
                    <a:pt x="4036" y="683"/>
                  </a:cubicBezTo>
                  <a:cubicBezTo>
                    <a:pt x="4052" y="670"/>
                    <a:pt x="4065" y="670"/>
                    <a:pt x="4065" y="670"/>
                  </a:cubicBezTo>
                  <a:cubicBezTo>
                    <a:pt x="4065" y="670"/>
                    <a:pt x="3369" y="13"/>
                    <a:pt x="2294" y="0"/>
                  </a:cubicBezTo>
                  <a:cubicBezTo>
                    <a:pt x="2284" y="0"/>
                    <a:pt x="2274" y="0"/>
                    <a:pt x="226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4" name="Google Shape;1354;p30"/>
            <p:cNvSpPr/>
            <p:nvPr/>
          </p:nvSpPr>
          <p:spPr>
            <a:xfrm>
              <a:off x="2103825" y="4006810"/>
              <a:ext cx="185311" cy="56080"/>
            </a:xfrm>
            <a:custGeom>
              <a:rect b="b" l="l" r="r" t="t"/>
              <a:pathLst>
                <a:path extrusionOk="0" h="841" w="2779">
                  <a:moveTo>
                    <a:pt x="1538" y="0"/>
                  </a:moveTo>
                  <a:cubicBezTo>
                    <a:pt x="839" y="0"/>
                    <a:pt x="78" y="354"/>
                    <a:pt x="14" y="394"/>
                  </a:cubicBezTo>
                  <a:lnTo>
                    <a:pt x="1" y="394"/>
                  </a:lnTo>
                  <a:cubicBezTo>
                    <a:pt x="1" y="394"/>
                    <a:pt x="825" y="825"/>
                    <a:pt x="1561" y="841"/>
                  </a:cubicBezTo>
                  <a:cubicBezTo>
                    <a:pt x="2228" y="841"/>
                    <a:pt x="2687" y="473"/>
                    <a:pt x="2766" y="407"/>
                  </a:cubicBezTo>
                  <a:lnTo>
                    <a:pt x="2778" y="394"/>
                  </a:lnTo>
                  <a:cubicBezTo>
                    <a:pt x="2778" y="394"/>
                    <a:pt x="2306" y="13"/>
                    <a:pt x="1574" y="1"/>
                  </a:cubicBezTo>
                  <a:cubicBezTo>
                    <a:pt x="1562" y="1"/>
                    <a:pt x="1550" y="0"/>
                    <a:pt x="1538"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5" name="Google Shape;1355;p30"/>
            <p:cNvSpPr/>
            <p:nvPr/>
          </p:nvSpPr>
          <p:spPr>
            <a:xfrm>
              <a:off x="2194648" y="4033017"/>
              <a:ext cx="152169" cy="291002"/>
            </a:xfrm>
            <a:custGeom>
              <a:rect b="b" l="l" r="r" t="t"/>
              <a:pathLst>
                <a:path extrusionOk="0" h="4364" w="2282">
                  <a:moveTo>
                    <a:pt x="1718" y="1"/>
                  </a:moveTo>
                  <a:cubicBezTo>
                    <a:pt x="1718" y="1"/>
                    <a:pt x="775" y="498"/>
                    <a:pt x="381" y="1652"/>
                  </a:cubicBezTo>
                  <a:cubicBezTo>
                    <a:pt x="1" y="2753"/>
                    <a:pt x="303" y="4222"/>
                    <a:pt x="328" y="4351"/>
                  </a:cubicBezTo>
                  <a:lnTo>
                    <a:pt x="328" y="4363"/>
                  </a:lnTo>
                  <a:cubicBezTo>
                    <a:pt x="328" y="4363"/>
                    <a:pt x="1548" y="3341"/>
                    <a:pt x="1929" y="2190"/>
                  </a:cubicBezTo>
                  <a:cubicBezTo>
                    <a:pt x="2281" y="1140"/>
                    <a:pt x="1822" y="183"/>
                    <a:pt x="1731" y="26"/>
                  </a:cubicBezTo>
                  <a:cubicBezTo>
                    <a:pt x="1731" y="1"/>
                    <a:pt x="1718" y="1"/>
                    <a:pt x="1718"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6" name="Google Shape;1356;p30"/>
            <p:cNvSpPr/>
            <p:nvPr/>
          </p:nvSpPr>
          <p:spPr>
            <a:xfrm>
              <a:off x="2209585" y="4033017"/>
              <a:ext cx="132832" cy="257861"/>
            </a:xfrm>
            <a:custGeom>
              <a:rect b="b" l="l" r="r" t="t"/>
              <a:pathLst>
                <a:path extrusionOk="0" h="3867" w="1992">
                  <a:moveTo>
                    <a:pt x="1507" y="1"/>
                  </a:moveTo>
                  <a:cubicBezTo>
                    <a:pt x="1507" y="1"/>
                    <a:pt x="683" y="448"/>
                    <a:pt x="327" y="1470"/>
                  </a:cubicBezTo>
                  <a:cubicBezTo>
                    <a:pt x="0" y="2438"/>
                    <a:pt x="249" y="3734"/>
                    <a:pt x="274" y="3854"/>
                  </a:cubicBezTo>
                  <a:lnTo>
                    <a:pt x="274" y="3866"/>
                  </a:lnTo>
                  <a:cubicBezTo>
                    <a:pt x="274" y="3866"/>
                    <a:pt x="1337" y="2948"/>
                    <a:pt x="1677" y="1926"/>
                  </a:cubicBezTo>
                  <a:cubicBezTo>
                    <a:pt x="1991" y="1011"/>
                    <a:pt x="1598" y="171"/>
                    <a:pt x="1519" y="26"/>
                  </a:cubicBezTo>
                  <a:lnTo>
                    <a:pt x="1507"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7" name="Google Shape;1357;p30"/>
            <p:cNvSpPr/>
            <p:nvPr/>
          </p:nvSpPr>
          <p:spPr>
            <a:xfrm>
              <a:off x="2240192" y="4050421"/>
              <a:ext cx="82086" cy="176709"/>
            </a:xfrm>
            <a:custGeom>
              <a:rect b="b" l="l" r="r" t="t"/>
              <a:pathLst>
                <a:path extrusionOk="0" h="2650" w="1231">
                  <a:moveTo>
                    <a:pt x="969" y="1"/>
                  </a:moveTo>
                  <a:cubicBezTo>
                    <a:pt x="969" y="1"/>
                    <a:pt x="460" y="344"/>
                    <a:pt x="224" y="1036"/>
                  </a:cubicBezTo>
                  <a:cubicBezTo>
                    <a:pt x="0" y="1706"/>
                    <a:pt x="104" y="2558"/>
                    <a:pt x="117" y="2649"/>
                  </a:cubicBezTo>
                  <a:cubicBezTo>
                    <a:pt x="117" y="2649"/>
                    <a:pt x="787" y="2008"/>
                    <a:pt x="1023" y="1300"/>
                  </a:cubicBezTo>
                  <a:cubicBezTo>
                    <a:pt x="1230" y="671"/>
                    <a:pt x="1023" y="121"/>
                    <a:pt x="982" y="14"/>
                  </a:cubicBezTo>
                  <a:lnTo>
                    <a:pt x="969"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8" name="Google Shape;1358;p30"/>
          <p:cNvGrpSpPr/>
          <p:nvPr/>
        </p:nvGrpSpPr>
        <p:grpSpPr>
          <a:xfrm>
            <a:off x="96618" y="76267"/>
            <a:ext cx="1825341" cy="2021122"/>
            <a:chOff x="1180196" y="1611644"/>
            <a:chExt cx="1265489" cy="1401221"/>
          </a:xfrm>
        </p:grpSpPr>
        <p:sp>
          <p:nvSpPr>
            <p:cNvPr id="1359" name="Google Shape;1359;p30"/>
            <p:cNvSpPr/>
            <p:nvPr/>
          </p:nvSpPr>
          <p:spPr>
            <a:xfrm>
              <a:off x="1368110" y="1764685"/>
              <a:ext cx="719237" cy="825996"/>
            </a:xfrm>
            <a:custGeom>
              <a:rect b="b" l="l" r="r" t="t"/>
              <a:pathLst>
                <a:path extrusionOk="0" h="12387" w="10786">
                  <a:moveTo>
                    <a:pt x="394" y="7275"/>
                  </a:moveTo>
                  <a:cubicBezTo>
                    <a:pt x="236" y="7392"/>
                    <a:pt x="133" y="7549"/>
                    <a:pt x="79" y="7719"/>
                  </a:cubicBezTo>
                  <a:cubicBezTo>
                    <a:pt x="1" y="7942"/>
                    <a:pt x="38" y="8178"/>
                    <a:pt x="183" y="8364"/>
                  </a:cubicBezTo>
                  <a:lnTo>
                    <a:pt x="497" y="8757"/>
                  </a:lnTo>
                  <a:lnTo>
                    <a:pt x="604" y="8873"/>
                  </a:lnTo>
                  <a:cubicBezTo>
                    <a:pt x="762" y="9071"/>
                    <a:pt x="1035" y="9134"/>
                    <a:pt x="1312" y="9084"/>
                  </a:cubicBezTo>
                  <a:cubicBezTo>
                    <a:pt x="1454" y="9043"/>
                    <a:pt x="1586" y="8977"/>
                    <a:pt x="1718" y="8886"/>
                  </a:cubicBezTo>
                  <a:lnTo>
                    <a:pt x="4549" y="6580"/>
                  </a:lnTo>
                  <a:lnTo>
                    <a:pt x="2347" y="10892"/>
                  </a:lnTo>
                  <a:cubicBezTo>
                    <a:pt x="2256" y="11062"/>
                    <a:pt x="2215" y="11245"/>
                    <a:pt x="2240" y="11414"/>
                  </a:cubicBezTo>
                  <a:cubicBezTo>
                    <a:pt x="2268" y="11650"/>
                    <a:pt x="2385" y="11861"/>
                    <a:pt x="2583" y="11965"/>
                  </a:cubicBezTo>
                  <a:lnTo>
                    <a:pt x="3042" y="12201"/>
                  </a:lnTo>
                  <a:lnTo>
                    <a:pt x="3183" y="12267"/>
                  </a:lnTo>
                  <a:cubicBezTo>
                    <a:pt x="3407" y="12386"/>
                    <a:pt x="3684" y="12345"/>
                    <a:pt x="3907" y="12176"/>
                  </a:cubicBezTo>
                  <a:cubicBezTo>
                    <a:pt x="4036" y="12097"/>
                    <a:pt x="4127" y="11981"/>
                    <a:pt x="4206" y="11836"/>
                  </a:cubicBezTo>
                  <a:lnTo>
                    <a:pt x="8584" y="3316"/>
                  </a:lnTo>
                  <a:lnTo>
                    <a:pt x="10326" y="1900"/>
                  </a:lnTo>
                  <a:cubicBezTo>
                    <a:pt x="10694" y="1601"/>
                    <a:pt x="10785" y="1114"/>
                    <a:pt x="10537" y="815"/>
                  </a:cubicBezTo>
                  <a:lnTo>
                    <a:pt x="10446" y="696"/>
                  </a:lnTo>
                  <a:lnTo>
                    <a:pt x="10119" y="302"/>
                  </a:lnTo>
                  <a:cubicBezTo>
                    <a:pt x="9867" y="0"/>
                    <a:pt x="9370" y="0"/>
                    <a:pt x="9002" y="290"/>
                  </a:cubicBezTo>
                  <a:lnTo>
                    <a:pt x="8518" y="683"/>
                  </a:lnTo>
                  <a:lnTo>
                    <a:pt x="8414" y="630"/>
                  </a:lnTo>
                  <a:cubicBezTo>
                    <a:pt x="8059" y="447"/>
                    <a:pt x="7603" y="642"/>
                    <a:pt x="7392" y="1064"/>
                  </a:cubicBezTo>
                  <a:lnTo>
                    <a:pt x="6920" y="1979"/>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0"/>
            <p:cNvSpPr/>
            <p:nvPr/>
          </p:nvSpPr>
          <p:spPr>
            <a:xfrm>
              <a:off x="1924578" y="1611644"/>
              <a:ext cx="145168" cy="114627"/>
            </a:xfrm>
            <a:custGeom>
              <a:rect b="b" l="l" r="r" t="t"/>
              <a:pathLst>
                <a:path extrusionOk="0" h="1719" w="2177">
                  <a:moveTo>
                    <a:pt x="1324" y="1533"/>
                  </a:moveTo>
                  <a:cubicBezTo>
                    <a:pt x="1850" y="1350"/>
                    <a:pt x="2177" y="903"/>
                    <a:pt x="2045" y="526"/>
                  </a:cubicBezTo>
                  <a:cubicBezTo>
                    <a:pt x="1916" y="158"/>
                    <a:pt x="1378" y="1"/>
                    <a:pt x="853" y="183"/>
                  </a:cubicBezTo>
                  <a:cubicBezTo>
                    <a:pt x="327" y="353"/>
                    <a:pt x="0" y="812"/>
                    <a:pt x="145" y="1180"/>
                  </a:cubicBezTo>
                  <a:cubicBezTo>
                    <a:pt x="277" y="1561"/>
                    <a:pt x="799" y="1718"/>
                    <a:pt x="1324" y="153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0"/>
            <p:cNvSpPr/>
            <p:nvPr/>
          </p:nvSpPr>
          <p:spPr>
            <a:xfrm>
              <a:off x="1228279" y="2027410"/>
              <a:ext cx="144168" cy="117295"/>
            </a:xfrm>
            <a:custGeom>
              <a:rect b="b" l="l" r="r" t="t"/>
              <a:pathLst>
                <a:path extrusionOk="0" h="1759" w="2162">
                  <a:moveTo>
                    <a:pt x="1441" y="1469"/>
                  </a:moveTo>
                  <a:cubicBezTo>
                    <a:pt x="1926" y="1180"/>
                    <a:pt x="2162" y="683"/>
                    <a:pt x="1967" y="356"/>
                  </a:cubicBezTo>
                  <a:cubicBezTo>
                    <a:pt x="1768" y="29"/>
                    <a:pt x="1218" y="1"/>
                    <a:pt x="721" y="290"/>
                  </a:cubicBezTo>
                  <a:cubicBezTo>
                    <a:pt x="237" y="567"/>
                    <a:pt x="1" y="1064"/>
                    <a:pt x="196" y="1391"/>
                  </a:cubicBezTo>
                  <a:cubicBezTo>
                    <a:pt x="394" y="1718"/>
                    <a:pt x="957" y="1759"/>
                    <a:pt x="1441" y="1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0"/>
            <p:cNvSpPr/>
            <p:nvPr/>
          </p:nvSpPr>
          <p:spPr>
            <a:xfrm>
              <a:off x="1603107" y="1794218"/>
              <a:ext cx="152103" cy="117895"/>
            </a:xfrm>
            <a:custGeom>
              <a:rect b="b" l="l" r="r" t="t"/>
              <a:pathLst>
                <a:path extrusionOk="0" h="1768" w="2281">
                  <a:moveTo>
                    <a:pt x="1457" y="1507"/>
                  </a:moveTo>
                  <a:cubicBezTo>
                    <a:pt x="1994" y="1246"/>
                    <a:pt x="2281" y="746"/>
                    <a:pt x="2111" y="406"/>
                  </a:cubicBezTo>
                  <a:cubicBezTo>
                    <a:pt x="1941" y="66"/>
                    <a:pt x="1365" y="0"/>
                    <a:pt x="828" y="261"/>
                  </a:cubicBezTo>
                  <a:cubicBezTo>
                    <a:pt x="290" y="525"/>
                    <a:pt x="0" y="1022"/>
                    <a:pt x="173" y="1362"/>
                  </a:cubicBezTo>
                  <a:cubicBezTo>
                    <a:pt x="343" y="1705"/>
                    <a:pt x="919" y="1768"/>
                    <a:pt x="1457" y="150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0"/>
            <p:cNvSpPr/>
            <p:nvPr/>
          </p:nvSpPr>
          <p:spPr>
            <a:xfrm>
              <a:off x="1403857" y="1957592"/>
              <a:ext cx="94422" cy="121496"/>
            </a:xfrm>
            <a:custGeom>
              <a:rect b="b" l="l" r="r" t="t"/>
              <a:pathLst>
                <a:path extrusionOk="0" h="1822" w="1416">
                  <a:moveTo>
                    <a:pt x="592" y="1771"/>
                  </a:moveTo>
                  <a:cubicBezTo>
                    <a:pt x="931" y="1821"/>
                    <a:pt x="1274" y="1469"/>
                    <a:pt x="1337" y="997"/>
                  </a:cubicBezTo>
                  <a:cubicBezTo>
                    <a:pt x="1416" y="525"/>
                    <a:pt x="1180" y="91"/>
                    <a:pt x="828" y="41"/>
                  </a:cubicBezTo>
                  <a:cubicBezTo>
                    <a:pt x="472" y="0"/>
                    <a:pt x="132" y="340"/>
                    <a:pt x="66" y="812"/>
                  </a:cubicBezTo>
                  <a:cubicBezTo>
                    <a:pt x="0" y="1299"/>
                    <a:pt x="236" y="1718"/>
                    <a:pt x="592" y="177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0"/>
            <p:cNvSpPr/>
            <p:nvPr/>
          </p:nvSpPr>
          <p:spPr>
            <a:xfrm>
              <a:off x="2326723" y="1640792"/>
              <a:ext cx="118962" cy="143301"/>
            </a:xfrm>
            <a:custGeom>
              <a:rect b="b" l="l" r="r" t="t"/>
              <a:pathLst>
                <a:path extrusionOk="0" h="2149" w="1784">
                  <a:moveTo>
                    <a:pt x="236" y="787"/>
                  </a:moveTo>
                  <a:cubicBezTo>
                    <a:pt x="0" y="1284"/>
                    <a:pt x="104" y="1822"/>
                    <a:pt x="472" y="1991"/>
                  </a:cubicBezTo>
                  <a:cubicBezTo>
                    <a:pt x="840" y="2149"/>
                    <a:pt x="1324" y="1875"/>
                    <a:pt x="1548" y="1378"/>
                  </a:cubicBezTo>
                  <a:cubicBezTo>
                    <a:pt x="1784" y="878"/>
                    <a:pt x="1664" y="340"/>
                    <a:pt x="1312" y="170"/>
                  </a:cubicBezTo>
                  <a:cubicBezTo>
                    <a:pt x="944" y="1"/>
                    <a:pt x="459" y="277"/>
                    <a:pt x="236" y="78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0"/>
            <p:cNvSpPr/>
            <p:nvPr/>
          </p:nvSpPr>
          <p:spPr>
            <a:xfrm>
              <a:off x="1425862" y="1826492"/>
              <a:ext cx="164306" cy="148569"/>
            </a:xfrm>
            <a:custGeom>
              <a:rect b="b" l="l" r="r" t="t"/>
              <a:pathLst>
                <a:path extrusionOk="0" h="2228" w="2464">
                  <a:moveTo>
                    <a:pt x="878" y="1494"/>
                  </a:moveTo>
                  <a:cubicBezTo>
                    <a:pt x="1400" y="1913"/>
                    <a:pt x="1888" y="2227"/>
                    <a:pt x="2174" y="1875"/>
                  </a:cubicBezTo>
                  <a:cubicBezTo>
                    <a:pt x="2463" y="1520"/>
                    <a:pt x="2265" y="906"/>
                    <a:pt x="1743" y="485"/>
                  </a:cubicBezTo>
                  <a:cubicBezTo>
                    <a:pt x="1230" y="54"/>
                    <a:pt x="576" y="0"/>
                    <a:pt x="287" y="356"/>
                  </a:cubicBezTo>
                  <a:cubicBezTo>
                    <a:pt x="1" y="696"/>
                    <a:pt x="353" y="1076"/>
                    <a:pt x="878" y="149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6" name="Google Shape;1366;p30"/>
            <p:cNvSpPr/>
            <p:nvPr/>
          </p:nvSpPr>
          <p:spPr>
            <a:xfrm>
              <a:off x="1599715" y="2593958"/>
              <a:ext cx="156504" cy="124229"/>
            </a:xfrm>
            <a:custGeom>
              <a:rect b="b" l="l" r="r" t="t"/>
              <a:pathLst>
                <a:path extrusionOk="0" h="1863" w="2347">
                  <a:moveTo>
                    <a:pt x="931" y="170"/>
                  </a:moveTo>
                  <a:cubicBezTo>
                    <a:pt x="356" y="353"/>
                    <a:pt x="0" y="840"/>
                    <a:pt x="132" y="1259"/>
                  </a:cubicBezTo>
                  <a:cubicBezTo>
                    <a:pt x="277" y="1677"/>
                    <a:pt x="840" y="1863"/>
                    <a:pt x="1415" y="1690"/>
                  </a:cubicBezTo>
                  <a:cubicBezTo>
                    <a:pt x="1991" y="1507"/>
                    <a:pt x="2346" y="1023"/>
                    <a:pt x="2202" y="605"/>
                  </a:cubicBezTo>
                  <a:cubicBezTo>
                    <a:pt x="2070" y="183"/>
                    <a:pt x="1494" y="1"/>
                    <a:pt x="931" y="17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7" name="Google Shape;1367;p30"/>
            <p:cNvSpPr/>
            <p:nvPr/>
          </p:nvSpPr>
          <p:spPr>
            <a:xfrm>
              <a:off x="1456412" y="2705786"/>
              <a:ext cx="113560" cy="147702"/>
            </a:xfrm>
            <a:custGeom>
              <a:rect b="b" l="l" r="r" t="t"/>
              <a:pathLst>
                <a:path extrusionOk="0" h="2215" w="1703">
                  <a:moveTo>
                    <a:pt x="1652" y="1180"/>
                  </a:moveTo>
                  <a:cubicBezTo>
                    <a:pt x="1703" y="591"/>
                    <a:pt x="1375" y="79"/>
                    <a:pt x="945" y="41"/>
                  </a:cubicBezTo>
                  <a:cubicBezTo>
                    <a:pt x="498" y="0"/>
                    <a:pt x="105" y="447"/>
                    <a:pt x="51" y="1035"/>
                  </a:cubicBezTo>
                  <a:cubicBezTo>
                    <a:pt x="1" y="1626"/>
                    <a:pt x="315" y="2136"/>
                    <a:pt x="759" y="2177"/>
                  </a:cubicBezTo>
                  <a:cubicBezTo>
                    <a:pt x="1206" y="2214"/>
                    <a:pt x="1599" y="1771"/>
                    <a:pt x="1652" y="118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0"/>
            <p:cNvSpPr/>
            <p:nvPr/>
          </p:nvSpPr>
          <p:spPr>
            <a:xfrm>
              <a:off x="2095558" y="1708737"/>
              <a:ext cx="173108" cy="115427"/>
            </a:xfrm>
            <a:custGeom>
              <a:rect b="b" l="l" r="r" t="t"/>
              <a:pathLst>
                <a:path extrusionOk="0" h="1731" w="2596">
                  <a:moveTo>
                    <a:pt x="1523" y="1548"/>
                  </a:moveTo>
                  <a:cubicBezTo>
                    <a:pt x="2177" y="1375"/>
                    <a:pt x="2595" y="878"/>
                    <a:pt x="2466" y="431"/>
                  </a:cubicBezTo>
                  <a:cubicBezTo>
                    <a:pt x="2334" y="0"/>
                    <a:pt x="1825" y="79"/>
                    <a:pt x="1180" y="261"/>
                  </a:cubicBezTo>
                  <a:cubicBezTo>
                    <a:pt x="538" y="447"/>
                    <a:pt x="0" y="655"/>
                    <a:pt x="132" y="1089"/>
                  </a:cubicBezTo>
                  <a:cubicBezTo>
                    <a:pt x="252" y="1520"/>
                    <a:pt x="881" y="1730"/>
                    <a:pt x="1523" y="154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0"/>
            <p:cNvSpPr/>
            <p:nvPr/>
          </p:nvSpPr>
          <p:spPr>
            <a:xfrm>
              <a:off x="1680002" y="2836019"/>
              <a:ext cx="141634" cy="166973"/>
            </a:xfrm>
            <a:custGeom>
              <a:rect b="b" l="l" r="r" t="t"/>
              <a:pathLst>
                <a:path extrusionOk="0" h="2504" w="2124">
                  <a:moveTo>
                    <a:pt x="369" y="261"/>
                  </a:moveTo>
                  <a:cubicBezTo>
                    <a:pt x="1" y="513"/>
                    <a:pt x="1" y="1167"/>
                    <a:pt x="381" y="1718"/>
                  </a:cubicBezTo>
                  <a:cubicBezTo>
                    <a:pt x="762" y="2268"/>
                    <a:pt x="1378" y="2504"/>
                    <a:pt x="1759" y="2243"/>
                  </a:cubicBezTo>
                  <a:cubicBezTo>
                    <a:pt x="2124" y="1991"/>
                    <a:pt x="1888" y="1535"/>
                    <a:pt x="1510" y="985"/>
                  </a:cubicBezTo>
                  <a:cubicBezTo>
                    <a:pt x="1117" y="434"/>
                    <a:pt x="749" y="0"/>
                    <a:pt x="369" y="2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0"/>
            <p:cNvSpPr/>
            <p:nvPr/>
          </p:nvSpPr>
          <p:spPr>
            <a:xfrm>
              <a:off x="1416989" y="1835703"/>
              <a:ext cx="444039" cy="732107"/>
            </a:xfrm>
            <a:custGeom>
              <a:rect b="b" l="l" r="r" t="t"/>
              <a:pathLst>
                <a:path extrusionOk="0" h="10979" w="6659">
                  <a:moveTo>
                    <a:pt x="5918" y="0"/>
                  </a:moveTo>
                  <a:cubicBezTo>
                    <a:pt x="5631" y="0"/>
                    <a:pt x="5335" y="183"/>
                    <a:pt x="5177" y="496"/>
                  </a:cubicBezTo>
                  <a:lnTo>
                    <a:pt x="120" y="10324"/>
                  </a:lnTo>
                  <a:cubicBezTo>
                    <a:pt x="41" y="10494"/>
                    <a:pt x="0" y="10680"/>
                    <a:pt x="29" y="10850"/>
                  </a:cubicBezTo>
                  <a:cubicBezTo>
                    <a:pt x="143" y="10792"/>
                    <a:pt x="283" y="10762"/>
                    <a:pt x="435" y="10762"/>
                  </a:cubicBezTo>
                  <a:cubicBezTo>
                    <a:pt x="632" y="10762"/>
                    <a:pt x="849" y="10811"/>
                    <a:pt x="1063" y="10916"/>
                  </a:cubicBezTo>
                  <a:cubicBezTo>
                    <a:pt x="1089" y="10941"/>
                    <a:pt x="1129" y="10953"/>
                    <a:pt x="1167" y="10979"/>
                  </a:cubicBezTo>
                  <a:lnTo>
                    <a:pt x="6659" y="301"/>
                  </a:lnTo>
                  <a:lnTo>
                    <a:pt x="6200" y="65"/>
                  </a:lnTo>
                  <a:cubicBezTo>
                    <a:pt x="6111" y="21"/>
                    <a:pt x="6015" y="0"/>
                    <a:pt x="591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0"/>
            <p:cNvSpPr/>
            <p:nvPr/>
          </p:nvSpPr>
          <p:spPr>
            <a:xfrm>
              <a:off x="1494809" y="1855708"/>
              <a:ext cx="405430" cy="755113"/>
            </a:xfrm>
            <a:custGeom>
              <a:rect b="b" l="l" r="r" t="t"/>
              <a:pathLst>
                <a:path extrusionOk="0" h="11324" w="6080">
                  <a:moveTo>
                    <a:pt x="5492" y="1"/>
                  </a:moveTo>
                  <a:lnTo>
                    <a:pt x="0" y="10679"/>
                  </a:lnTo>
                  <a:cubicBezTo>
                    <a:pt x="277" y="10851"/>
                    <a:pt x="459" y="11087"/>
                    <a:pt x="525" y="11323"/>
                  </a:cubicBezTo>
                  <a:cubicBezTo>
                    <a:pt x="642" y="11229"/>
                    <a:pt x="749" y="11113"/>
                    <a:pt x="827" y="10968"/>
                  </a:cubicBezTo>
                  <a:lnTo>
                    <a:pt x="5872" y="1139"/>
                  </a:lnTo>
                  <a:cubicBezTo>
                    <a:pt x="6080" y="733"/>
                    <a:pt x="5976" y="249"/>
                    <a:pt x="5624" y="63"/>
                  </a:cubicBezTo>
                  <a:lnTo>
                    <a:pt x="5492"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0"/>
            <p:cNvSpPr/>
            <p:nvPr/>
          </p:nvSpPr>
          <p:spPr>
            <a:xfrm>
              <a:off x="1418856" y="2553284"/>
              <a:ext cx="111026" cy="67283"/>
            </a:xfrm>
            <a:custGeom>
              <a:rect b="b" l="l" r="r" t="t"/>
              <a:pathLst>
                <a:path extrusionOk="0" h="1009" w="1665">
                  <a:moveTo>
                    <a:pt x="407" y="1"/>
                  </a:moveTo>
                  <a:cubicBezTo>
                    <a:pt x="255" y="1"/>
                    <a:pt x="115" y="31"/>
                    <a:pt x="1" y="89"/>
                  </a:cubicBezTo>
                  <a:cubicBezTo>
                    <a:pt x="13" y="337"/>
                    <a:pt x="142" y="532"/>
                    <a:pt x="340" y="639"/>
                  </a:cubicBezTo>
                  <a:lnTo>
                    <a:pt x="800" y="875"/>
                  </a:lnTo>
                  <a:lnTo>
                    <a:pt x="944" y="941"/>
                  </a:lnTo>
                  <a:cubicBezTo>
                    <a:pt x="1031" y="987"/>
                    <a:pt x="1127" y="1009"/>
                    <a:pt x="1225" y="1009"/>
                  </a:cubicBezTo>
                  <a:cubicBezTo>
                    <a:pt x="1375" y="1009"/>
                    <a:pt x="1529" y="957"/>
                    <a:pt x="1664" y="862"/>
                  </a:cubicBezTo>
                  <a:cubicBezTo>
                    <a:pt x="1598" y="626"/>
                    <a:pt x="1416" y="390"/>
                    <a:pt x="1139" y="218"/>
                  </a:cubicBezTo>
                  <a:cubicBezTo>
                    <a:pt x="1101" y="192"/>
                    <a:pt x="1061" y="180"/>
                    <a:pt x="1035" y="155"/>
                  </a:cubicBezTo>
                  <a:cubicBezTo>
                    <a:pt x="821" y="50"/>
                    <a:pt x="604" y="1"/>
                    <a:pt x="407"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0"/>
            <p:cNvSpPr/>
            <p:nvPr/>
          </p:nvSpPr>
          <p:spPr>
            <a:xfrm>
              <a:off x="1274553" y="1803295"/>
              <a:ext cx="690497" cy="546997"/>
            </a:xfrm>
            <a:custGeom>
              <a:rect b="b" l="l" r="r" t="t"/>
              <a:pathLst>
                <a:path extrusionOk="0" h="8203" w="10355">
                  <a:moveTo>
                    <a:pt x="9516" y="1"/>
                  </a:moveTo>
                  <a:cubicBezTo>
                    <a:pt x="9315" y="1"/>
                    <a:pt x="9101" y="73"/>
                    <a:pt x="8927" y="220"/>
                  </a:cubicBezTo>
                  <a:lnTo>
                    <a:pt x="303" y="7193"/>
                  </a:lnTo>
                  <a:cubicBezTo>
                    <a:pt x="158" y="7325"/>
                    <a:pt x="54" y="7483"/>
                    <a:pt x="1" y="7640"/>
                  </a:cubicBezTo>
                  <a:cubicBezTo>
                    <a:pt x="22" y="7638"/>
                    <a:pt x="44" y="7637"/>
                    <a:pt x="66" y="7637"/>
                  </a:cubicBezTo>
                  <a:cubicBezTo>
                    <a:pt x="352" y="7637"/>
                    <a:pt x="674" y="7808"/>
                    <a:pt x="919" y="8112"/>
                  </a:cubicBezTo>
                  <a:cubicBezTo>
                    <a:pt x="957" y="8137"/>
                    <a:pt x="969" y="8178"/>
                    <a:pt x="998" y="8203"/>
                  </a:cubicBezTo>
                  <a:lnTo>
                    <a:pt x="10355" y="629"/>
                  </a:lnTo>
                  <a:lnTo>
                    <a:pt x="10040" y="220"/>
                  </a:lnTo>
                  <a:cubicBezTo>
                    <a:pt x="9915" y="76"/>
                    <a:pt x="9722" y="1"/>
                    <a:pt x="951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4" name="Google Shape;1374;p30"/>
            <p:cNvSpPr/>
            <p:nvPr/>
          </p:nvSpPr>
          <p:spPr>
            <a:xfrm>
              <a:off x="1341036" y="1845239"/>
              <a:ext cx="647554" cy="558333"/>
            </a:xfrm>
            <a:custGeom>
              <a:rect b="b" l="l" r="r" t="t"/>
              <a:pathLst>
                <a:path extrusionOk="0" h="8373" w="9711">
                  <a:moveTo>
                    <a:pt x="9358" y="0"/>
                  </a:moveTo>
                  <a:lnTo>
                    <a:pt x="1" y="7574"/>
                  </a:lnTo>
                  <a:cubicBezTo>
                    <a:pt x="183" y="7835"/>
                    <a:pt x="262" y="8137"/>
                    <a:pt x="224" y="8373"/>
                  </a:cubicBezTo>
                  <a:cubicBezTo>
                    <a:pt x="366" y="8348"/>
                    <a:pt x="510" y="8282"/>
                    <a:pt x="642" y="8178"/>
                  </a:cubicBezTo>
                  <a:lnTo>
                    <a:pt x="9251" y="1192"/>
                  </a:lnTo>
                  <a:cubicBezTo>
                    <a:pt x="9619" y="903"/>
                    <a:pt x="9710" y="419"/>
                    <a:pt x="9462" y="117"/>
                  </a:cubicBezTo>
                  <a:lnTo>
                    <a:pt x="9358"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5" name="Google Shape;1375;p30"/>
            <p:cNvSpPr/>
            <p:nvPr/>
          </p:nvSpPr>
          <p:spPr>
            <a:xfrm>
              <a:off x="1269352" y="2312490"/>
              <a:ext cx="89155" cy="92622"/>
            </a:xfrm>
            <a:custGeom>
              <a:rect b="b" l="l" r="r" t="t"/>
              <a:pathLst>
                <a:path extrusionOk="0" h="1389" w="1337">
                  <a:moveTo>
                    <a:pt x="144" y="1"/>
                  </a:moveTo>
                  <a:cubicBezTo>
                    <a:pt x="122" y="1"/>
                    <a:pt x="100" y="2"/>
                    <a:pt x="79" y="4"/>
                  </a:cubicBezTo>
                  <a:cubicBezTo>
                    <a:pt x="0" y="227"/>
                    <a:pt x="25" y="476"/>
                    <a:pt x="170" y="646"/>
                  </a:cubicBezTo>
                  <a:lnTo>
                    <a:pt x="497" y="1039"/>
                  </a:lnTo>
                  <a:lnTo>
                    <a:pt x="604" y="1155"/>
                  </a:lnTo>
                  <a:cubicBezTo>
                    <a:pt x="725" y="1307"/>
                    <a:pt x="914" y="1389"/>
                    <a:pt x="1114" y="1389"/>
                  </a:cubicBezTo>
                  <a:cubicBezTo>
                    <a:pt x="1175" y="1389"/>
                    <a:pt x="1238" y="1381"/>
                    <a:pt x="1299" y="1366"/>
                  </a:cubicBezTo>
                  <a:cubicBezTo>
                    <a:pt x="1337" y="1130"/>
                    <a:pt x="1258" y="828"/>
                    <a:pt x="1076" y="567"/>
                  </a:cubicBezTo>
                  <a:cubicBezTo>
                    <a:pt x="1047" y="542"/>
                    <a:pt x="1035" y="501"/>
                    <a:pt x="997" y="476"/>
                  </a:cubicBezTo>
                  <a:cubicBezTo>
                    <a:pt x="752" y="172"/>
                    <a:pt x="430" y="1"/>
                    <a:pt x="144"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0"/>
            <p:cNvSpPr/>
            <p:nvPr/>
          </p:nvSpPr>
          <p:spPr>
            <a:xfrm>
              <a:off x="1900178" y="1640787"/>
              <a:ext cx="145234" cy="100290"/>
            </a:xfrm>
            <a:custGeom>
              <a:rect b="b" l="l" r="r" t="t"/>
              <a:pathLst>
                <a:path extrusionOk="0" h="1504" w="2178">
                  <a:moveTo>
                    <a:pt x="1293" y="0"/>
                  </a:moveTo>
                  <a:cubicBezTo>
                    <a:pt x="1152" y="0"/>
                    <a:pt x="1003" y="25"/>
                    <a:pt x="853" y="78"/>
                  </a:cubicBezTo>
                  <a:cubicBezTo>
                    <a:pt x="331" y="261"/>
                    <a:pt x="1" y="707"/>
                    <a:pt x="133" y="1085"/>
                  </a:cubicBezTo>
                  <a:cubicBezTo>
                    <a:pt x="228" y="1348"/>
                    <a:pt x="530" y="1504"/>
                    <a:pt x="886" y="1504"/>
                  </a:cubicBezTo>
                  <a:cubicBezTo>
                    <a:pt x="1027" y="1504"/>
                    <a:pt x="1177" y="1479"/>
                    <a:pt x="1325" y="1428"/>
                  </a:cubicBezTo>
                  <a:cubicBezTo>
                    <a:pt x="1850" y="1258"/>
                    <a:pt x="2177" y="799"/>
                    <a:pt x="2045" y="431"/>
                  </a:cubicBezTo>
                  <a:cubicBezTo>
                    <a:pt x="1944" y="158"/>
                    <a:pt x="1647" y="0"/>
                    <a:pt x="12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7" name="Google Shape;1377;p30"/>
            <p:cNvSpPr/>
            <p:nvPr/>
          </p:nvSpPr>
          <p:spPr>
            <a:xfrm>
              <a:off x="1180196" y="2067295"/>
              <a:ext cx="144368" cy="105092"/>
            </a:xfrm>
            <a:custGeom>
              <a:rect b="b" l="l" r="r" t="t"/>
              <a:pathLst>
                <a:path extrusionOk="0" h="1576" w="2165">
                  <a:moveTo>
                    <a:pt x="1387" y="0"/>
                  </a:moveTo>
                  <a:cubicBezTo>
                    <a:pt x="1176" y="0"/>
                    <a:pt x="940" y="63"/>
                    <a:pt x="721" y="193"/>
                  </a:cubicBezTo>
                  <a:cubicBezTo>
                    <a:pt x="236" y="482"/>
                    <a:pt x="0" y="979"/>
                    <a:pt x="199" y="1309"/>
                  </a:cubicBezTo>
                  <a:cubicBezTo>
                    <a:pt x="304" y="1487"/>
                    <a:pt x="519" y="1576"/>
                    <a:pt x="770" y="1576"/>
                  </a:cubicBezTo>
                  <a:cubicBezTo>
                    <a:pt x="982" y="1576"/>
                    <a:pt x="1220" y="1513"/>
                    <a:pt x="1441" y="1388"/>
                  </a:cubicBezTo>
                  <a:cubicBezTo>
                    <a:pt x="1928" y="1099"/>
                    <a:pt x="2164" y="602"/>
                    <a:pt x="1966" y="272"/>
                  </a:cubicBezTo>
                  <a:cubicBezTo>
                    <a:pt x="1859" y="92"/>
                    <a:pt x="1642" y="0"/>
                    <a:pt x="138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8" name="Google Shape;1378;p30"/>
            <p:cNvSpPr/>
            <p:nvPr/>
          </p:nvSpPr>
          <p:spPr>
            <a:xfrm>
              <a:off x="1202868" y="2090634"/>
              <a:ext cx="94422" cy="61281"/>
            </a:xfrm>
            <a:custGeom>
              <a:rect b="b" l="l" r="r" t="t"/>
              <a:pathLst>
                <a:path extrusionOk="0" h="919" w="1416">
                  <a:moveTo>
                    <a:pt x="0" y="881"/>
                  </a:moveTo>
                  <a:cubicBezTo>
                    <a:pt x="0" y="865"/>
                    <a:pt x="41" y="865"/>
                    <a:pt x="107" y="852"/>
                  </a:cubicBezTo>
                  <a:cubicBezTo>
                    <a:pt x="173" y="852"/>
                    <a:pt x="264" y="827"/>
                    <a:pt x="355" y="786"/>
                  </a:cubicBezTo>
                  <a:cubicBezTo>
                    <a:pt x="447" y="736"/>
                    <a:pt x="538" y="670"/>
                    <a:pt x="604" y="591"/>
                  </a:cubicBezTo>
                  <a:cubicBezTo>
                    <a:pt x="670" y="513"/>
                    <a:pt x="708" y="409"/>
                    <a:pt x="761" y="330"/>
                  </a:cubicBezTo>
                  <a:cubicBezTo>
                    <a:pt x="815" y="236"/>
                    <a:pt x="881" y="145"/>
                    <a:pt x="972" y="79"/>
                  </a:cubicBezTo>
                  <a:cubicBezTo>
                    <a:pt x="1022" y="54"/>
                    <a:pt x="1063" y="28"/>
                    <a:pt x="1117" y="16"/>
                  </a:cubicBezTo>
                  <a:cubicBezTo>
                    <a:pt x="1167" y="0"/>
                    <a:pt x="1208" y="0"/>
                    <a:pt x="1246" y="16"/>
                  </a:cubicBezTo>
                  <a:cubicBezTo>
                    <a:pt x="1324" y="28"/>
                    <a:pt x="1378" y="66"/>
                    <a:pt x="1403" y="107"/>
                  </a:cubicBezTo>
                  <a:cubicBezTo>
                    <a:pt x="1415" y="145"/>
                    <a:pt x="1415" y="173"/>
                    <a:pt x="1403" y="173"/>
                  </a:cubicBezTo>
                  <a:cubicBezTo>
                    <a:pt x="1378" y="186"/>
                    <a:pt x="1337" y="132"/>
                    <a:pt x="1233" y="132"/>
                  </a:cubicBezTo>
                  <a:cubicBezTo>
                    <a:pt x="1180" y="132"/>
                    <a:pt x="1129" y="157"/>
                    <a:pt x="1063" y="198"/>
                  </a:cubicBezTo>
                  <a:cubicBezTo>
                    <a:pt x="1010" y="252"/>
                    <a:pt x="959" y="315"/>
                    <a:pt x="906" y="393"/>
                  </a:cubicBezTo>
                  <a:cubicBezTo>
                    <a:pt x="865" y="472"/>
                    <a:pt x="802" y="579"/>
                    <a:pt x="708" y="683"/>
                  </a:cubicBezTo>
                  <a:cubicBezTo>
                    <a:pt x="617" y="774"/>
                    <a:pt x="500" y="840"/>
                    <a:pt x="393" y="881"/>
                  </a:cubicBezTo>
                  <a:cubicBezTo>
                    <a:pt x="277" y="919"/>
                    <a:pt x="173" y="919"/>
                    <a:pt x="107" y="906"/>
                  </a:cubicBezTo>
                  <a:cubicBezTo>
                    <a:pt x="41" y="906"/>
                    <a:pt x="0" y="881"/>
                    <a:pt x="0" y="88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9" name="Google Shape;1379;p30"/>
            <p:cNvSpPr/>
            <p:nvPr/>
          </p:nvSpPr>
          <p:spPr>
            <a:xfrm>
              <a:off x="1554157" y="1834369"/>
              <a:ext cx="153170" cy="104558"/>
            </a:xfrm>
            <a:custGeom>
              <a:rect b="b" l="l" r="r" t="t"/>
              <a:pathLst>
                <a:path extrusionOk="0" h="1568" w="2297">
                  <a:moveTo>
                    <a:pt x="1497" y="1"/>
                  </a:moveTo>
                  <a:cubicBezTo>
                    <a:pt x="1293" y="1"/>
                    <a:pt x="1063" y="54"/>
                    <a:pt x="840" y="163"/>
                  </a:cubicBezTo>
                  <a:cubicBezTo>
                    <a:pt x="302" y="437"/>
                    <a:pt x="0" y="921"/>
                    <a:pt x="186" y="1264"/>
                  </a:cubicBezTo>
                  <a:cubicBezTo>
                    <a:pt x="285" y="1463"/>
                    <a:pt x="524" y="1568"/>
                    <a:pt x="810" y="1568"/>
                  </a:cubicBezTo>
                  <a:cubicBezTo>
                    <a:pt x="1012" y="1568"/>
                    <a:pt x="1239" y="1515"/>
                    <a:pt x="1457" y="1406"/>
                  </a:cubicBezTo>
                  <a:cubicBezTo>
                    <a:pt x="1994" y="1145"/>
                    <a:pt x="2296" y="648"/>
                    <a:pt x="2123" y="305"/>
                  </a:cubicBezTo>
                  <a:cubicBezTo>
                    <a:pt x="2024" y="106"/>
                    <a:pt x="1786" y="1"/>
                    <a:pt x="149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0" name="Google Shape;1380;p30"/>
            <p:cNvSpPr/>
            <p:nvPr/>
          </p:nvSpPr>
          <p:spPr>
            <a:xfrm>
              <a:off x="1575096" y="1859042"/>
              <a:ext cx="111226" cy="67416"/>
            </a:xfrm>
            <a:custGeom>
              <a:rect b="b" l="l" r="r" t="t"/>
              <a:pathLst>
                <a:path extrusionOk="0" h="1011" w="1668">
                  <a:moveTo>
                    <a:pt x="1652" y="1"/>
                  </a:moveTo>
                  <a:cubicBezTo>
                    <a:pt x="1652" y="1"/>
                    <a:pt x="1668" y="54"/>
                    <a:pt x="1640" y="133"/>
                  </a:cubicBezTo>
                  <a:cubicBezTo>
                    <a:pt x="1614" y="212"/>
                    <a:pt x="1548" y="328"/>
                    <a:pt x="1457" y="422"/>
                  </a:cubicBezTo>
                  <a:cubicBezTo>
                    <a:pt x="1404" y="473"/>
                    <a:pt x="1338" y="514"/>
                    <a:pt x="1275" y="551"/>
                  </a:cubicBezTo>
                  <a:cubicBezTo>
                    <a:pt x="1234" y="564"/>
                    <a:pt x="1196" y="580"/>
                    <a:pt x="1143" y="580"/>
                  </a:cubicBezTo>
                  <a:cubicBezTo>
                    <a:pt x="1089" y="580"/>
                    <a:pt x="1051" y="564"/>
                    <a:pt x="1010" y="551"/>
                  </a:cubicBezTo>
                  <a:cubicBezTo>
                    <a:pt x="973" y="539"/>
                    <a:pt x="944" y="539"/>
                    <a:pt x="919" y="526"/>
                  </a:cubicBezTo>
                  <a:cubicBezTo>
                    <a:pt x="882" y="526"/>
                    <a:pt x="853" y="514"/>
                    <a:pt x="828" y="514"/>
                  </a:cubicBezTo>
                  <a:cubicBezTo>
                    <a:pt x="762" y="514"/>
                    <a:pt x="709" y="514"/>
                    <a:pt x="658" y="526"/>
                  </a:cubicBezTo>
                  <a:cubicBezTo>
                    <a:pt x="435" y="551"/>
                    <a:pt x="278" y="683"/>
                    <a:pt x="186" y="800"/>
                  </a:cubicBezTo>
                  <a:cubicBezTo>
                    <a:pt x="95" y="919"/>
                    <a:pt x="54" y="1010"/>
                    <a:pt x="29" y="998"/>
                  </a:cubicBezTo>
                  <a:cubicBezTo>
                    <a:pt x="17" y="998"/>
                    <a:pt x="1" y="973"/>
                    <a:pt x="1" y="919"/>
                  </a:cubicBezTo>
                  <a:cubicBezTo>
                    <a:pt x="17" y="878"/>
                    <a:pt x="29" y="815"/>
                    <a:pt x="67" y="737"/>
                  </a:cubicBezTo>
                  <a:cubicBezTo>
                    <a:pt x="108" y="658"/>
                    <a:pt x="174" y="564"/>
                    <a:pt x="265" y="501"/>
                  </a:cubicBezTo>
                  <a:cubicBezTo>
                    <a:pt x="356" y="422"/>
                    <a:pt x="488" y="369"/>
                    <a:pt x="617" y="344"/>
                  </a:cubicBezTo>
                  <a:cubicBezTo>
                    <a:pt x="683" y="328"/>
                    <a:pt x="762" y="328"/>
                    <a:pt x="841" y="344"/>
                  </a:cubicBezTo>
                  <a:cubicBezTo>
                    <a:pt x="882" y="344"/>
                    <a:pt x="919" y="356"/>
                    <a:pt x="960" y="369"/>
                  </a:cubicBezTo>
                  <a:cubicBezTo>
                    <a:pt x="998" y="369"/>
                    <a:pt x="1039" y="394"/>
                    <a:pt x="1064" y="407"/>
                  </a:cubicBezTo>
                  <a:cubicBezTo>
                    <a:pt x="1089" y="422"/>
                    <a:pt x="1117" y="422"/>
                    <a:pt x="1143" y="422"/>
                  </a:cubicBezTo>
                  <a:cubicBezTo>
                    <a:pt x="1155" y="435"/>
                    <a:pt x="1180" y="422"/>
                    <a:pt x="1209" y="422"/>
                  </a:cubicBezTo>
                  <a:cubicBezTo>
                    <a:pt x="1275" y="394"/>
                    <a:pt x="1325" y="369"/>
                    <a:pt x="1378" y="328"/>
                  </a:cubicBezTo>
                  <a:cubicBezTo>
                    <a:pt x="1470" y="265"/>
                    <a:pt x="1536" y="186"/>
                    <a:pt x="1573" y="120"/>
                  </a:cubicBezTo>
                  <a:cubicBezTo>
                    <a:pt x="1627" y="42"/>
                    <a:pt x="1640" y="1"/>
                    <a:pt x="1652"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1" name="Google Shape;1381;p30"/>
            <p:cNvSpPr/>
            <p:nvPr/>
          </p:nvSpPr>
          <p:spPr>
            <a:xfrm>
              <a:off x="1355973" y="1994210"/>
              <a:ext cx="93356" cy="115294"/>
            </a:xfrm>
            <a:custGeom>
              <a:rect b="b" l="l" r="r" t="t"/>
              <a:pathLst>
                <a:path extrusionOk="0" h="1729" w="1400">
                  <a:moveTo>
                    <a:pt x="751" y="0"/>
                  </a:moveTo>
                  <a:cubicBezTo>
                    <a:pt x="426" y="0"/>
                    <a:pt x="124" y="328"/>
                    <a:pt x="63" y="779"/>
                  </a:cubicBezTo>
                  <a:cubicBezTo>
                    <a:pt x="0" y="1251"/>
                    <a:pt x="220" y="1682"/>
                    <a:pt x="576" y="1723"/>
                  </a:cubicBezTo>
                  <a:cubicBezTo>
                    <a:pt x="600" y="1727"/>
                    <a:pt x="624" y="1728"/>
                    <a:pt x="648" y="1728"/>
                  </a:cubicBezTo>
                  <a:cubicBezTo>
                    <a:pt x="974" y="1728"/>
                    <a:pt x="1275" y="1400"/>
                    <a:pt x="1337" y="949"/>
                  </a:cubicBezTo>
                  <a:cubicBezTo>
                    <a:pt x="1400" y="477"/>
                    <a:pt x="1180" y="59"/>
                    <a:pt x="824" y="6"/>
                  </a:cubicBezTo>
                  <a:cubicBezTo>
                    <a:pt x="800" y="2"/>
                    <a:pt x="776" y="0"/>
                    <a:pt x="75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2" name="Google Shape;1382;p30"/>
            <p:cNvSpPr/>
            <p:nvPr/>
          </p:nvSpPr>
          <p:spPr>
            <a:xfrm>
              <a:off x="1386381" y="2003345"/>
              <a:ext cx="33408" cy="97823"/>
            </a:xfrm>
            <a:custGeom>
              <a:rect b="b" l="l" r="r" t="t"/>
              <a:pathLst>
                <a:path extrusionOk="0" h="1467" w="501">
                  <a:moveTo>
                    <a:pt x="95" y="1454"/>
                  </a:moveTo>
                  <a:cubicBezTo>
                    <a:pt x="79" y="1441"/>
                    <a:pt x="107" y="1416"/>
                    <a:pt x="145" y="1375"/>
                  </a:cubicBezTo>
                  <a:cubicBezTo>
                    <a:pt x="198" y="1325"/>
                    <a:pt x="252" y="1259"/>
                    <a:pt x="290" y="1180"/>
                  </a:cubicBezTo>
                  <a:cubicBezTo>
                    <a:pt x="330" y="1102"/>
                    <a:pt x="330" y="995"/>
                    <a:pt x="302" y="916"/>
                  </a:cubicBezTo>
                  <a:cubicBezTo>
                    <a:pt x="290" y="878"/>
                    <a:pt x="264" y="853"/>
                    <a:pt x="223" y="812"/>
                  </a:cubicBezTo>
                  <a:cubicBezTo>
                    <a:pt x="186" y="774"/>
                    <a:pt x="145" y="721"/>
                    <a:pt x="120" y="680"/>
                  </a:cubicBezTo>
                  <a:cubicBezTo>
                    <a:pt x="54" y="589"/>
                    <a:pt x="16" y="485"/>
                    <a:pt x="16" y="394"/>
                  </a:cubicBezTo>
                  <a:cubicBezTo>
                    <a:pt x="0" y="340"/>
                    <a:pt x="0" y="303"/>
                    <a:pt x="16" y="249"/>
                  </a:cubicBezTo>
                  <a:cubicBezTo>
                    <a:pt x="16" y="208"/>
                    <a:pt x="28" y="171"/>
                    <a:pt x="54" y="130"/>
                  </a:cubicBezTo>
                  <a:cubicBezTo>
                    <a:pt x="95" y="67"/>
                    <a:pt x="145" y="26"/>
                    <a:pt x="198" y="13"/>
                  </a:cubicBezTo>
                  <a:cubicBezTo>
                    <a:pt x="236" y="1"/>
                    <a:pt x="264" y="26"/>
                    <a:pt x="264" y="38"/>
                  </a:cubicBezTo>
                  <a:cubicBezTo>
                    <a:pt x="264" y="51"/>
                    <a:pt x="252" y="67"/>
                    <a:pt x="223" y="79"/>
                  </a:cubicBezTo>
                  <a:cubicBezTo>
                    <a:pt x="211" y="105"/>
                    <a:pt x="198" y="130"/>
                    <a:pt x="186" y="183"/>
                  </a:cubicBezTo>
                  <a:cubicBezTo>
                    <a:pt x="173" y="237"/>
                    <a:pt x="173" y="287"/>
                    <a:pt x="186" y="366"/>
                  </a:cubicBezTo>
                  <a:cubicBezTo>
                    <a:pt x="198" y="432"/>
                    <a:pt x="223" y="510"/>
                    <a:pt x="264" y="576"/>
                  </a:cubicBezTo>
                  <a:cubicBezTo>
                    <a:pt x="290" y="617"/>
                    <a:pt x="315" y="642"/>
                    <a:pt x="356" y="696"/>
                  </a:cubicBezTo>
                  <a:cubicBezTo>
                    <a:pt x="368" y="708"/>
                    <a:pt x="393" y="734"/>
                    <a:pt x="409" y="759"/>
                  </a:cubicBezTo>
                  <a:cubicBezTo>
                    <a:pt x="434" y="787"/>
                    <a:pt x="447" y="825"/>
                    <a:pt x="459" y="866"/>
                  </a:cubicBezTo>
                  <a:cubicBezTo>
                    <a:pt x="500" y="995"/>
                    <a:pt x="459" y="1139"/>
                    <a:pt x="393" y="1231"/>
                  </a:cubicBezTo>
                  <a:cubicBezTo>
                    <a:pt x="330" y="1325"/>
                    <a:pt x="252" y="1375"/>
                    <a:pt x="186" y="1416"/>
                  </a:cubicBezTo>
                  <a:cubicBezTo>
                    <a:pt x="132" y="1454"/>
                    <a:pt x="95" y="1466"/>
                    <a:pt x="95" y="1454"/>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3" name="Google Shape;1383;p30"/>
            <p:cNvSpPr/>
            <p:nvPr/>
          </p:nvSpPr>
          <p:spPr>
            <a:xfrm>
              <a:off x="2276873" y="1669261"/>
              <a:ext cx="119028" cy="127764"/>
            </a:xfrm>
            <a:custGeom>
              <a:rect b="b" l="l" r="r" t="t"/>
              <a:pathLst>
                <a:path extrusionOk="0" h="1916" w="1785">
                  <a:moveTo>
                    <a:pt x="1084" y="0"/>
                  </a:moveTo>
                  <a:cubicBezTo>
                    <a:pt x="768" y="0"/>
                    <a:pt x="415" y="256"/>
                    <a:pt x="224" y="658"/>
                  </a:cubicBezTo>
                  <a:cubicBezTo>
                    <a:pt x="1" y="1158"/>
                    <a:pt x="108" y="1696"/>
                    <a:pt x="473" y="1866"/>
                  </a:cubicBezTo>
                  <a:cubicBezTo>
                    <a:pt x="546" y="1899"/>
                    <a:pt x="624" y="1916"/>
                    <a:pt x="704" y="1916"/>
                  </a:cubicBezTo>
                  <a:cubicBezTo>
                    <a:pt x="1024" y="1916"/>
                    <a:pt x="1370" y="1657"/>
                    <a:pt x="1548" y="1249"/>
                  </a:cubicBezTo>
                  <a:cubicBezTo>
                    <a:pt x="1784" y="752"/>
                    <a:pt x="1665" y="214"/>
                    <a:pt x="1300" y="44"/>
                  </a:cubicBezTo>
                  <a:cubicBezTo>
                    <a:pt x="1232" y="14"/>
                    <a:pt x="1159" y="0"/>
                    <a:pt x="108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0"/>
            <p:cNvSpPr/>
            <p:nvPr/>
          </p:nvSpPr>
          <p:spPr>
            <a:xfrm>
              <a:off x="1376912" y="1868245"/>
              <a:ext cx="164306" cy="127297"/>
            </a:xfrm>
            <a:custGeom>
              <a:rect b="b" l="l" r="r" t="t"/>
              <a:pathLst>
                <a:path extrusionOk="0" h="1909" w="2464">
                  <a:moveTo>
                    <a:pt x="837" y="1"/>
                  </a:moveTo>
                  <a:cubicBezTo>
                    <a:pt x="611" y="1"/>
                    <a:pt x="413" y="76"/>
                    <a:pt x="287" y="231"/>
                  </a:cubicBezTo>
                  <a:cubicBezTo>
                    <a:pt x="1" y="583"/>
                    <a:pt x="365" y="951"/>
                    <a:pt x="891" y="1369"/>
                  </a:cubicBezTo>
                  <a:cubicBezTo>
                    <a:pt x="1259" y="1665"/>
                    <a:pt x="1602" y="1908"/>
                    <a:pt x="1872" y="1908"/>
                  </a:cubicBezTo>
                  <a:cubicBezTo>
                    <a:pt x="1987" y="1908"/>
                    <a:pt x="2089" y="1865"/>
                    <a:pt x="2174" y="1763"/>
                  </a:cubicBezTo>
                  <a:cubicBezTo>
                    <a:pt x="2463" y="1410"/>
                    <a:pt x="2281" y="781"/>
                    <a:pt x="1756" y="363"/>
                  </a:cubicBezTo>
                  <a:cubicBezTo>
                    <a:pt x="1467" y="125"/>
                    <a:pt x="1129"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5" name="Google Shape;1385;p30"/>
            <p:cNvSpPr/>
            <p:nvPr/>
          </p:nvSpPr>
          <p:spPr>
            <a:xfrm>
              <a:off x="1402118" y="1899319"/>
              <a:ext cx="102358" cy="88354"/>
            </a:xfrm>
            <a:custGeom>
              <a:rect b="b" l="l" r="r" t="t"/>
              <a:pathLst>
                <a:path extrusionOk="0" h="1325" w="1535">
                  <a:moveTo>
                    <a:pt x="1522" y="1325"/>
                  </a:moveTo>
                  <a:cubicBezTo>
                    <a:pt x="1510" y="1325"/>
                    <a:pt x="1494" y="1284"/>
                    <a:pt x="1456" y="1218"/>
                  </a:cubicBezTo>
                  <a:cubicBezTo>
                    <a:pt x="1415" y="1155"/>
                    <a:pt x="1352" y="1089"/>
                    <a:pt x="1258" y="1010"/>
                  </a:cubicBezTo>
                  <a:cubicBezTo>
                    <a:pt x="1088" y="853"/>
                    <a:pt x="852" y="667"/>
                    <a:pt x="683" y="539"/>
                  </a:cubicBezTo>
                  <a:cubicBezTo>
                    <a:pt x="315" y="274"/>
                    <a:pt x="0" y="79"/>
                    <a:pt x="28" y="26"/>
                  </a:cubicBezTo>
                  <a:cubicBezTo>
                    <a:pt x="41" y="1"/>
                    <a:pt x="132" y="26"/>
                    <a:pt x="264" y="79"/>
                  </a:cubicBezTo>
                  <a:cubicBezTo>
                    <a:pt x="409" y="145"/>
                    <a:pt x="591" y="249"/>
                    <a:pt x="786" y="394"/>
                  </a:cubicBezTo>
                  <a:cubicBezTo>
                    <a:pt x="972" y="526"/>
                    <a:pt x="1195" y="734"/>
                    <a:pt x="1337" y="932"/>
                  </a:cubicBezTo>
                  <a:cubicBezTo>
                    <a:pt x="1415" y="1023"/>
                    <a:pt x="1481" y="1114"/>
                    <a:pt x="1510" y="1193"/>
                  </a:cubicBezTo>
                  <a:cubicBezTo>
                    <a:pt x="1535" y="1271"/>
                    <a:pt x="1535" y="1325"/>
                    <a:pt x="1522" y="132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6" name="Google Shape;1386;p30"/>
            <p:cNvSpPr/>
            <p:nvPr/>
          </p:nvSpPr>
          <p:spPr>
            <a:xfrm>
              <a:off x="1553290" y="2621835"/>
              <a:ext cx="155704" cy="109759"/>
            </a:xfrm>
            <a:custGeom>
              <a:rect b="b" l="l" r="r" t="t"/>
              <a:pathLst>
                <a:path extrusionOk="0" h="1646" w="2335">
                  <a:moveTo>
                    <a:pt x="1359" y="0"/>
                  </a:moveTo>
                  <a:cubicBezTo>
                    <a:pt x="1221" y="0"/>
                    <a:pt x="1076" y="23"/>
                    <a:pt x="932" y="70"/>
                  </a:cubicBezTo>
                  <a:cubicBezTo>
                    <a:pt x="356" y="240"/>
                    <a:pt x="1" y="724"/>
                    <a:pt x="133" y="1143"/>
                  </a:cubicBezTo>
                  <a:cubicBezTo>
                    <a:pt x="231" y="1457"/>
                    <a:pt x="576" y="1645"/>
                    <a:pt x="984" y="1645"/>
                  </a:cubicBezTo>
                  <a:cubicBezTo>
                    <a:pt x="1123" y="1645"/>
                    <a:pt x="1270" y="1623"/>
                    <a:pt x="1416" y="1577"/>
                  </a:cubicBezTo>
                  <a:cubicBezTo>
                    <a:pt x="1979" y="1407"/>
                    <a:pt x="2335" y="919"/>
                    <a:pt x="2202" y="501"/>
                  </a:cubicBezTo>
                  <a:cubicBezTo>
                    <a:pt x="2106" y="190"/>
                    <a:pt x="1761" y="0"/>
                    <a:pt x="135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0"/>
            <p:cNvSpPr/>
            <p:nvPr/>
          </p:nvSpPr>
          <p:spPr>
            <a:xfrm>
              <a:off x="1579497" y="2649975"/>
              <a:ext cx="110226" cy="50812"/>
            </a:xfrm>
            <a:custGeom>
              <a:rect b="b" l="l" r="r" t="t"/>
              <a:pathLst>
                <a:path extrusionOk="0" h="762" w="1653">
                  <a:moveTo>
                    <a:pt x="1640" y="120"/>
                  </a:moveTo>
                  <a:cubicBezTo>
                    <a:pt x="1640" y="133"/>
                    <a:pt x="1602" y="120"/>
                    <a:pt x="1523" y="120"/>
                  </a:cubicBezTo>
                  <a:cubicBezTo>
                    <a:pt x="1457" y="104"/>
                    <a:pt x="1366" y="104"/>
                    <a:pt x="1259" y="133"/>
                  </a:cubicBezTo>
                  <a:cubicBezTo>
                    <a:pt x="1155" y="145"/>
                    <a:pt x="1051" y="199"/>
                    <a:pt x="957" y="261"/>
                  </a:cubicBezTo>
                  <a:cubicBezTo>
                    <a:pt x="878" y="340"/>
                    <a:pt x="800" y="434"/>
                    <a:pt x="737" y="513"/>
                  </a:cubicBezTo>
                  <a:cubicBezTo>
                    <a:pt x="658" y="604"/>
                    <a:pt x="564" y="683"/>
                    <a:pt x="460" y="721"/>
                  </a:cubicBezTo>
                  <a:cubicBezTo>
                    <a:pt x="407" y="749"/>
                    <a:pt x="356" y="762"/>
                    <a:pt x="290" y="762"/>
                  </a:cubicBezTo>
                  <a:cubicBezTo>
                    <a:pt x="237" y="749"/>
                    <a:pt x="199" y="733"/>
                    <a:pt x="158" y="721"/>
                  </a:cubicBezTo>
                  <a:cubicBezTo>
                    <a:pt x="80" y="683"/>
                    <a:pt x="29" y="617"/>
                    <a:pt x="13" y="576"/>
                  </a:cubicBezTo>
                  <a:cubicBezTo>
                    <a:pt x="1" y="526"/>
                    <a:pt x="13" y="497"/>
                    <a:pt x="29" y="497"/>
                  </a:cubicBezTo>
                  <a:cubicBezTo>
                    <a:pt x="54" y="497"/>
                    <a:pt x="80" y="563"/>
                    <a:pt x="199" y="592"/>
                  </a:cubicBezTo>
                  <a:cubicBezTo>
                    <a:pt x="249" y="604"/>
                    <a:pt x="315" y="604"/>
                    <a:pt x="381" y="563"/>
                  </a:cubicBezTo>
                  <a:cubicBezTo>
                    <a:pt x="448" y="538"/>
                    <a:pt x="526" y="472"/>
                    <a:pt x="592" y="394"/>
                  </a:cubicBezTo>
                  <a:cubicBezTo>
                    <a:pt x="658" y="328"/>
                    <a:pt x="737" y="224"/>
                    <a:pt x="853" y="145"/>
                  </a:cubicBezTo>
                  <a:cubicBezTo>
                    <a:pt x="973" y="54"/>
                    <a:pt x="1114" y="13"/>
                    <a:pt x="1234" y="13"/>
                  </a:cubicBezTo>
                  <a:cubicBezTo>
                    <a:pt x="1366" y="0"/>
                    <a:pt x="1470" y="26"/>
                    <a:pt x="1536" y="54"/>
                  </a:cubicBezTo>
                  <a:cubicBezTo>
                    <a:pt x="1614" y="92"/>
                    <a:pt x="1652" y="120"/>
                    <a:pt x="1640" y="12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8" name="Google Shape;1388;p30"/>
            <p:cNvSpPr/>
            <p:nvPr/>
          </p:nvSpPr>
          <p:spPr>
            <a:xfrm>
              <a:off x="1410054" y="2728462"/>
              <a:ext cx="112693" cy="143634"/>
            </a:xfrm>
            <a:custGeom>
              <a:rect b="b" l="l" r="r" t="t"/>
              <a:pathLst>
                <a:path extrusionOk="0" h="2154" w="1690">
                  <a:moveTo>
                    <a:pt x="891" y="1"/>
                  </a:moveTo>
                  <a:cubicBezTo>
                    <a:pt x="467" y="1"/>
                    <a:pt x="102" y="433"/>
                    <a:pt x="54" y="1012"/>
                  </a:cubicBezTo>
                  <a:cubicBezTo>
                    <a:pt x="1" y="1601"/>
                    <a:pt x="315" y="2113"/>
                    <a:pt x="762" y="2151"/>
                  </a:cubicBezTo>
                  <a:cubicBezTo>
                    <a:pt x="780" y="2153"/>
                    <a:pt x="797" y="2154"/>
                    <a:pt x="815" y="2154"/>
                  </a:cubicBezTo>
                  <a:cubicBezTo>
                    <a:pt x="1226" y="2154"/>
                    <a:pt x="1601" y="1708"/>
                    <a:pt x="1652" y="1145"/>
                  </a:cubicBezTo>
                  <a:cubicBezTo>
                    <a:pt x="1690" y="553"/>
                    <a:pt x="1375" y="44"/>
                    <a:pt x="944" y="3"/>
                  </a:cubicBezTo>
                  <a:cubicBezTo>
                    <a:pt x="926" y="1"/>
                    <a:pt x="909" y="1"/>
                    <a:pt x="8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9" name="Google Shape;1389;p30"/>
            <p:cNvSpPr/>
            <p:nvPr/>
          </p:nvSpPr>
          <p:spPr>
            <a:xfrm>
              <a:off x="1450331" y="2739932"/>
              <a:ext cx="28807" cy="112093"/>
            </a:xfrm>
            <a:custGeom>
              <a:rect b="b" l="l" r="r" t="t"/>
              <a:pathLst>
                <a:path extrusionOk="0" h="1681" w="432">
                  <a:moveTo>
                    <a:pt x="315" y="1"/>
                  </a:moveTo>
                  <a:cubicBezTo>
                    <a:pt x="328" y="13"/>
                    <a:pt x="299" y="54"/>
                    <a:pt x="261" y="108"/>
                  </a:cubicBezTo>
                  <a:cubicBezTo>
                    <a:pt x="221" y="171"/>
                    <a:pt x="195" y="249"/>
                    <a:pt x="170" y="356"/>
                  </a:cubicBezTo>
                  <a:cubicBezTo>
                    <a:pt x="158" y="460"/>
                    <a:pt x="158" y="579"/>
                    <a:pt x="195" y="683"/>
                  </a:cubicBezTo>
                  <a:cubicBezTo>
                    <a:pt x="221" y="787"/>
                    <a:pt x="287" y="894"/>
                    <a:pt x="340" y="998"/>
                  </a:cubicBezTo>
                  <a:cubicBezTo>
                    <a:pt x="394" y="1089"/>
                    <a:pt x="431" y="1208"/>
                    <a:pt x="431" y="1325"/>
                  </a:cubicBezTo>
                  <a:cubicBezTo>
                    <a:pt x="431" y="1378"/>
                    <a:pt x="419" y="1429"/>
                    <a:pt x="394" y="1482"/>
                  </a:cubicBezTo>
                  <a:cubicBezTo>
                    <a:pt x="365" y="1536"/>
                    <a:pt x="340" y="1573"/>
                    <a:pt x="315" y="1602"/>
                  </a:cubicBezTo>
                  <a:cubicBezTo>
                    <a:pt x="249" y="1652"/>
                    <a:pt x="170" y="1680"/>
                    <a:pt x="117" y="1665"/>
                  </a:cubicBezTo>
                  <a:cubicBezTo>
                    <a:pt x="79" y="1665"/>
                    <a:pt x="51" y="1639"/>
                    <a:pt x="51" y="1627"/>
                  </a:cubicBezTo>
                  <a:cubicBezTo>
                    <a:pt x="63" y="1602"/>
                    <a:pt x="142" y="1602"/>
                    <a:pt x="208" y="1507"/>
                  </a:cubicBezTo>
                  <a:cubicBezTo>
                    <a:pt x="236" y="1470"/>
                    <a:pt x="261" y="1403"/>
                    <a:pt x="249" y="1325"/>
                  </a:cubicBezTo>
                  <a:cubicBezTo>
                    <a:pt x="249" y="1246"/>
                    <a:pt x="221" y="1168"/>
                    <a:pt x="170" y="1076"/>
                  </a:cubicBezTo>
                  <a:cubicBezTo>
                    <a:pt x="129" y="985"/>
                    <a:pt x="63" y="866"/>
                    <a:pt x="38" y="721"/>
                  </a:cubicBezTo>
                  <a:cubicBezTo>
                    <a:pt x="0" y="592"/>
                    <a:pt x="13" y="447"/>
                    <a:pt x="51" y="328"/>
                  </a:cubicBezTo>
                  <a:cubicBezTo>
                    <a:pt x="92" y="211"/>
                    <a:pt x="158" y="120"/>
                    <a:pt x="208" y="67"/>
                  </a:cubicBezTo>
                  <a:cubicBezTo>
                    <a:pt x="274" y="13"/>
                    <a:pt x="315" y="1"/>
                    <a:pt x="31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0" name="Google Shape;1390;p30"/>
            <p:cNvSpPr/>
            <p:nvPr/>
          </p:nvSpPr>
          <p:spPr>
            <a:xfrm>
              <a:off x="2037612" y="1746614"/>
              <a:ext cx="172041" cy="100357"/>
            </a:xfrm>
            <a:custGeom>
              <a:rect b="b" l="l" r="r" t="t"/>
              <a:pathLst>
                <a:path extrusionOk="0" h="1505" w="2580">
                  <a:moveTo>
                    <a:pt x="1960" y="0"/>
                  </a:moveTo>
                  <a:cubicBezTo>
                    <a:pt x="1744" y="0"/>
                    <a:pt x="1476" y="63"/>
                    <a:pt x="1180" y="143"/>
                  </a:cubicBezTo>
                  <a:cubicBezTo>
                    <a:pt x="535" y="325"/>
                    <a:pt x="0" y="536"/>
                    <a:pt x="129" y="979"/>
                  </a:cubicBezTo>
                  <a:cubicBezTo>
                    <a:pt x="219" y="1306"/>
                    <a:pt x="598" y="1505"/>
                    <a:pt x="1054" y="1505"/>
                  </a:cubicBezTo>
                  <a:cubicBezTo>
                    <a:pt x="1203" y="1505"/>
                    <a:pt x="1361" y="1483"/>
                    <a:pt x="1519" y="1438"/>
                  </a:cubicBezTo>
                  <a:cubicBezTo>
                    <a:pt x="2161" y="1256"/>
                    <a:pt x="2579" y="756"/>
                    <a:pt x="2463" y="325"/>
                  </a:cubicBezTo>
                  <a:cubicBezTo>
                    <a:pt x="2392" y="85"/>
                    <a:pt x="2211" y="0"/>
                    <a:pt x="196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1" name="Google Shape;1391;p30"/>
            <p:cNvSpPr/>
            <p:nvPr/>
          </p:nvSpPr>
          <p:spPr>
            <a:xfrm>
              <a:off x="2055017" y="1760284"/>
              <a:ext cx="128364" cy="41143"/>
            </a:xfrm>
            <a:custGeom>
              <a:rect b="b" l="l" r="r" t="t"/>
              <a:pathLst>
                <a:path extrusionOk="0" h="617" w="1925">
                  <a:moveTo>
                    <a:pt x="0" y="526"/>
                  </a:moveTo>
                  <a:cubicBezTo>
                    <a:pt x="0" y="513"/>
                    <a:pt x="54" y="526"/>
                    <a:pt x="116" y="526"/>
                  </a:cubicBezTo>
                  <a:cubicBezTo>
                    <a:pt x="195" y="526"/>
                    <a:pt x="289" y="513"/>
                    <a:pt x="406" y="488"/>
                  </a:cubicBezTo>
                  <a:cubicBezTo>
                    <a:pt x="642" y="447"/>
                    <a:pt x="919" y="368"/>
                    <a:pt x="1126" y="290"/>
                  </a:cubicBezTo>
                  <a:cubicBezTo>
                    <a:pt x="1560" y="145"/>
                    <a:pt x="1887" y="0"/>
                    <a:pt x="1912" y="54"/>
                  </a:cubicBezTo>
                  <a:cubicBezTo>
                    <a:pt x="1925" y="79"/>
                    <a:pt x="1862" y="133"/>
                    <a:pt x="1730" y="211"/>
                  </a:cubicBezTo>
                  <a:cubicBezTo>
                    <a:pt x="1610" y="290"/>
                    <a:pt x="1415" y="381"/>
                    <a:pt x="1192" y="460"/>
                  </a:cubicBezTo>
                  <a:cubicBezTo>
                    <a:pt x="969" y="538"/>
                    <a:pt x="667" y="592"/>
                    <a:pt x="431" y="604"/>
                  </a:cubicBezTo>
                  <a:cubicBezTo>
                    <a:pt x="302" y="617"/>
                    <a:pt x="195" y="604"/>
                    <a:pt x="116" y="592"/>
                  </a:cubicBezTo>
                  <a:cubicBezTo>
                    <a:pt x="38" y="567"/>
                    <a:pt x="0" y="526"/>
                    <a:pt x="0" y="5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2" name="Google Shape;1392;p30"/>
            <p:cNvSpPr/>
            <p:nvPr/>
          </p:nvSpPr>
          <p:spPr>
            <a:xfrm>
              <a:off x="1632777" y="2868431"/>
              <a:ext cx="142701" cy="144434"/>
            </a:xfrm>
            <a:custGeom>
              <a:rect b="b" l="l" r="r" t="t"/>
              <a:pathLst>
                <a:path extrusionOk="0" h="2166" w="2140">
                  <a:moveTo>
                    <a:pt x="616" y="1"/>
                  </a:moveTo>
                  <a:cubicBezTo>
                    <a:pt x="538" y="1"/>
                    <a:pt x="460" y="26"/>
                    <a:pt x="381" y="80"/>
                  </a:cubicBezTo>
                  <a:cubicBezTo>
                    <a:pt x="1" y="329"/>
                    <a:pt x="17" y="983"/>
                    <a:pt x="394" y="1533"/>
                  </a:cubicBezTo>
                  <a:cubicBezTo>
                    <a:pt x="669" y="1932"/>
                    <a:pt x="1068" y="2165"/>
                    <a:pt x="1407" y="2165"/>
                  </a:cubicBezTo>
                  <a:cubicBezTo>
                    <a:pt x="1536" y="2165"/>
                    <a:pt x="1657" y="2131"/>
                    <a:pt x="1759" y="2059"/>
                  </a:cubicBezTo>
                  <a:cubicBezTo>
                    <a:pt x="2140" y="1810"/>
                    <a:pt x="1888" y="1351"/>
                    <a:pt x="1510" y="801"/>
                  </a:cubicBezTo>
                  <a:cubicBezTo>
                    <a:pt x="1209" y="364"/>
                    <a:pt x="915" y="1"/>
                    <a:pt x="61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3" name="Google Shape;1393;p30"/>
            <p:cNvSpPr/>
            <p:nvPr/>
          </p:nvSpPr>
          <p:spPr>
            <a:xfrm>
              <a:off x="1674721" y="2877100"/>
              <a:ext cx="76218" cy="111226"/>
            </a:xfrm>
            <a:custGeom>
              <a:rect b="b" l="l" r="r" t="t"/>
              <a:pathLst>
                <a:path extrusionOk="0" h="1668" w="1143">
                  <a:moveTo>
                    <a:pt x="29" y="1"/>
                  </a:moveTo>
                  <a:cubicBezTo>
                    <a:pt x="42" y="1"/>
                    <a:pt x="42" y="42"/>
                    <a:pt x="67" y="120"/>
                  </a:cubicBezTo>
                  <a:cubicBezTo>
                    <a:pt x="95" y="186"/>
                    <a:pt x="133" y="277"/>
                    <a:pt x="199" y="369"/>
                  </a:cubicBezTo>
                  <a:cubicBezTo>
                    <a:pt x="315" y="579"/>
                    <a:pt x="488" y="815"/>
                    <a:pt x="617" y="985"/>
                  </a:cubicBezTo>
                  <a:cubicBezTo>
                    <a:pt x="907" y="1337"/>
                    <a:pt x="1143" y="1602"/>
                    <a:pt x="1102" y="1652"/>
                  </a:cubicBezTo>
                  <a:cubicBezTo>
                    <a:pt x="1089" y="1668"/>
                    <a:pt x="998" y="1627"/>
                    <a:pt x="894" y="1536"/>
                  </a:cubicBezTo>
                  <a:cubicBezTo>
                    <a:pt x="775" y="1432"/>
                    <a:pt x="617" y="1287"/>
                    <a:pt x="473" y="1089"/>
                  </a:cubicBezTo>
                  <a:cubicBezTo>
                    <a:pt x="331" y="919"/>
                    <a:pt x="186" y="645"/>
                    <a:pt x="95" y="422"/>
                  </a:cubicBezTo>
                  <a:cubicBezTo>
                    <a:pt x="42" y="315"/>
                    <a:pt x="17" y="199"/>
                    <a:pt x="17" y="120"/>
                  </a:cubicBezTo>
                  <a:cubicBezTo>
                    <a:pt x="1" y="42"/>
                    <a:pt x="29" y="1"/>
                    <a:pt x="29"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1_1_1">
    <p:spTree>
      <p:nvGrpSpPr>
        <p:cNvPr id="1394" name="Shape 1394"/>
        <p:cNvGrpSpPr/>
        <p:nvPr/>
      </p:nvGrpSpPr>
      <p:grpSpPr>
        <a:xfrm>
          <a:off x="0" y="0"/>
          <a:ext cx="0" cy="0"/>
          <a:chOff x="0" y="0"/>
          <a:chExt cx="0" cy="0"/>
        </a:xfrm>
      </p:grpSpPr>
      <p:sp>
        <p:nvSpPr>
          <p:cNvPr id="1395" name="Google Shape;1395;p31"/>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2800"/>
              <a:buNone/>
              <a:defRPr>
                <a:latin typeface="Roboto"/>
                <a:ea typeface="Roboto"/>
                <a:cs typeface="Roboto"/>
                <a:sym typeface="Roboto"/>
              </a:defRPr>
            </a:lvl2pPr>
            <a:lvl3pPr lvl="2" rtl="0">
              <a:spcBef>
                <a:spcPts val="0"/>
              </a:spcBef>
              <a:spcAft>
                <a:spcPts val="0"/>
              </a:spcAft>
              <a:buSzPts val="2800"/>
              <a:buNone/>
              <a:defRPr>
                <a:latin typeface="Roboto"/>
                <a:ea typeface="Roboto"/>
                <a:cs typeface="Roboto"/>
                <a:sym typeface="Roboto"/>
              </a:defRPr>
            </a:lvl3pPr>
            <a:lvl4pPr lvl="3" rtl="0">
              <a:spcBef>
                <a:spcPts val="0"/>
              </a:spcBef>
              <a:spcAft>
                <a:spcPts val="0"/>
              </a:spcAft>
              <a:buSzPts val="2800"/>
              <a:buNone/>
              <a:defRPr>
                <a:latin typeface="Roboto"/>
                <a:ea typeface="Roboto"/>
                <a:cs typeface="Roboto"/>
                <a:sym typeface="Roboto"/>
              </a:defRPr>
            </a:lvl4pPr>
            <a:lvl5pPr lvl="4" rtl="0">
              <a:spcBef>
                <a:spcPts val="0"/>
              </a:spcBef>
              <a:spcAft>
                <a:spcPts val="0"/>
              </a:spcAft>
              <a:buSzPts val="2800"/>
              <a:buNone/>
              <a:defRPr>
                <a:latin typeface="Roboto"/>
                <a:ea typeface="Roboto"/>
                <a:cs typeface="Roboto"/>
                <a:sym typeface="Roboto"/>
              </a:defRPr>
            </a:lvl5pPr>
            <a:lvl6pPr lvl="5" rtl="0">
              <a:spcBef>
                <a:spcPts val="0"/>
              </a:spcBef>
              <a:spcAft>
                <a:spcPts val="0"/>
              </a:spcAft>
              <a:buSzPts val="2800"/>
              <a:buNone/>
              <a:defRPr>
                <a:latin typeface="Roboto"/>
                <a:ea typeface="Roboto"/>
                <a:cs typeface="Roboto"/>
                <a:sym typeface="Roboto"/>
              </a:defRPr>
            </a:lvl6pPr>
            <a:lvl7pPr lvl="6" rtl="0">
              <a:spcBef>
                <a:spcPts val="0"/>
              </a:spcBef>
              <a:spcAft>
                <a:spcPts val="0"/>
              </a:spcAft>
              <a:buSzPts val="2800"/>
              <a:buNone/>
              <a:defRPr>
                <a:latin typeface="Roboto"/>
                <a:ea typeface="Roboto"/>
                <a:cs typeface="Roboto"/>
                <a:sym typeface="Roboto"/>
              </a:defRPr>
            </a:lvl7pPr>
            <a:lvl8pPr lvl="7" rtl="0">
              <a:spcBef>
                <a:spcPts val="0"/>
              </a:spcBef>
              <a:spcAft>
                <a:spcPts val="0"/>
              </a:spcAft>
              <a:buSzPts val="2800"/>
              <a:buNone/>
              <a:defRPr>
                <a:latin typeface="Roboto"/>
                <a:ea typeface="Roboto"/>
                <a:cs typeface="Roboto"/>
                <a:sym typeface="Roboto"/>
              </a:defRPr>
            </a:lvl8pPr>
            <a:lvl9pPr lvl="8" rtl="0">
              <a:spcBef>
                <a:spcPts val="0"/>
              </a:spcBef>
              <a:spcAft>
                <a:spcPts val="0"/>
              </a:spcAft>
              <a:buSzPts val="2800"/>
              <a:buNone/>
              <a:defRPr>
                <a:latin typeface="Roboto"/>
                <a:ea typeface="Roboto"/>
                <a:cs typeface="Roboto"/>
                <a:sym typeface="Roboto"/>
              </a:defRPr>
            </a:lvl9pPr>
          </a:lstStyle>
          <a:p/>
        </p:txBody>
      </p:sp>
      <p:sp>
        <p:nvSpPr>
          <p:cNvPr id="1396" name="Google Shape;1396;p31"/>
          <p:cNvSpPr txBox="1"/>
          <p:nvPr>
            <p:ph idx="1" type="subTitle"/>
          </p:nvPr>
        </p:nvSpPr>
        <p:spPr>
          <a:xfrm>
            <a:off x="1031900" y="2214783"/>
            <a:ext cx="2130600" cy="56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97" name="Google Shape;1397;p31"/>
          <p:cNvSpPr txBox="1"/>
          <p:nvPr>
            <p:ph idx="2" type="subTitle"/>
          </p:nvPr>
        </p:nvSpPr>
        <p:spPr>
          <a:xfrm>
            <a:off x="3506695" y="2214783"/>
            <a:ext cx="2130600" cy="56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98" name="Google Shape;1398;p31"/>
          <p:cNvSpPr txBox="1"/>
          <p:nvPr>
            <p:ph idx="3" type="subTitle"/>
          </p:nvPr>
        </p:nvSpPr>
        <p:spPr>
          <a:xfrm>
            <a:off x="5981490" y="2214783"/>
            <a:ext cx="2130600" cy="56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399" name="Google Shape;1399;p31"/>
          <p:cNvSpPr txBox="1"/>
          <p:nvPr>
            <p:ph idx="4" type="subTitle"/>
          </p:nvPr>
        </p:nvSpPr>
        <p:spPr>
          <a:xfrm>
            <a:off x="1031900" y="3671833"/>
            <a:ext cx="2130600" cy="56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400" name="Google Shape;1400;p31"/>
          <p:cNvSpPr txBox="1"/>
          <p:nvPr>
            <p:ph idx="5" type="subTitle"/>
          </p:nvPr>
        </p:nvSpPr>
        <p:spPr>
          <a:xfrm>
            <a:off x="3506695" y="3671833"/>
            <a:ext cx="2130600" cy="56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401" name="Google Shape;1401;p31"/>
          <p:cNvSpPr txBox="1"/>
          <p:nvPr>
            <p:ph idx="6" type="subTitle"/>
          </p:nvPr>
        </p:nvSpPr>
        <p:spPr>
          <a:xfrm>
            <a:off x="5981490" y="3671833"/>
            <a:ext cx="2130600" cy="5631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1400"/>
              <a:buNone/>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402" name="Google Shape;1402;p31"/>
          <p:cNvSpPr txBox="1"/>
          <p:nvPr>
            <p:ph idx="7" type="subTitle"/>
          </p:nvPr>
        </p:nvSpPr>
        <p:spPr>
          <a:xfrm>
            <a:off x="1031900" y="1888575"/>
            <a:ext cx="21306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03" name="Google Shape;1403;p31"/>
          <p:cNvSpPr txBox="1"/>
          <p:nvPr>
            <p:ph idx="8" type="subTitle"/>
          </p:nvPr>
        </p:nvSpPr>
        <p:spPr>
          <a:xfrm>
            <a:off x="3506700" y="1888575"/>
            <a:ext cx="21306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04" name="Google Shape;1404;p31"/>
          <p:cNvSpPr txBox="1"/>
          <p:nvPr>
            <p:ph idx="9" type="subTitle"/>
          </p:nvPr>
        </p:nvSpPr>
        <p:spPr>
          <a:xfrm>
            <a:off x="5981513" y="1888575"/>
            <a:ext cx="21306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05" name="Google Shape;1405;p31"/>
          <p:cNvSpPr txBox="1"/>
          <p:nvPr>
            <p:ph idx="13" type="subTitle"/>
          </p:nvPr>
        </p:nvSpPr>
        <p:spPr>
          <a:xfrm>
            <a:off x="1031900" y="3340972"/>
            <a:ext cx="21306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06" name="Google Shape;1406;p31"/>
          <p:cNvSpPr txBox="1"/>
          <p:nvPr>
            <p:ph idx="14" type="subTitle"/>
          </p:nvPr>
        </p:nvSpPr>
        <p:spPr>
          <a:xfrm>
            <a:off x="3506700" y="3340972"/>
            <a:ext cx="21306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407" name="Google Shape;1407;p31"/>
          <p:cNvSpPr txBox="1"/>
          <p:nvPr>
            <p:ph idx="15" type="subTitle"/>
          </p:nvPr>
        </p:nvSpPr>
        <p:spPr>
          <a:xfrm>
            <a:off x="5981513" y="3340972"/>
            <a:ext cx="2130600" cy="4776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2400"/>
              <a:buFont typeface="Anton"/>
              <a:buNone/>
              <a:defRPr sz="2400">
                <a:latin typeface="DM Serif Display"/>
                <a:ea typeface="DM Serif Display"/>
                <a:cs typeface="DM Serif Display"/>
                <a:sym typeface="DM Serif Display"/>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grpSp>
        <p:nvGrpSpPr>
          <p:cNvPr id="1408" name="Google Shape;1408;p31"/>
          <p:cNvGrpSpPr/>
          <p:nvPr/>
        </p:nvGrpSpPr>
        <p:grpSpPr>
          <a:xfrm>
            <a:off x="121775" y="95161"/>
            <a:ext cx="945083" cy="889676"/>
            <a:chOff x="2001532" y="3705200"/>
            <a:chExt cx="657358" cy="618819"/>
          </a:xfrm>
        </p:grpSpPr>
        <p:sp>
          <p:nvSpPr>
            <p:cNvPr id="1409" name="Google Shape;1409;p31"/>
            <p:cNvSpPr/>
            <p:nvPr/>
          </p:nvSpPr>
          <p:spPr>
            <a:xfrm>
              <a:off x="2101157" y="3705200"/>
              <a:ext cx="557732" cy="585672"/>
            </a:xfrm>
            <a:custGeom>
              <a:rect b="b" l="l" r="r" t="t"/>
              <a:pathLst>
                <a:path extrusionOk="0" h="8783" w="8364">
                  <a:moveTo>
                    <a:pt x="5794" y="6188"/>
                  </a:moveTo>
                  <a:cubicBezTo>
                    <a:pt x="6725" y="6883"/>
                    <a:pt x="8219" y="7053"/>
                    <a:pt x="8347" y="7065"/>
                  </a:cubicBezTo>
                  <a:lnTo>
                    <a:pt x="8363" y="7065"/>
                  </a:lnTo>
                  <a:cubicBezTo>
                    <a:pt x="8363" y="7065"/>
                    <a:pt x="7759" y="5599"/>
                    <a:pt x="6775" y="4863"/>
                  </a:cubicBezTo>
                  <a:cubicBezTo>
                    <a:pt x="6265" y="4483"/>
                    <a:pt x="5690" y="4367"/>
                    <a:pt x="5256" y="4354"/>
                  </a:cubicBezTo>
                  <a:cubicBezTo>
                    <a:pt x="5649" y="4300"/>
                    <a:pt x="6187" y="4168"/>
                    <a:pt x="6684" y="3804"/>
                  </a:cubicBezTo>
                  <a:cubicBezTo>
                    <a:pt x="7640" y="3134"/>
                    <a:pt x="8269" y="1784"/>
                    <a:pt x="8322" y="1652"/>
                  </a:cubicBezTo>
                  <a:lnTo>
                    <a:pt x="8322" y="1640"/>
                  </a:lnTo>
                  <a:cubicBezTo>
                    <a:pt x="8322" y="1640"/>
                    <a:pt x="6737" y="1759"/>
                    <a:pt x="5740" y="2467"/>
                  </a:cubicBezTo>
                  <a:cubicBezTo>
                    <a:pt x="5218" y="2847"/>
                    <a:pt x="4929" y="3357"/>
                    <a:pt x="4784" y="3763"/>
                  </a:cubicBezTo>
                  <a:cubicBezTo>
                    <a:pt x="4863" y="3369"/>
                    <a:pt x="4888" y="2819"/>
                    <a:pt x="4705" y="2231"/>
                  </a:cubicBezTo>
                  <a:cubicBezTo>
                    <a:pt x="4366" y="1118"/>
                    <a:pt x="3265" y="108"/>
                    <a:pt x="3158" y="17"/>
                  </a:cubicBezTo>
                  <a:lnTo>
                    <a:pt x="3158" y="1"/>
                  </a:lnTo>
                  <a:cubicBezTo>
                    <a:pt x="3158" y="1"/>
                    <a:pt x="2780" y="1548"/>
                    <a:pt x="3133" y="2715"/>
                  </a:cubicBezTo>
                  <a:cubicBezTo>
                    <a:pt x="3331" y="3332"/>
                    <a:pt x="3737" y="3763"/>
                    <a:pt x="4064" y="4027"/>
                  </a:cubicBezTo>
                  <a:cubicBezTo>
                    <a:pt x="3724" y="3829"/>
                    <a:pt x="3211" y="3634"/>
                    <a:pt x="2582" y="3618"/>
                  </a:cubicBezTo>
                  <a:cubicBezTo>
                    <a:pt x="1428" y="3605"/>
                    <a:pt x="120" y="4341"/>
                    <a:pt x="0" y="4404"/>
                  </a:cubicBezTo>
                  <a:lnTo>
                    <a:pt x="0" y="4404"/>
                  </a:lnTo>
                  <a:cubicBezTo>
                    <a:pt x="0" y="4404"/>
                    <a:pt x="1349" y="5244"/>
                    <a:pt x="2570" y="5269"/>
                  </a:cubicBezTo>
                  <a:cubicBezTo>
                    <a:pt x="3211" y="5269"/>
                    <a:pt x="3749" y="5021"/>
                    <a:pt x="4101" y="4785"/>
                  </a:cubicBezTo>
                  <a:cubicBezTo>
                    <a:pt x="3815" y="5062"/>
                    <a:pt x="3460" y="5480"/>
                    <a:pt x="3265" y="6071"/>
                  </a:cubicBezTo>
                  <a:cubicBezTo>
                    <a:pt x="2897" y="7172"/>
                    <a:pt x="3186" y="8638"/>
                    <a:pt x="3211" y="8770"/>
                  </a:cubicBezTo>
                  <a:lnTo>
                    <a:pt x="3211" y="8782"/>
                  </a:lnTo>
                  <a:cubicBezTo>
                    <a:pt x="3211" y="8782"/>
                    <a:pt x="4432" y="7748"/>
                    <a:pt x="4825" y="6593"/>
                  </a:cubicBezTo>
                  <a:cubicBezTo>
                    <a:pt x="5032" y="5977"/>
                    <a:pt x="4954" y="5401"/>
                    <a:pt x="4837" y="4996"/>
                  </a:cubicBezTo>
                  <a:cubicBezTo>
                    <a:pt x="5007" y="5348"/>
                    <a:pt x="5297" y="5807"/>
                    <a:pt x="5794" y="6188"/>
                  </a:cubicBezTo>
                  <a:close/>
                  <a:moveTo>
                    <a:pt x="4602" y="4367"/>
                  </a:moveTo>
                  <a:cubicBezTo>
                    <a:pt x="4602" y="4367"/>
                    <a:pt x="4614" y="4326"/>
                    <a:pt x="4627" y="4275"/>
                  </a:cubicBezTo>
                  <a:lnTo>
                    <a:pt x="4627" y="4326"/>
                  </a:lnTo>
                  <a:cubicBezTo>
                    <a:pt x="4627" y="4341"/>
                    <a:pt x="4614" y="4354"/>
                    <a:pt x="4614" y="4354"/>
                  </a:cubicBezTo>
                  <a:lnTo>
                    <a:pt x="4627" y="4354"/>
                  </a:lnTo>
                  <a:lnTo>
                    <a:pt x="4627" y="4367"/>
                  </a:lnTo>
                  <a:lnTo>
                    <a:pt x="4718" y="4367"/>
                  </a:lnTo>
                  <a:cubicBezTo>
                    <a:pt x="4693" y="4379"/>
                    <a:pt x="4680" y="4379"/>
                    <a:pt x="4668" y="4379"/>
                  </a:cubicBezTo>
                  <a:lnTo>
                    <a:pt x="4639" y="4379"/>
                  </a:lnTo>
                  <a:lnTo>
                    <a:pt x="4639" y="4392"/>
                  </a:lnTo>
                  <a:lnTo>
                    <a:pt x="4627" y="4392"/>
                  </a:lnTo>
                  <a:cubicBezTo>
                    <a:pt x="4627" y="4392"/>
                    <a:pt x="4639" y="4420"/>
                    <a:pt x="4652" y="4470"/>
                  </a:cubicBezTo>
                  <a:cubicBezTo>
                    <a:pt x="4639" y="4458"/>
                    <a:pt x="4639" y="4445"/>
                    <a:pt x="4627" y="4433"/>
                  </a:cubicBezTo>
                  <a:cubicBezTo>
                    <a:pt x="4627" y="4420"/>
                    <a:pt x="4614" y="4404"/>
                    <a:pt x="4614" y="4404"/>
                  </a:cubicBezTo>
                  <a:lnTo>
                    <a:pt x="4614" y="4420"/>
                  </a:lnTo>
                  <a:lnTo>
                    <a:pt x="4614" y="4404"/>
                  </a:lnTo>
                  <a:cubicBezTo>
                    <a:pt x="4614" y="4404"/>
                    <a:pt x="4573" y="4420"/>
                    <a:pt x="4535" y="4458"/>
                  </a:cubicBezTo>
                  <a:cubicBezTo>
                    <a:pt x="4548" y="4445"/>
                    <a:pt x="4561" y="4433"/>
                    <a:pt x="4561" y="4420"/>
                  </a:cubicBezTo>
                  <a:cubicBezTo>
                    <a:pt x="4573" y="4404"/>
                    <a:pt x="4589" y="4404"/>
                    <a:pt x="4589" y="4404"/>
                  </a:cubicBezTo>
                  <a:cubicBezTo>
                    <a:pt x="4589" y="4404"/>
                    <a:pt x="4589" y="4392"/>
                    <a:pt x="4573" y="4392"/>
                  </a:cubicBezTo>
                  <a:lnTo>
                    <a:pt x="4589" y="4392"/>
                  </a:lnTo>
                  <a:cubicBezTo>
                    <a:pt x="4589" y="4392"/>
                    <a:pt x="4561" y="4367"/>
                    <a:pt x="4523" y="4326"/>
                  </a:cubicBezTo>
                  <a:cubicBezTo>
                    <a:pt x="4535" y="4341"/>
                    <a:pt x="4548" y="4354"/>
                    <a:pt x="4561" y="4354"/>
                  </a:cubicBezTo>
                  <a:cubicBezTo>
                    <a:pt x="4573" y="4367"/>
                    <a:pt x="4589" y="4367"/>
                    <a:pt x="4589" y="4367"/>
                  </a:cubicBezTo>
                  <a:lnTo>
                    <a:pt x="4589" y="4354"/>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1"/>
            <p:cNvSpPr/>
            <p:nvPr/>
          </p:nvSpPr>
          <p:spPr>
            <a:xfrm>
              <a:off x="2310877" y="4028616"/>
              <a:ext cx="249193" cy="181910"/>
            </a:xfrm>
            <a:custGeom>
              <a:rect b="b" l="l" r="r" t="t"/>
              <a:pathLst>
                <a:path extrusionOk="0" h="2728" w="3737">
                  <a:moveTo>
                    <a:pt x="511" y="0"/>
                  </a:moveTo>
                  <a:cubicBezTo>
                    <a:pt x="277" y="0"/>
                    <a:pt x="105" y="27"/>
                    <a:pt x="41" y="42"/>
                  </a:cubicBezTo>
                  <a:lnTo>
                    <a:pt x="0" y="42"/>
                  </a:lnTo>
                  <a:cubicBezTo>
                    <a:pt x="0" y="42"/>
                    <a:pt x="198" y="1102"/>
                    <a:pt x="1167" y="1835"/>
                  </a:cubicBezTo>
                  <a:cubicBezTo>
                    <a:pt x="2098" y="2530"/>
                    <a:pt x="3580" y="2715"/>
                    <a:pt x="3724" y="2728"/>
                  </a:cubicBezTo>
                  <a:lnTo>
                    <a:pt x="3737" y="2728"/>
                  </a:lnTo>
                  <a:cubicBezTo>
                    <a:pt x="3737" y="2728"/>
                    <a:pt x="3133" y="1246"/>
                    <a:pt x="2152" y="526"/>
                  </a:cubicBezTo>
                  <a:cubicBezTo>
                    <a:pt x="1581" y="92"/>
                    <a:pt x="941" y="0"/>
                    <a:pt x="511"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1"/>
            <p:cNvSpPr/>
            <p:nvPr/>
          </p:nvSpPr>
          <p:spPr>
            <a:xfrm>
              <a:off x="2311677" y="4028549"/>
              <a:ext cx="219452" cy="160171"/>
            </a:xfrm>
            <a:custGeom>
              <a:rect b="b" l="l" r="r" t="t"/>
              <a:pathLst>
                <a:path extrusionOk="0" h="2402" w="3291">
                  <a:moveTo>
                    <a:pt x="394" y="1"/>
                  </a:moveTo>
                  <a:cubicBezTo>
                    <a:pt x="212" y="1"/>
                    <a:pt x="80" y="19"/>
                    <a:pt x="29" y="27"/>
                  </a:cubicBezTo>
                  <a:lnTo>
                    <a:pt x="1" y="43"/>
                  </a:lnTo>
                  <a:cubicBezTo>
                    <a:pt x="1" y="43"/>
                    <a:pt x="174" y="971"/>
                    <a:pt x="1039" y="1615"/>
                  </a:cubicBezTo>
                  <a:cubicBezTo>
                    <a:pt x="1863" y="2229"/>
                    <a:pt x="3162" y="2386"/>
                    <a:pt x="3278" y="2402"/>
                  </a:cubicBezTo>
                  <a:lnTo>
                    <a:pt x="3291" y="2402"/>
                  </a:lnTo>
                  <a:cubicBezTo>
                    <a:pt x="3291" y="2402"/>
                    <a:pt x="2753" y="1115"/>
                    <a:pt x="1888" y="474"/>
                  </a:cubicBezTo>
                  <a:cubicBezTo>
                    <a:pt x="1358" y="77"/>
                    <a:pt x="770" y="1"/>
                    <a:pt x="39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1"/>
            <p:cNvSpPr/>
            <p:nvPr/>
          </p:nvSpPr>
          <p:spPr>
            <a:xfrm>
              <a:off x="2326614" y="4040752"/>
              <a:ext cx="150436" cy="109359"/>
            </a:xfrm>
            <a:custGeom>
              <a:rect b="b" l="l" r="r" t="t"/>
              <a:pathLst>
                <a:path extrusionOk="0" h="1640" w="2256">
                  <a:moveTo>
                    <a:pt x="111" y="0"/>
                  </a:moveTo>
                  <a:cubicBezTo>
                    <a:pt x="73" y="0"/>
                    <a:pt x="45" y="1"/>
                    <a:pt x="28" y="1"/>
                  </a:cubicBezTo>
                  <a:cubicBezTo>
                    <a:pt x="13" y="1"/>
                    <a:pt x="0" y="17"/>
                    <a:pt x="0" y="17"/>
                  </a:cubicBezTo>
                  <a:cubicBezTo>
                    <a:pt x="0" y="17"/>
                    <a:pt x="157" y="593"/>
                    <a:pt x="761" y="1039"/>
                  </a:cubicBezTo>
                  <a:cubicBezTo>
                    <a:pt x="1312" y="1458"/>
                    <a:pt x="2177" y="1615"/>
                    <a:pt x="2255" y="1640"/>
                  </a:cubicBezTo>
                  <a:cubicBezTo>
                    <a:pt x="2255" y="1640"/>
                    <a:pt x="1850" y="803"/>
                    <a:pt x="1258" y="369"/>
                  </a:cubicBezTo>
                  <a:cubicBezTo>
                    <a:pt x="805" y="27"/>
                    <a:pt x="316" y="0"/>
                    <a:pt x="11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1"/>
            <p:cNvSpPr/>
            <p:nvPr/>
          </p:nvSpPr>
          <p:spPr>
            <a:xfrm>
              <a:off x="2310877" y="3848703"/>
              <a:ext cx="246459" cy="181643"/>
            </a:xfrm>
            <a:custGeom>
              <a:rect b="b" l="l" r="r" t="t"/>
              <a:pathLst>
                <a:path extrusionOk="0" h="2724" w="3696">
                  <a:moveTo>
                    <a:pt x="3696" y="0"/>
                  </a:moveTo>
                  <a:cubicBezTo>
                    <a:pt x="3696" y="0"/>
                    <a:pt x="2111" y="117"/>
                    <a:pt x="1114" y="824"/>
                  </a:cubicBezTo>
                  <a:cubicBezTo>
                    <a:pt x="211" y="1453"/>
                    <a:pt x="29" y="2488"/>
                    <a:pt x="0" y="2686"/>
                  </a:cubicBezTo>
                  <a:lnTo>
                    <a:pt x="0" y="2711"/>
                  </a:lnTo>
                  <a:cubicBezTo>
                    <a:pt x="0" y="2711"/>
                    <a:pt x="92" y="2724"/>
                    <a:pt x="247" y="2724"/>
                  </a:cubicBezTo>
                  <a:cubicBezTo>
                    <a:pt x="619" y="2724"/>
                    <a:pt x="1356" y="2652"/>
                    <a:pt x="2057" y="2161"/>
                  </a:cubicBezTo>
                  <a:cubicBezTo>
                    <a:pt x="3017" y="1494"/>
                    <a:pt x="3630" y="129"/>
                    <a:pt x="3696" y="13"/>
                  </a:cubicBezTo>
                  <a:lnTo>
                    <a:pt x="3696"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1"/>
            <p:cNvSpPr/>
            <p:nvPr/>
          </p:nvSpPr>
          <p:spPr>
            <a:xfrm>
              <a:off x="2310010" y="3868842"/>
              <a:ext cx="218652" cy="161305"/>
            </a:xfrm>
            <a:custGeom>
              <a:rect b="b" l="l" r="r" t="t"/>
              <a:pathLst>
                <a:path extrusionOk="0" h="2419" w="3279">
                  <a:moveTo>
                    <a:pt x="3278" y="0"/>
                  </a:moveTo>
                  <a:cubicBezTo>
                    <a:pt x="3278" y="0"/>
                    <a:pt x="1875" y="117"/>
                    <a:pt x="998" y="733"/>
                  </a:cubicBezTo>
                  <a:cubicBezTo>
                    <a:pt x="199" y="1296"/>
                    <a:pt x="26" y="2214"/>
                    <a:pt x="13" y="2372"/>
                  </a:cubicBezTo>
                  <a:cubicBezTo>
                    <a:pt x="1" y="2397"/>
                    <a:pt x="1" y="2409"/>
                    <a:pt x="1" y="2409"/>
                  </a:cubicBezTo>
                  <a:cubicBezTo>
                    <a:pt x="1" y="2409"/>
                    <a:pt x="72" y="2419"/>
                    <a:pt x="194" y="2419"/>
                  </a:cubicBezTo>
                  <a:cubicBezTo>
                    <a:pt x="515" y="2419"/>
                    <a:pt x="1186" y="2356"/>
                    <a:pt x="1822" y="1900"/>
                  </a:cubicBezTo>
                  <a:cubicBezTo>
                    <a:pt x="2662" y="1309"/>
                    <a:pt x="3225" y="117"/>
                    <a:pt x="3265" y="13"/>
                  </a:cubicBezTo>
                  <a:cubicBezTo>
                    <a:pt x="3278" y="13"/>
                    <a:pt x="3278" y="0"/>
                    <a:pt x="327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1"/>
            <p:cNvSpPr/>
            <p:nvPr/>
          </p:nvSpPr>
          <p:spPr>
            <a:xfrm>
              <a:off x="2324947" y="3908052"/>
              <a:ext cx="149369" cy="109359"/>
            </a:xfrm>
            <a:custGeom>
              <a:rect b="b" l="l" r="r" t="t"/>
              <a:pathLst>
                <a:path extrusionOk="0" h="1640" w="2240">
                  <a:moveTo>
                    <a:pt x="2239" y="0"/>
                  </a:moveTo>
                  <a:cubicBezTo>
                    <a:pt x="2239" y="0"/>
                    <a:pt x="1324" y="145"/>
                    <a:pt x="720" y="563"/>
                  </a:cubicBezTo>
                  <a:cubicBezTo>
                    <a:pt x="182" y="957"/>
                    <a:pt x="25" y="1520"/>
                    <a:pt x="0" y="1626"/>
                  </a:cubicBezTo>
                  <a:lnTo>
                    <a:pt x="0" y="1639"/>
                  </a:lnTo>
                  <a:cubicBezTo>
                    <a:pt x="0" y="1639"/>
                    <a:pt x="13" y="1640"/>
                    <a:pt x="38" y="1640"/>
                  </a:cubicBezTo>
                  <a:cubicBezTo>
                    <a:pt x="180" y="1640"/>
                    <a:pt x="693" y="1613"/>
                    <a:pt x="1205" y="1246"/>
                  </a:cubicBezTo>
                  <a:cubicBezTo>
                    <a:pt x="1783" y="840"/>
                    <a:pt x="2202" y="79"/>
                    <a:pt x="2239" y="13"/>
                  </a:cubicBezTo>
                  <a:lnTo>
                    <a:pt x="2239"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6" name="Google Shape;1416;p31"/>
            <p:cNvSpPr/>
            <p:nvPr/>
          </p:nvSpPr>
          <p:spPr>
            <a:xfrm>
              <a:off x="2187779" y="3738609"/>
              <a:ext cx="152103" cy="290936"/>
            </a:xfrm>
            <a:custGeom>
              <a:rect b="b" l="l" r="r" t="t"/>
              <a:pathLst>
                <a:path extrusionOk="0" h="4363" w="2281">
                  <a:moveTo>
                    <a:pt x="381" y="0"/>
                  </a:moveTo>
                  <a:cubicBezTo>
                    <a:pt x="381" y="0"/>
                    <a:pt x="0" y="1544"/>
                    <a:pt x="352" y="2711"/>
                  </a:cubicBezTo>
                  <a:cubicBezTo>
                    <a:pt x="679" y="3774"/>
                    <a:pt x="1610" y="4271"/>
                    <a:pt x="1780" y="4350"/>
                  </a:cubicBezTo>
                  <a:cubicBezTo>
                    <a:pt x="1809" y="4362"/>
                    <a:pt x="1821" y="4362"/>
                    <a:pt x="1821" y="4362"/>
                  </a:cubicBezTo>
                  <a:cubicBezTo>
                    <a:pt x="1821" y="4362"/>
                    <a:pt x="2280" y="3394"/>
                    <a:pt x="1925" y="2227"/>
                  </a:cubicBezTo>
                  <a:cubicBezTo>
                    <a:pt x="1585" y="1113"/>
                    <a:pt x="484" y="104"/>
                    <a:pt x="381" y="13"/>
                  </a:cubicBezTo>
                  <a:lnTo>
                    <a:pt x="381"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7" name="Google Shape;1417;p31"/>
            <p:cNvSpPr/>
            <p:nvPr/>
          </p:nvSpPr>
          <p:spPr>
            <a:xfrm>
              <a:off x="2201583" y="3772551"/>
              <a:ext cx="133898" cy="256994"/>
            </a:xfrm>
            <a:custGeom>
              <a:rect b="b" l="l" r="r" t="t"/>
              <a:pathLst>
                <a:path extrusionOk="0" h="3854" w="2008">
                  <a:moveTo>
                    <a:pt x="331" y="1"/>
                  </a:moveTo>
                  <a:cubicBezTo>
                    <a:pt x="331" y="1"/>
                    <a:pt x="1" y="1366"/>
                    <a:pt x="315" y="2400"/>
                  </a:cubicBezTo>
                  <a:cubicBezTo>
                    <a:pt x="605" y="3331"/>
                    <a:pt x="1416" y="3775"/>
                    <a:pt x="1573" y="3841"/>
                  </a:cubicBezTo>
                  <a:cubicBezTo>
                    <a:pt x="1589" y="3853"/>
                    <a:pt x="1602" y="3853"/>
                    <a:pt x="1602" y="3853"/>
                  </a:cubicBezTo>
                  <a:cubicBezTo>
                    <a:pt x="1602" y="3853"/>
                    <a:pt x="2007" y="3001"/>
                    <a:pt x="1680" y="1979"/>
                  </a:cubicBezTo>
                  <a:cubicBezTo>
                    <a:pt x="1378" y="998"/>
                    <a:pt x="422" y="92"/>
                    <a:pt x="331" y="13"/>
                  </a:cubicBezTo>
                  <a:lnTo>
                    <a:pt x="331"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8" name="Google Shape;1418;p31"/>
            <p:cNvSpPr/>
            <p:nvPr/>
          </p:nvSpPr>
          <p:spPr>
            <a:xfrm>
              <a:off x="2234124" y="3836300"/>
              <a:ext cx="82019" cy="175842"/>
            </a:xfrm>
            <a:custGeom>
              <a:rect b="b" l="l" r="r" t="t"/>
              <a:pathLst>
                <a:path extrusionOk="0" h="2637" w="1230">
                  <a:moveTo>
                    <a:pt x="142" y="1"/>
                  </a:moveTo>
                  <a:cubicBezTo>
                    <a:pt x="142" y="1"/>
                    <a:pt x="0" y="919"/>
                    <a:pt x="208" y="1614"/>
                  </a:cubicBezTo>
                  <a:cubicBezTo>
                    <a:pt x="406" y="2256"/>
                    <a:pt x="903" y="2570"/>
                    <a:pt x="994" y="2636"/>
                  </a:cubicBezTo>
                  <a:lnTo>
                    <a:pt x="1007" y="2636"/>
                  </a:lnTo>
                  <a:cubicBezTo>
                    <a:pt x="1007" y="2636"/>
                    <a:pt x="1230" y="2073"/>
                    <a:pt x="1007" y="1366"/>
                  </a:cubicBezTo>
                  <a:cubicBezTo>
                    <a:pt x="799" y="696"/>
                    <a:pt x="208" y="67"/>
                    <a:pt x="157"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9" name="Google Shape;1419;p31"/>
            <p:cNvSpPr/>
            <p:nvPr/>
          </p:nvSpPr>
          <p:spPr>
            <a:xfrm>
              <a:off x="2001532" y="3980603"/>
              <a:ext cx="306873" cy="109359"/>
            </a:xfrm>
            <a:custGeom>
              <a:rect b="b" l="l" r="r" t="t"/>
              <a:pathLst>
                <a:path extrusionOk="0" h="1640" w="4602">
                  <a:moveTo>
                    <a:pt x="2565" y="0"/>
                  </a:moveTo>
                  <a:cubicBezTo>
                    <a:pt x="1421" y="0"/>
                    <a:pt x="131" y="709"/>
                    <a:pt x="13" y="774"/>
                  </a:cubicBezTo>
                  <a:cubicBezTo>
                    <a:pt x="13" y="787"/>
                    <a:pt x="0" y="787"/>
                    <a:pt x="0" y="787"/>
                  </a:cubicBezTo>
                  <a:cubicBezTo>
                    <a:pt x="0" y="787"/>
                    <a:pt x="1365" y="1627"/>
                    <a:pt x="2582" y="1639"/>
                  </a:cubicBezTo>
                  <a:cubicBezTo>
                    <a:pt x="2592" y="1639"/>
                    <a:pt x="2601" y="1639"/>
                    <a:pt x="2610" y="1639"/>
                  </a:cubicBezTo>
                  <a:cubicBezTo>
                    <a:pt x="3696" y="1639"/>
                    <a:pt x="4445" y="918"/>
                    <a:pt x="4573" y="787"/>
                  </a:cubicBezTo>
                  <a:cubicBezTo>
                    <a:pt x="4589" y="774"/>
                    <a:pt x="4602" y="762"/>
                    <a:pt x="4602" y="762"/>
                  </a:cubicBezTo>
                  <a:cubicBezTo>
                    <a:pt x="4602" y="762"/>
                    <a:pt x="3815" y="13"/>
                    <a:pt x="2595" y="1"/>
                  </a:cubicBezTo>
                  <a:cubicBezTo>
                    <a:pt x="2585" y="1"/>
                    <a:pt x="2575" y="0"/>
                    <a:pt x="2565"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0" name="Google Shape;1420;p31"/>
            <p:cNvSpPr/>
            <p:nvPr/>
          </p:nvSpPr>
          <p:spPr>
            <a:xfrm>
              <a:off x="2037341" y="3987538"/>
              <a:ext cx="271064" cy="95289"/>
            </a:xfrm>
            <a:custGeom>
              <a:rect b="b" l="l" r="r" t="t"/>
              <a:pathLst>
                <a:path extrusionOk="0" h="1429" w="4065">
                  <a:moveTo>
                    <a:pt x="2264" y="0"/>
                  </a:moveTo>
                  <a:cubicBezTo>
                    <a:pt x="1249" y="0"/>
                    <a:pt x="119" y="630"/>
                    <a:pt x="14" y="683"/>
                  </a:cubicBezTo>
                  <a:lnTo>
                    <a:pt x="1" y="683"/>
                  </a:lnTo>
                  <a:cubicBezTo>
                    <a:pt x="1" y="683"/>
                    <a:pt x="1206" y="1416"/>
                    <a:pt x="2281" y="1428"/>
                  </a:cubicBezTo>
                  <a:cubicBezTo>
                    <a:pt x="2293" y="1429"/>
                    <a:pt x="2305" y="1429"/>
                    <a:pt x="2317" y="1429"/>
                  </a:cubicBezTo>
                  <a:cubicBezTo>
                    <a:pt x="3266" y="1429"/>
                    <a:pt x="3921" y="813"/>
                    <a:pt x="4036" y="683"/>
                  </a:cubicBezTo>
                  <a:cubicBezTo>
                    <a:pt x="4052" y="670"/>
                    <a:pt x="4065" y="670"/>
                    <a:pt x="4065" y="670"/>
                  </a:cubicBezTo>
                  <a:cubicBezTo>
                    <a:pt x="4065" y="670"/>
                    <a:pt x="3369" y="13"/>
                    <a:pt x="2294" y="0"/>
                  </a:cubicBezTo>
                  <a:cubicBezTo>
                    <a:pt x="2284" y="0"/>
                    <a:pt x="2274" y="0"/>
                    <a:pt x="226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1" name="Google Shape;1421;p31"/>
            <p:cNvSpPr/>
            <p:nvPr/>
          </p:nvSpPr>
          <p:spPr>
            <a:xfrm>
              <a:off x="2103825" y="4006810"/>
              <a:ext cx="185311" cy="56080"/>
            </a:xfrm>
            <a:custGeom>
              <a:rect b="b" l="l" r="r" t="t"/>
              <a:pathLst>
                <a:path extrusionOk="0" h="841" w="2779">
                  <a:moveTo>
                    <a:pt x="1538" y="0"/>
                  </a:moveTo>
                  <a:cubicBezTo>
                    <a:pt x="839" y="0"/>
                    <a:pt x="78" y="354"/>
                    <a:pt x="14" y="394"/>
                  </a:cubicBezTo>
                  <a:lnTo>
                    <a:pt x="1" y="394"/>
                  </a:lnTo>
                  <a:cubicBezTo>
                    <a:pt x="1" y="394"/>
                    <a:pt x="825" y="825"/>
                    <a:pt x="1561" y="841"/>
                  </a:cubicBezTo>
                  <a:cubicBezTo>
                    <a:pt x="2228" y="841"/>
                    <a:pt x="2687" y="473"/>
                    <a:pt x="2766" y="407"/>
                  </a:cubicBezTo>
                  <a:lnTo>
                    <a:pt x="2778" y="394"/>
                  </a:lnTo>
                  <a:cubicBezTo>
                    <a:pt x="2778" y="394"/>
                    <a:pt x="2306" y="13"/>
                    <a:pt x="1574" y="1"/>
                  </a:cubicBezTo>
                  <a:cubicBezTo>
                    <a:pt x="1562" y="1"/>
                    <a:pt x="1550" y="0"/>
                    <a:pt x="1538"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2" name="Google Shape;1422;p31"/>
            <p:cNvSpPr/>
            <p:nvPr/>
          </p:nvSpPr>
          <p:spPr>
            <a:xfrm>
              <a:off x="2194648" y="4033017"/>
              <a:ext cx="152169" cy="291002"/>
            </a:xfrm>
            <a:custGeom>
              <a:rect b="b" l="l" r="r" t="t"/>
              <a:pathLst>
                <a:path extrusionOk="0" h="4364" w="2282">
                  <a:moveTo>
                    <a:pt x="1718" y="1"/>
                  </a:moveTo>
                  <a:cubicBezTo>
                    <a:pt x="1718" y="1"/>
                    <a:pt x="775" y="498"/>
                    <a:pt x="381" y="1652"/>
                  </a:cubicBezTo>
                  <a:cubicBezTo>
                    <a:pt x="1" y="2753"/>
                    <a:pt x="303" y="4222"/>
                    <a:pt x="328" y="4351"/>
                  </a:cubicBezTo>
                  <a:lnTo>
                    <a:pt x="328" y="4363"/>
                  </a:lnTo>
                  <a:cubicBezTo>
                    <a:pt x="328" y="4363"/>
                    <a:pt x="1548" y="3341"/>
                    <a:pt x="1929" y="2190"/>
                  </a:cubicBezTo>
                  <a:cubicBezTo>
                    <a:pt x="2281" y="1140"/>
                    <a:pt x="1822" y="183"/>
                    <a:pt x="1731" y="26"/>
                  </a:cubicBezTo>
                  <a:cubicBezTo>
                    <a:pt x="1731" y="1"/>
                    <a:pt x="1718" y="1"/>
                    <a:pt x="1718"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3" name="Google Shape;1423;p31"/>
            <p:cNvSpPr/>
            <p:nvPr/>
          </p:nvSpPr>
          <p:spPr>
            <a:xfrm>
              <a:off x="2209585" y="4033017"/>
              <a:ext cx="132832" cy="257861"/>
            </a:xfrm>
            <a:custGeom>
              <a:rect b="b" l="l" r="r" t="t"/>
              <a:pathLst>
                <a:path extrusionOk="0" h="3867" w="1992">
                  <a:moveTo>
                    <a:pt x="1507" y="1"/>
                  </a:moveTo>
                  <a:cubicBezTo>
                    <a:pt x="1507" y="1"/>
                    <a:pt x="683" y="448"/>
                    <a:pt x="327" y="1470"/>
                  </a:cubicBezTo>
                  <a:cubicBezTo>
                    <a:pt x="0" y="2438"/>
                    <a:pt x="249" y="3734"/>
                    <a:pt x="274" y="3854"/>
                  </a:cubicBezTo>
                  <a:lnTo>
                    <a:pt x="274" y="3866"/>
                  </a:lnTo>
                  <a:cubicBezTo>
                    <a:pt x="274" y="3866"/>
                    <a:pt x="1337" y="2948"/>
                    <a:pt x="1677" y="1926"/>
                  </a:cubicBezTo>
                  <a:cubicBezTo>
                    <a:pt x="1991" y="1011"/>
                    <a:pt x="1598" y="171"/>
                    <a:pt x="1519" y="26"/>
                  </a:cubicBezTo>
                  <a:lnTo>
                    <a:pt x="1507"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4" name="Google Shape;1424;p31"/>
            <p:cNvSpPr/>
            <p:nvPr/>
          </p:nvSpPr>
          <p:spPr>
            <a:xfrm>
              <a:off x="2240192" y="4050421"/>
              <a:ext cx="82086" cy="176709"/>
            </a:xfrm>
            <a:custGeom>
              <a:rect b="b" l="l" r="r" t="t"/>
              <a:pathLst>
                <a:path extrusionOk="0" h="2650" w="1231">
                  <a:moveTo>
                    <a:pt x="969" y="1"/>
                  </a:moveTo>
                  <a:cubicBezTo>
                    <a:pt x="969" y="1"/>
                    <a:pt x="460" y="344"/>
                    <a:pt x="224" y="1036"/>
                  </a:cubicBezTo>
                  <a:cubicBezTo>
                    <a:pt x="0" y="1706"/>
                    <a:pt x="104" y="2558"/>
                    <a:pt x="117" y="2649"/>
                  </a:cubicBezTo>
                  <a:cubicBezTo>
                    <a:pt x="117" y="2649"/>
                    <a:pt x="787" y="2008"/>
                    <a:pt x="1023" y="1300"/>
                  </a:cubicBezTo>
                  <a:cubicBezTo>
                    <a:pt x="1230" y="671"/>
                    <a:pt x="1023" y="121"/>
                    <a:pt x="982" y="14"/>
                  </a:cubicBezTo>
                  <a:lnTo>
                    <a:pt x="969"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25" name="Google Shape;1425;p31"/>
          <p:cNvGrpSpPr/>
          <p:nvPr/>
        </p:nvGrpSpPr>
        <p:grpSpPr>
          <a:xfrm rot="673185">
            <a:off x="8080572" y="4237920"/>
            <a:ext cx="1269831" cy="1176594"/>
            <a:chOff x="7893253" y="3121156"/>
            <a:chExt cx="856410" cy="793528"/>
          </a:xfrm>
        </p:grpSpPr>
        <p:sp>
          <p:nvSpPr>
            <p:cNvPr id="1426" name="Google Shape;1426;p31"/>
            <p:cNvSpPr/>
            <p:nvPr/>
          </p:nvSpPr>
          <p:spPr>
            <a:xfrm>
              <a:off x="8310225" y="3121156"/>
              <a:ext cx="439438" cy="588340"/>
            </a:xfrm>
            <a:custGeom>
              <a:rect b="b" l="l" r="r" t="t"/>
              <a:pathLst>
                <a:path extrusionOk="0" h="8823" w="6590">
                  <a:moveTo>
                    <a:pt x="654" y="16"/>
                  </a:moveTo>
                  <a:cubicBezTo>
                    <a:pt x="642" y="0"/>
                    <a:pt x="629" y="0"/>
                    <a:pt x="629" y="0"/>
                  </a:cubicBezTo>
                  <a:cubicBezTo>
                    <a:pt x="629" y="0"/>
                    <a:pt x="0" y="3737"/>
                    <a:pt x="1258" y="6108"/>
                  </a:cubicBezTo>
                  <a:cubicBezTo>
                    <a:pt x="2397" y="8256"/>
                    <a:pt x="5017" y="8744"/>
                    <a:pt x="5504" y="8807"/>
                  </a:cubicBezTo>
                  <a:cubicBezTo>
                    <a:pt x="5555" y="8823"/>
                    <a:pt x="5583" y="8823"/>
                    <a:pt x="5583" y="8823"/>
                  </a:cubicBezTo>
                  <a:cubicBezTo>
                    <a:pt x="5583" y="8823"/>
                    <a:pt x="6589" y="6319"/>
                    <a:pt x="5331" y="3948"/>
                  </a:cubicBezTo>
                  <a:cubicBezTo>
                    <a:pt x="4139" y="1692"/>
                    <a:pt x="956" y="158"/>
                    <a:pt x="654" y="16"/>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7" name="Google Shape;1427;p31"/>
            <p:cNvSpPr/>
            <p:nvPr/>
          </p:nvSpPr>
          <p:spPr>
            <a:xfrm>
              <a:off x="7992879" y="3473512"/>
              <a:ext cx="435237" cy="425568"/>
            </a:xfrm>
            <a:custGeom>
              <a:rect b="b" l="l" r="r" t="t"/>
              <a:pathLst>
                <a:path extrusionOk="0" h="6382" w="6527">
                  <a:moveTo>
                    <a:pt x="13" y="0"/>
                  </a:moveTo>
                  <a:lnTo>
                    <a:pt x="0" y="0"/>
                  </a:lnTo>
                  <a:cubicBezTo>
                    <a:pt x="0" y="0"/>
                    <a:pt x="419" y="3249"/>
                    <a:pt x="2057" y="4888"/>
                  </a:cubicBezTo>
                  <a:cubicBezTo>
                    <a:pt x="3539" y="6382"/>
                    <a:pt x="5832" y="6118"/>
                    <a:pt x="6253" y="6055"/>
                  </a:cubicBezTo>
                  <a:cubicBezTo>
                    <a:pt x="6291" y="6055"/>
                    <a:pt x="6316" y="6039"/>
                    <a:pt x="6316" y="6039"/>
                  </a:cubicBezTo>
                  <a:cubicBezTo>
                    <a:pt x="6316" y="6039"/>
                    <a:pt x="6527" y="3708"/>
                    <a:pt x="4888" y="2070"/>
                  </a:cubicBezTo>
                  <a:cubicBezTo>
                    <a:pt x="3328" y="497"/>
                    <a:pt x="302" y="38"/>
                    <a:pt x="13" y="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8" name="Google Shape;1428;p31"/>
            <p:cNvSpPr/>
            <p:nvPr/>
          </p:nvSpPr>
          <p:spPr>
            <a:xfrm>
              <a:off x="8211400" y="3155298"/>
              <a:ext cx="439704" cy="587339"/>
            </a:xfrm>
            <a:custGeom>
              <a:rect b="b" l="l" r="r" t="t"/>
              <a:pathLst>
                <a:path extrusionOk="0" h="8808" w="6594">
                  <a:moveTo>
                    <a:pt x="630" y="1"/>
                  </a:moveTo>
                  <a:cubicBezTo>
                    <a:pt x="630" y="1"/>
                    <a:pt x="1" y="3734"/>
                    <a:pt x="1259" y="6093"/>
                  </a:cubicBezTo>
                  <a:cubicBezTo>
                    <a:pt x="2397" y="8245"/>
                    <a:pt x="5021" y="8729"/>
                    <a:pt x="5505" y="8795"/>
                  </a:cubicBezTo>
                  <a:cubicBezTo>
                    <a:pt x="5543" y="8808"/>
                    <a:pt x="5571" y="8808"/>
                    <a:pt x="5571" y="8808"/>
                  </a:cubicBezTo>
                  <a:cubicBezTo>
                    <a:pt x="5571" y="8808"/>
                    <a:pt x="6593" y="6304"/>
                    <a:pt x="5335" y="3932"/>
                  </a:cubicBezTo>
                  <a:cubicBezTo>
                    <a:pt x="4140" y="1677"/>
                    <a:pt x="944" y="146"/>
                    <a:pt x="655"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29" name="Google Shape;1429;p31"/>
            <p:cNvSpPr/>
            <p:nvPr/>
          </p:nvSpPr>
          <p:spPr>
            <a:xfrm>
              <a:off x="8255012" y="3155298"/>
              <a:ext cx="396094" cy="587339"/>
            </a:xfrm>
            <a:custGeom>
              <a:rect b="b" l="l" r="r" t="t"/>
              <a:pathLst>
                <a:path extrusionOk="0" h="8808" w="5940">
                  <a:moveTo>
                    <a:pt x="1" y="1"/>
                  </a:moveTo>
                  <a:lnTo>
                    <a:pt x="4851" y="8795"/>
                  </a:lnTo>
                  <a:cubicBezTo>
                    <a:pt x="4889" y="8808"/>
                    <a:pt x="4917" y="8808"/>
                    <a:pt x="4917" y="8808"/>
                  </a:cubicBezTo>
                  <a:cubicBezTo>
                    <a:pt x="4917" y="8808"/>
                    <a:pt x="5939" y="6304"/>
                    <a:pt x="4681" y="3932"/>
                  </a:cubicBezTo>
                  <a:cubicBezTo>
                    <a:pt x="3486" y="1677"/>
                    <a:pt x="290" y="146"/>
                    <a:pt x="1" y="1"/>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0" name="Google Shape;1430;p31"/>
            <p:cNvSpPr/>
            <p:nvPr/>
          </p:nvSpPr>
          <p:spPr>
            <a:xfrm>
              <a:off x="7893253" y="3506654"/>
              <a:ext cx="436104" cy="408030"/>
            </a:xfrm>
            <a:custGeom>
              <a:rect b="b" l="l" r="r" t="t"/>
              <a:pathLst>
                <a:path extrusionOk="0" h="6119" w="6540">
                  <a:moveTo>
                    <a:pt x="0" y="0"/>
                  </a:moveTo>
                  <a:cubicBezTo>
                    <a:pt x="0" y="0"/>
                    <a:pt x="434" y="3249"/>
                    <a:pt x="2070" y="4900"/>
                  </a:cubicBezTo>
                  <a:cubicBezTo>
                    <a:pt x="3102" y="5933"/>
                    <a:pt x="4528" y="6119"/>
                    <a:pt x="5441" y="6119"/>
                  </a:cubicBezTo>
                  <a:cubicBezTo>
                    <a:pt x="5838" y="6119"/>
                    <a:pt x="6138" y="6084"/>
                    <a:pt x="6266" y="6067"/>
                  </a:cubicBezTo>
                  <a:cubicBezTo>
                    <a:pt x="6303" y="6055"/>
                    <a:pt x="6332" y="6055"/>
                    <a:pt x="6332" y="6055"/>
                  </a:cubicBezTo>
                  <a:cubicBezTo>
                    <a:pt x="6332" y="6055"/>
                    <a:pt x="6539" y="3721"/>
                    <a:pt x="4901" y="2070"/>
                  </a:cubicBezTo>
                  <a:cubicBezTo>
                    <a:pt x="3328" y="510"/>
                    <a:pt x="302" y="38"/>
                    <a:pt x="26"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1" name="Google Shape;1431;p31"/>
            <p:cNvSpPr/>
            <p:nvPr/>
          </p:nvSpPr>
          <p:spPr>
            <a:xfrm>
              <a:off x="7894920" y="3506654"/>
              <a:ext cx="434436" cy="404629"/>
            </a:xfrm>
            <a:custGeom>
              <a:rect b="b" l="l" r="r" t="t"/>
              <a:pathLst>
                <a:path extrusionOk="0" h="6068" w="6515">
                  <a:moveTo>
                    <a:pt x="1" y="0"/>
                  </a:moveTo>
                  <a:lnTo>
                    <a:pt x="6241" y="6067"/>
                  </a:lnTo>
                  <a:cubicBezTo>
                    <a:pt x="6278" y="6055"/>
                    <a:pt x="6307" y="6055"/>
                    <a:pt x="6307" y="6055"/>
                  </a:cubicBezTo>
                  <a:cubicBezTo>
                    <a:pt x="6307" y="6055"/>
                    <a:pt x="6514" y="3721"/>
                    <a:pt x="4876" y="2070"/>
                  </a:cubicBezTo>
                  <a:cubicBezTo>
                    <a:pt x="3303" y="510"/>
                    <a:pt x="277" y="38"/>
                    <a:pt x="1"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4">
    <p:spTree>
      <p:nvGrpSpPr>
        <p:cNvPr id="1432" name="Shape 1432"/>
        <p:cNvGrpSpPr/>
        <p:nvPr/>
      </p:nvGrpSpPr>
      <p:grpSpPr>
        <a:xfrm>
          <a:off x="0" y="0"/>
          <a:ext cx="0" cy="0"/>
          <a:chOff x="0" y="0"/>
          <a:chExt cx="0" cy="0"/>
        </a:xfrm>
      </p:grpSpPr>
      <p:sp>
        <p:nvSpPr>
          <p:cNvPr id="1433" name="Google Shape;1433;p32"/>
          <p:cNvSpPr txBox="1"/>
          <p:nvPr>
            <p:ph idx="1" type="subTitle"/>
          </p:nvPr>
        </p:nvSpPr>
        <p:spPr>
          <a:xfrm>
            <a:off x="4572000" y="1564698"/>
            <a:ext cx="3852000" cy="1073700"/>
          </a:xfrm>
          <a:prstGeom prst="rect">
            <a:avLst/>
          </a:prstGeom>
        </p:spPr>
        <p:txBody>
          <a:bodyPr anchorCtr="0" anchor="t" bIns="91425" lIns="91425" spcFirstLastPara="1" rIns="91425" wrap="square" tIns="91425">
            <a:noAutofit/>
          </a:bodyPr>
          <a:lstStyle>
            <a:lvl1pPr lvl="0" rtl="0" algn="ctr">
              <a:lnSpc>
                <a:spcPct val="100000"/>
              </a:lnSpc>
              <a:spcBef>
                <a:spcPts val="0"/>
              </a:spcBef>
              <a:spcAft>
                <a:spcPts val="0"/>
              </a:spcAft>
              <a:buSzPts val="2800"/>
              <a:buNone/>
              <a:defRPr/>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434" name="Google Shape;1434;p32"/>
          <p:cNvSpPr txBox="1"/>
          <p:nvPr>
            <p:ph type="ctrTitle"/>
          </p:nvPr>
        </p:nvSpPr>
        <p:spPr>
          <a:xfrm flipH="1">
            <a:off x="4578350" y="824686"/>
            <a:ext cx="3852000" cy="8355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5200"/>
              <a:buNone/>
              <a:defRPr sz="48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435" name="Google Shape;1435;p32"/>
          <p:cNvSpPr txBox="1"/>
          <p:nvPr/>
        </p:nvSpPr>
        <p:spPr>
          <a:xfrm>
            <a:off x="4941826" y="3578700"/>
            <a:ext cx="3112200" cy="728700"/>
          </a:xfrm>
          <a:prstGeom prst="rect">
            <a:avLst/>
          </a:prstGeom>
          <a:noFill/>
          <a:ln>
            <a:noFill/>
          </a:ln>
        </p:spPr>
        <p:txBody>
          <a:bodyPr anchorCtr="0" anchor="t" bIns="91425" lIns="91425" spcFirstLastPara="1" rIns="91425" wrap="square" tIns="91425">
            <a:noAutofit/>
          </a:bodyPr>
          <a:lstStyle/>
          <a:p>
            <a:pPr indent="0" lvl="0" marL="0" rtl="0" algn="ctr">
              <a:lnSpc>
                <a:spcPct val="114000"/>
              </a:lnSpc>
              <a:spcBef>
                <a:spcPts val="0"/>
              </a:spcBef>
              <a:spcAft>
                <a:spcPts val="0"/>
              </a:spcAft>
              <a:buNone/>
            </a:pPr>
            <a:r>
              <a:rPr lang="en" sz="1100">
                <a:solidFill>
                  <a:schemeClr val="dk1"/>
                </a:solidFill>
                <a:latin typeface="Lato"/>
                <a:ea typeface="Lato"/>
                <a:cs typeface="Lato"/>
                <a:sym typeface="Lato"/>
              </a:rPr>
              <a:t>CREDITS: This presentation template was created by </a:t>
            </a:r>
            <a:r>
              <a:rPr b="1" lang="en" sz="1100">
                <a:solidFill>
                  <a:schemeClr val="dk1"/>
                </a:solidFill>
                <a:uFill>
                  <a:noFill/>
                </a:uFill>
                <a:latin typeface="Lato"/>
                <a:ea typeface="Lato"/>
                <a:cs typeface="Lato"/>
                <a:sym typeface="Lato"/>
                <a:hlinkClick r:id="rId2">
                  <a:extLst>
                    <a:ext uri="{A12FA001-AC4F-418D-AE19-62706E023703}">
                      <ahyp:hlinkClr val="tx"/>
                    </a:ext>
                  </a:extLst>
                </a:hlinkClick>
              </a:rPr>
              <a:t>Slidesgo</a:t>
            </a:r>
            <a:r>
              <a:rPr b="1" lang="en" sz="1100">
                <a:solidFill>
                  <a:schemeClr val="dk1"/>
                </a:solidFill>
                <a:latin typeface="Lato"/>
                <a:ea typeface="Lato"/>
                <a:cs typeface="Lato"/>
                <a:sym typeface="Lato"/>
              </a:rPr>
              <a:t>,</a:t>
            </a:r>
            <a:r>
              <a:rPr lang="en" sz="1100">
                <a:solidFill>
                  <a:schemeClr val="dk1"/>
                </a:solidFill>
                <a:latin typeface="Lato"/>
                <a:ea typeface="Lato"/>
                <a:cs typeface="Lato"/>
                <a:sym typeface="Lato"/>
              </a:rPr>
              <a:t> and includes icons by </a:t>
            </a:r>
            <a:r>
              <a:rPr b="1" lang="en" sz="1100">
                <a:solidFill>
                  <a:schemeClr val="dk1"/>
                </a:solidFill>
                <a:uFill>
                  <a:noFill/>
                </a:uFill>
                <a:latin typeface="Lato"/>
                <a:ea typeface="Lato"/>
                <a:cs typeface="Lato"/>
                <a:sym typeface="Lato"/>
                <a:hlinkClick r:id="rId3">
                  <a:extLst>
                    <a:ext uri="{A12FA001-AC4F-418D-AE19-62706E023703}">
                      <ahyp:hlinkClr val="tx"/>
                    </a:ext>
                  </a:extLst>
                </a:hlinkClick>
              </a:rPr>
              <a:t>Flaticon</a:t>
            </a:r>
            <a:r>
              <a:rPr lang="en" sz="1100">
                <a:solidFill>
                  <a:schemeClr val="dk1"/>
                </a:solidFill>
                <a:latin typeface="Lato"/>
                <a:ea typeface="Lato"/>
                <a:cs typeface="Lato"/>
                <a:sym typeface="Lato"/>
              </a:rPr>
              <a:t>, and infographics &amp; images by </a:t>
            </a:r>
            <a:r>
              <a:rPr b="1" lang="en" sz="1100">
                <a:solidFill>
                  <a:schemeClr val="dk1"/>
                </a:solidFill>
                <a:uFill>
                  <a:noFill/>
                </a:uFill>
                <a:latin typeface="Lato"/>
                <a:ea typeface="Lato"/>
                <a:cs typeface="Lato"/>
                <a:sym typeface="Lato"/>
                <a:hlinkClick r:id="rId4">
                  <a:extLst>
                    <a:ext uri="{A12FA001-AC4F-418D-AE19-62706E023703}">
                      <ahyp:hlinkClr val="tx"/>
                    </a:ext>
                  </a:extLst>
                </a:hlinkClick>
              </a:rPr>
              <a:t>Freepik</a:t>
            </a:r>
            <a:r>
              <a:rPr lang="en" sz="1100">
                <a:solidFill>
                  <a:schemeClr val="dk1"/>
                </a:solidFill>
                <a:latin typeface="Lato"/>
                <a:ea typeface="Lato"/>
                <a:cs typeface="Lato"/>
                <a:sym typeface="Lato"/>
              </a:rPr>
              <a:t> </a:t>
            </a:r>
            <a:endParaRPr sz="1100">
              <a:solidFill>
                <a:schemeClr val="dk1"/>
              </a:solidFill>
              <a:latin typeface="Lato"/>
              <a:ea typeface="Lato"/>
              <a:cs typeface="Lato"/>
              <a:sym typeface="Lato"/>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
  <p:cSld name="CUSTOM_2">
    <p:bg>
      <p:bgPr>
        <a:solidFill>
          <a:schemeClr val="dk2"/>
        </a:solidFill>
      </p:bgPr>
    </p:bg>
    <p:spTree>
      <p:nvGrpSpPr>
        <p:cNvPr id="1436" name="Shape 1436"/>
        <p:cNvGrpSpPr/>
        <p:nvPr/>
      </p:nvGrpSpPr>
      <p:grpSpPr>
        <a:xfrm>
          <a:off x="0" y="0"/>
          <a:ext cx="0" cy="0"/>
          <a:chOff x="0" y="0"/>
          <a:chExt cx="0" cy="0"/>
        </a:xfrm>
      </p:grpSpPr>
      <p:grpSp>
        <p:nvGrpSpPr>
          <p:cNvPr id="1437" name="Google Shape;1437;p33"/>
          <p:cNvGrpSpPr/>
          <p:nvPr/>
        </p:nvGrpSpPr>
        <p:grpSpPr>
          <a:xfrm>
            <a:off x="2850148" y="3142182"/>
            <a:ext cx="1254041" cy="1161963"/>
            <a:chOff x="7893253" y="3121156"/>
            <a:chExt cx="856410" cy="793528"/>
          </a:xfrm>
        </p:grpSpPr>
        <p:sp>
          <p:nvSpPr>
            <p:cNvPr id="1438" name="Google Shape;1438;p33"/>
            <p:cNvSpPr/>
            <p:nvPr/>
          </p:nvSpPr>
          <p:spPr>
            <a:xfrm>
              <a:off x="8310225" y="3121156"/>
              <a:ext cx="439438" cy="588340"/>
            </a:xfrm>
            <a:custGeom>
              <a:rect b="b" l="l" r="r" t="t"/>
              <a:pathLst>
                <a:path extrusionOk="0" h="8823" w="6590">
                  <a:moveTo>
                    <a:pt x="654" y="16"/>
                  </a:moveTo>
                  <a:cubicBezTo>
                    <a:pt x="642" y="0"/>
                    <a:pt x="629" y="0"/>
                    <a:pt x="629" y="0"/>
                  </a:cubicBezTo>
                  <a:cubicBezTo>
                    <a:pt x="629" y="0"/>
                    <a:pt x="0" y="3737"/>
                    <a:pt x="1258" y="6108"/>
                  </a:cubicBezTo>
                  <a:cubicBezTo>
                    <a:pt x="2397" y="8256"/>
                    <a:pt x="5017" y="8744"/>
                    <a:pt x="5504" y="8807"/>
                  </a:cubicBezTo>
                  <a:cubicBezTo>
                    <a:pt x="5555" y="8823"/>
                    <a:pt x="5583" y="8823"/>
                    <a:pt x="5583" y="8823"/>
                  </a:cubicBezTo>
                  <a:cubicBezTo>
                    <a:pt x="5583" y="8823"/>
                    <a:pt x="6589" y="6319"/>
                    <a:pt x="5331" y="3948"/>
                  </a:cubicBezTo>
                  <a:cubicBezTo>
                    <a:pt x="4139" y="1692"/>
                    <a:pt x="956" y="158"/>
                    <a:pt x="654" y="16"/>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9" name="Google Shape;1439;p33"/>
            <p:cNvSpPr/>
            <p:nvPr/>
          </p:nvSpPr>
          <p:spPr>
            <a:xfrm>
              <a:off x="7992879" y="3473512"/>
              <a:ext cx="435237" cy="425568"/>
            </a:xfrm>
            <a:custGeom>
              <a:rect b="b" l="l" r="r" t="t"/>
              <a:pathLst>
                <a:path extrusionOk="0" h="6382" w="6527">
                  <a:moveTo>
                    <a:pt x="13" y="0"/>
                  </a:moveTo>
                  <a:lnTo>
                    <a:pt x="0" y="0"/>
                  </a:lnTo>
                  <a:cubicBezTo>
                    <a:pt x="0" y="0"/>
                    <a:pt x="419" y="3249"/>
                    <a:pt x="2057" y="4888"/>
                  </a:cubicBezTo>
                  <a:cubicBezTo>
                    <a:pt x="3539" y="6382"/>
                    <a:pt x="5832" y="6118"/>
                    <a:pt x="6253" y="6055"/>
                  </a:cubicBezTo>
                  <a:cubicBezTo>
                    <a:pt x="6291" y="6055"/>
                    <a:pt x="6316" y="6039"/>
                    <a:pt x="6316" y="6039"/>
                  </a:cubicBezTo>
                  <a:cubicBezTo>
                    <a:pt x="6316" y="6039"/>
                    <a:pt x="6527" y="3708"/>
                    <a:pt x="4888" y="2070"/>
                  </a:cubicBezTo>
                  <a:cubicBezTo>
                    <a:pt x="3328" y="497"/>
                    <a:pt x="302" y="38"/>
                    <a:pt x="13" y="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0" name="Google Shape;1440;p33"/>
            <p:cNvSpPr/>
            <p:nvPr/>
          </p:nvSpPr>
          <p:spPr>
            <a:xfrm>
              <a:off x="8211400" y="3155298"/>
              <a:ext cx="439704" cy="587339"/>
            </a:xfrm>
            <a:custGeom>
              <a:rect b="b" l="l" r="r" t="t"/>
              <a:pathLst>
                <a:path extrusionOk="0" h="8808" w="6594">
                  <a:moveTo>
                    <a:pt x="630" y="1"/>
                  </a:moveTo>
                  <a:cubicBezTo>
                    <a:pt x="630" y="1"/>
                    <a:pt x="1" y="3734"/>
                    <a:pt x="1259" y="6093"/>
                  </a:cubicBezTo>
                  <a:cubicBezTo>
                    <a:pt x="2397" y="8245"/>
                    <a:pt x="5021" y="8729"/>
                    <a:pt x="5505" y="8795"/>
                  </a:cubicBezTo>
                  <a:cubicBezTo>
                    <a:pt x="5543" y="8808"/>
                    <a:pt x="5571" y="8808"/>
                    <a:pt x="5571" y="8808"/>
                  </a:cubicBezTo>
                  <a:cubicBezTo>
                    <a:pt x="5571" y="8808"/>
                    <a:pt x="6593" y="6304"/>
                    <a:pt x="5335" y="3932"/>
                  </a:cubicBezTo>
                  <a:cubicBezTo>
                    <a:pt x="4140" y="1677"/>
                    <a:pt x="944" y="146"/>
                    <a:pt x="655"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1" name="Google Shape;1441;p33"/>
            <p:cNvSpPr/>
            <p:nvPr/>
          </p:nvSpPr>
          <p:spPr>
            <a:xfrm>
              <a:off x="8255012" y="3155298"/>
              <a:ext cx="396094" cy="587339"/>
            </a:xfrm>
            <a:custGeom>
              <a:rect b="b" l="l" r="r" t="t"/>
              <a:pathLst>
                <a:path extrusionOk="0" h="8808" w="5940">
                  <a:moveTo>
                    <a:pt x="1" y="1"/>
                  </a:moveTo>
                  <a:lnTo>
                    <a:pt x="4851" y="8795"/>
                  </a:lnTo>
                  <a:cubicBezTo>
                    <a:pt x="4889" y="8808"/>
                    <a:pt x="4917" y="8808"/>
                    <a:pt x="4917" y="8808"/>
                  </a:cubicBezTo>
                  <a:cubicBezTo>
                    <a:pt x="4917" y="8808"/>
                    <a:pt x="5939" y="6304"/>
                    <a:pt x="4681" y="3932"/>
                  </a:cubicBezTo>
                  <a:cubicBezTo>
                    <a:pt x="3486" y="1677"/>
                    <a:pt x="290" y="146"/>
                    <a:pt x="1" y="1"/>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2" name="Google Shape;1442;p33"/>
            <p:cNvSpPr/>
            <p:nvPr/>
          </p:nvSpPr>
          <p:spPr>
            <a:xfrm>
              <a:off x="7893253" y="3506654"/>
              <a:ext cx="436104" cy="408030"/>
            </a:xfrm>
            <a:custGeom>
              <a:rect b="b" l="l" r="r" t="t"/>
              <a:pathLst>
                <a:path extrusionOk="0" h="6119" w="6540">
                  <a:moveTo>
                    <a:pt x="0" y="0"/>
                  </a:moveTo>
                  <a:cubicBezTo>
                    <a:pt x="0" y="0"/>
                    <a:pt x="434" y="3249"/>
                    <a:pt x="2070" y="4900"/>
                  </a:cubicBezTo>
                  <a:cubicBezTo>
                    <a:pt x="3102" y="5933"/>
                    <a:pt x="4528" y="6119"/>
                    <a:pt x="5441" y="6119"/>
                  </a:cubicBezTo>
                  <a:cubicBezTo>
                    <a:pt x="5838" y="6119"/>
                    <a:pt x="6138" y="6084"/>
                    <a:pt x="6266" y="6067"/>
                  </a:cubicBezTo>
                  <a:cubicBezTo>
                    <a:pt x="6303" y="6055"/>
                    <a:pt x="6332" y="6055"/>
                    <a:pt x="6332" y="6055"/>
                  </a:cubicBezTo>
                  <a:cubicBezTo>
                    <a:pt x="6332" y="6055"/>
                    <a:pt x="6539" y="3721"/>
                    <a:pt x="4901" y="2070"/>
                  </a:cubicBezTo>
                  <a:cubicBezTo>
                    <a:pt x="3328" y="510"/>
                    <a:pt x="302" y="38"/>
                    <a:pt x="26"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3" name="Google Shape;1443;p33"/>
            <p:cNvSpPr/>
            <p:nvPr/>
          </p:nvSpPr>
          <p:spPr>
            <a:xfrm>
              <a:off x="7894920" y="3506654"/>
              <a:ext cx="434436" cy="404629"/>
            </a:xfrm>
            <a:custGeom>
              <a:rect b="b" l="l" r="r" t="t"/>
              <a:pathLst>
                <a:path extrusionOk="0" h="6068" w="6515">
                  <a:moveTo>
                    <a:pt x="1" y="0"/>
                  </a:moveTo>
                  <a:lnTo>
                    <a:pt x="6241" y="6067"/>
                  </a:lnTo>
                  <a:cubicBezTo>
                    <a:pt x="6278" y="6055"/>
                    <a:pt x="6307" y="6055"/>
                    <a:pt x="6307" y="6055"/>
                  </a:cubicBezTo>
                  <a:cubicBezTo>
                    <a:pt x="6307" y="6055"/>
                    <a:pt x="6514" y="3721"/>
                    <a:pt x="4876" y="2070"/>
                  </a:cubicBezTo>
                  <a:cubicBezTo>
                    <a:pt x="3303" y="510"/>
                    <a:pt x="277" y="38"/>
                    <a:pt x="1"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4" name="Google Shape;1444;p33"/>
          <p:cNvGrpSpPr/>
          <p:nvPr/>
        </p:nvGrpSpPr>
        <p:grpSpPr>
          <a:xfrm>
            <a:off x="2752588" y="1437961"/>
            <a:ext cx="3466030" cy="3105911"/>
            <a:chOff x="1259573" y="3375920"/>
            <a:chExt cx="1882382" cy="1686803"/>
          </a:xfrm>
        </p:grpSpPr>
        <p:sp>
          <p:nvSpPr>
            <p:cNvPr id="1445" name="Google Shape;1445;p33"/>
            <p:cNvSpPr/>
            <p:nvPr/>
          </p:nvSpPr>
          <p:spPr>
            <a:xfrm>
              <a:off x="1358331" y="3375920"/>
              <a:ext cx="1783624" cy="1664862"/>
            </a:xfrm>
            <a:custGeom>
              <a:rect b="b" l="l" r="r" t="t"/>
              <a:pathLst>
                <a:path extrusionOk="0" h="24967" w="26748">
                  <a:moveTo>
                    <a:pt x="26094" y="21611"/>
                  </a:moveTo>
                  <a:lnTo>
                    <a:pt x="18715" y="14758"/>
                  </a:lnTo>
                  <a:cubicBezTo>
                    <a:pt x="18193" y="14258"/>
                    <a:pt x="17969" y="13512"/>
                    <a:pt x="18152" y="12817"/>
                  </a:cubicBezTo>
                  <a:cubicBezTo>
                    <a:pt x="18649" y="10983"/>
                    <a:pt x="18086" y="8911"/>
                    <a:pt x="15884" y="6866"/>
                  </a:cubicBezTo>
                  <a:cubicBezTo>
                    <a:pt x="12582" y="3787"/>
                    <a:pt x="8600" y="0"/>
                    <a:pt x="4681" y="4271"/>
                  </a:cubicBezTo>
                  <a:cubicBezTo>
                    <a:pt x="1" y="9370"/>
                    <a:pt x="4838" y="12241"/>
                    <a:pt x="8141" y="15321"/>
                  </a:cubicBezTo>
                  <a:cubicBezTo>
                    <a:pt x="10342" y="17365"/>
                    <a:pt x="12437" y="17758"/>
                    <a:pt x="14220" y="17117"/>
                  </a:cubicBezTo>
                  <a:cubicBezTo>
                    <a:pt x="14890" y="16881"/>
                    <a:pt x="15648" y="17038"/>
                    <a:pt x="16174" y="17522"/>
                  </a:cubicBezTo>
                  <a:lnTo>
                    <a:pt x="23552" y="24388"/>
                  </a:lnTo>
                  <a:cubicBezTo>
                    <a:pt x="24169" y="24967"/>
                    <a:pt x="25137" y="24926"/>
                    <a:pt x="25713" y="24310"/>
                  </a:cubicBezTo>
                  <a:lnTo>
                    <a:pt x="26185" y="23787"/>
                  </a:lnTo>
                  <a:cubicBezTo>
                    <a:pt x="26748" y="23171"/>
                    <a:pt x="26710" y="22187"/>
                    <a:pt x="26094" y="2161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6" name="Google Shape;1446;p33"/>
            <p:cNvSpPr/>
            <p:nvPr/>
          </p:nvSpPr>
          <p:spPr>
            <a:xfrm>
              <a:off x="1561185" y="3460692"/>
              <a:ext cx="111893" cy="164239"/>
            </a:xfrm>
            <a:custGeom>
              <a:rect b="b" l="l" r="r" t="t"/>
              <a:pathLst>
                <a:path extrusionOk="0" h="2463" w="1678">
                  <a:moveTo>
                    <a:pt x="812" y="2450"/>
                  </a:moveTo>
                  <a:cubicBezTo>
                    <a:pt x="1271" y="2463"/>
                    <a:pt x="1652" y="1925"/>
                    <a:pt x="1665" y="1243"/>
                  </a:cubicBezTo>
                  <a:cubicBezTo>
                    <a:pt x="1677" y="576"/>
                    <a:pt x="1309" y="13"/>
                    <a:pt x="853" y="13"/>
                  </a:cubicBezTo>
                  <a:cubicBezTo>
                    <a:pt x="406" y="0"/>
                    <a:pt x="26" y="535"/>
                    <a:pt x="13" y="1205"/>
                  </a:cubicBezTo>
                  <a:cubicBezTo>
                    <a:pt x="1" y="1887"/>
                    <a:pt x="366" y="2450"/>
                    <a:pt x="812" y="245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7" name="Google Shape;1447;p33"/>
            <p:cNvSpPr/>
            <p:nvPr/>
          </p:nvSpPr>
          <p:spPr>
            <a:xfrm>
              <a:off x="1405613" y="3600490"/>
              <a:ext cx="143301" cy="132832"/>
            </a:xfrm>
            <a:custGeom>
              <a:rect b="b" l="l" r="r" t="t"/>
              <a:pathLst>
                <a:path extrusionOk="0" h="1992" w="2149">
                  <a:moveTo>
                    <a:pt x="592" y="1585"/>
                  </a:moveTo>
                  <a:cubicBezTo>
                    <a:pt x="1035" y="1966"/>
                    <a:pt x="1614" y="1991"/>
                    <a:pt x="1875" y="1677"/>
                  </a:cubicBezTo>
                  <a:cubicBezTo>
                    <a:pt x="2149" y="1350"/>
                    <a:pt x="2007" y="787"/>
                    <a:pt x="1560" y="406"/>
                  </a:cubicBezTo>
                  <a:cubicBezTo>
                    <a:pt x="1114" y="38"/>
                    <a:pt x="538" y="0"/>
                    <a:pt x="277" y="327"/>
                  </a:cubicBezTo>
                  <a:cubicBezTo>
                    <a:pt x="0" y="655"/>
                    <a:pt x="145" y="1218"/>
                    <a:pt x="592" y="158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3"/>
            <p:cNvSpPr/>
            <p:nvPr/>
          </p:nvSpPr>
          <p:spPr>
            <a:xfrm>
              <a:off x="1259573" y="3566635"/>
              <a:ext cx="1783824" cy="1496089"/>
            </a:xfrm>
            <a:custGeom>
              <a:rect b="b" l="l" r="r" t="t"/>
              <a:pathLst>
                <a:path extrusionOk="0" h="22436" w="26751">
                  <a:moveTo>
                    <a:pt x="8446" y="1"/>
                  </a:moveTo>
                  <a:cubicBezTo>
                    <a:pt x="7201" y="1"/>
                    <a:pt x="5937" y="541"/>
                    <a:pt x="4680" y="1912"/>
                  </a:cubicBezTo>
                  <a:cubicBezTo>
                    <a:pt x="0" y="7010"/>
                    <a:pt x="4825" y="9878"/>
                    <a:pt x="8140" y="12958"/>
                  </a:cubicBezTo>
                  <a:cubicBezTo>
                    <a:pt x="9717" y="14422"/>
                    <a:pt x="11233" y="15046"/>
                    <a:pt x="12627" y="15046"/>
                  </a:cubicBezTo>
                  <a:cubicBezTo>
                    <a:pt x="13178" y="15046"/>
                    <a:pt x="13711" y="14948"/>
                    <a:pt x="14220" y="14766"/>
                  </a:cubicBezTo>
                  <a:cubicBezTo>
                    <a:pt x="14430" y="14688"/>
                    <a:pt x="14648" y="14650"/>
                    <a:pt x="14865" y="14650"/>
                  </a:cubicBezTo>
                  <a:cubicBezTo>
                    <a:pt x="15338" y="14650"/>
                    <a:pt x="15804" y="14831"/>
                    <a:pt x="16173" y="15172"/>
                  </a:cubicBezTo>
                  <a:lnTo>
                    <a:pt x="23552" y="22028"/>
                  </a:lnTo>
                  <a:cubicBezTo>
                    <a:pt x="23845" y="22302"/>
                    <a:pt x="24217" y="22436"/>
                    <a:pt x="24589" y="22436"/>
                  </a:cubicBezTo>
                  <a:cubicBezTo>
                    <a:pt x="25000" y="22436"/>
                    <a:pt x="25410" y="22272"/>
                    <a:pt x="25713" y="21950"/>
                  </a:cubicBezTo>
                  <a:lnTo>
                    <a:pt x="26184" y="21437"/>
                  </a:lnTo>
                  <a:cubicBezTo>
                    <a:pt x="26751" y="20808"/>
                    <a:pt x="26710" y="19839"/>
                    <a:pt x="26093" y="19261"/>
                  </a:cubicBezTo>
                  <a:lnTo>
                    <a:pt x="18714" y="12395"/>
                  </a:lnTo>
                  <a:cubicBezTo>
                    <a:pt x="18180" y="11910"/>
                    <a:pt x="17969" y="11162"/>
                    <a:pt x="18151" y="10470"/>
                  </a:cubicBezTo>
                  <a:cubicBezTo>
                    <a:pt x="18652" y="8620"/>
                    <a:pt x="18085" y="6551"/>
                    <a:pt x="15884" y="4506"/>
                  </a:cubicBezTo>
                  <a:cubicBezTo>
                    <a:pt x="13640" y="2423"/>
                    <a:pt x="11084" y="1"/>
                    <a:pt x="844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9" name="Google Shape;1449;p33"/>
            <p:cNvSpPr/>
            <p:nvPr/>
          </p:nvSpPr>
          <p:spPr>
            <a:xfrm>
              <a:off x="1315587" y="3601177"/>
              <a:ext cx="1187749" cy="936156"/>
            </a:xfrm>
            <a:custGeom>
              <a:rect b="b" l="l" r="r" t="t"/>
              <a:pathLst>
                <a:path extrusionOk="0" h="14039" w="17812">
                  <a:moveTo>
                    <a:pt x="7707" y="0"/>
                  </a:moveTo>
                  <a:cubicBezTo>
                    <a:pt x="6543" y="0"/>
                    <a:pt x="5371" y="495"/>
                    <a:pt x="4221" y="1746"/>
                  </a:cubicBezTo>
                  <a:cubicBezTo>
                    <a:pt x="0" y="6360"/>
                    <a:pt x="4366" y="9216"/>
                    <a:pt x="7457" y="12087"/>
                  </a:cubicBezTo>
                  <a:cubicBezTo>
                    <a:pt x="8932" y="13456"/>
                    <a:pt x="10355" y="14039"/>
                    <a:pt x="11656" y="14039"/>
                  </a:cubicBezTo>
                  <a:cubicBezTo>
                    <a:pt x="13095" y="14039"/>
                    <a:pt x="14385" y="13328"/>
                    <a:pt x="15437" y="12178"/>
                  </a:cubicBezTo>
                  <a:cubicBezTo>
                    <a:pt x="17444" y="10002"/>
                    <a:pt x="17812" y="7068"/>
                    <a:pt x="14717" y="4183"/>
                  </a:cubicBezTo>
                  <a:cubicBezTo>
                    <a:pt x="12607" y="2226"/>
                    <a:pt x="10175" y="0"/>
                    <a:pt x="7707" y="0"/>
                  </a:cubicBezTo>
                  <a:close/>
                </a:path>
              </a:pathLst>
            </a:custGeom>
            <a:solidFill>
              <a:srgbClr val="E1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0" name="Google Shape;1450;p33"/>
            <p:cNvSpPr/>
            <p:nvPr/>
          </p:nvSpPr>
          <p:spPr>
            <a:xfrm>
              <a:off x="1634601" y="4119575"/>
              <a:ext cx="160905" cy="115561"/>
            </a:xfrm>
            <a:custGeom>
              <a:rect b="b" l="l" r="r" t="t"/>
              <a:pathLst>
                <a:path extrusionOk="0" h="1733" w="2413">
                  <a:moveTo>
                    <a:pt x="1199" y="1"/>
                  </a:moveTo>
                  <a:cubicBezTo>
                    <a:pt x="557" y="1"/>
                    <a:pt x="25" y="349"/>
                    <a:pt x="13" y="825"/>
                  </a:cubicBezTo>
                  <a:cubicBezTo>
                    <a:pt x="0" y="1297"/>
                    <a:pt x="525" y="1706"/>
                    <a:pt x="1180" y="1731"/>
                  </a:cubicBezTo>
                  <a:cubicBezTo>
                    <a:pt x="1201" y="1732"/>
                    <a:pt x="1222" y="1732"/>
                    <a:pt x="1243" y="1732"/>
                  </a:cubicBezTo>
                  <a:cubicBezTo>
                    <a:pt x="1869" y="1732"/>
                    <a:pt x="2385" y="1376"/>
                    <a:pt x="2397" y="920"/>
                  </a:cubicBezTo>
                  <a:cubicBezTo>
                    <a:pt x="2412" y="432"/>
                    <a:pt x="1887" y="26"/>
                    <a:pt x="1233" y="1"/>
                  </a:cubicBezTo>
                  <a:cubicBezTo>
                    <a:pt x="1222" y="1"/>
                    <a:pt x="1210" y="1"/>
                    <a:pt x="1199"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3"/>
            <p:cNvSpPr/>
            <p:nvPr/>
          </p:nvSpPr>
          <p:spPr>
            <a:xfrm>
              <a:off x="1619664" y="3956733"/>
              <a:ext cx="143301" cy="170907"/>
            </a:xfrm>
            <a:custGeom>
              <a:rect b="b" l="l" r="r" t="t"/>
              <a:pathLst>
                <a:path extrusionOk="0" h="2563" w="2149">
                  <a:moveTo>
                    <a:pt x="1180" y="1"/>
                  </a:moveTo>
                  <a:cubicBezTo>
                    <a:pt x="711" y="1"/>
                    <a:pt x="276" y="456"/>
                    <a:pt x="145" y="1081"/>
                  </a:cubicBezTo>
                  <a:cubicBezTo>
                    <a:pt x="1" y="1773"/>
                    <a:pt x="303" y="2431"/>
                    <a:pt x="812" y="2547"/>
                  </a:cubicBezTo>
                  <a:cubicBezTo>
                    <a:pt x="861" y="2557"/>
                    <a:pt x="910" y="2562"/>
                    <a:pt x="959" y="2562"/>
                  </a:cubicBezTo>
                  <a:cubicBezTo>
                    <a:pt x="1424" y="2562"/>
                    <a:pt x="1876" y="2115"/>
                    <a:pt x="2007" y="1474"/>
                  </a:cubicBezTo>
                  <a:cubicBezTo>
                    <a:pt x="2149" y="779"/>
                    <a:pt x="1850" y="122"/>
                    <a:pt x="1337" y="18"/>
                  </a:cubicBezTo>
                  <a:cubicBezTo>
                    <a:pt x="1285" y="7"/>
                    <a:pt x="1232" y="1"/>
                    <a:pt x="118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2" name="Google Shape;1452;p33"/>
            <p:cNvSpPr/>
            <p:nvPr/>
          </p:nvSpPr>
          <p:spPr>
            <a:xfrm>
              <a:off x="1676545" y="3981606"/>
              <a:ext cx="36742" cy="131965"/>
            </a:xfrm>
            <a:custGeom>
              <a:rect b="b" l="l" r="r" t="t"/>
              <a:pathLst>
                <a:path extrusionOk="0" h="1979" w="551">
                  <a:moveTo>
                    <a:pt x="13" y="1966"/>
                  </a:moveTo>
                  <a:cubicBezTo>
                    <a:pt x="0" y="1966"/>
                    <a:pt x="38" y="1926"/>
                    <a:pt x="91" y="1859"/>
                  </a:cubicBezTo>
                  <a:cubicBezTo>
                    <a:pt x="132" y="1781"/>
                    <a:pt x="195" y="1690"/>
                    <a:pt x="236" y="1573"/>
                  </a:cubicBezTo>
                  <a:cubicBezTo>
                    <a:pt x="261" y="1454"/>
                    <a:pt x="274" y="1309"/>
                    <a:pt x="249" y="1180"/>
                  </a:cubicBezTo>
                  <a:cubicBezTo>
                    <a:pt x="236" y="1048"/>
                    <a:pt x="170" y="916"/>
                    <a:pt x="132" y="787"/>
                  </a:cubicBezTo>
                  <a:cubicBezTo>
                    <a:pt x="79" y="655"/>
                    <a:pt x="54" y="523"/>
                    <a:pt x="66" y="378"/>
                  </a:cubicBezTo>
                  <a:cubicBezTo>
                    <a:pt x="79" y="315"/>
                    <a:pt x="91" y="249"/>
                    <a:pt x="132" y="196"/>
                  </a:cubicBezTo>
                  <a:cubicBezTo>
                    <a:pt x="157" y="142"/>
                    <a:pt x="195" y="104"/>
                    <a:pt x="249" y="64"/>
                  </a:cubicBezTo>
                  <a:cubicBezTo>
                    <a:pt x="327" y="13"/>
                    <a:pt x="418" y="1"/>
                    <a:pt x="472" y="13"/>
                  </a:cubicBezTo>
                  <a:cubicBezTo>
                    <a:pt x="525" y="26"/>
                    <a:pt x="551" y="51"/>
                    <a:pt x="551" y="64"/>
                  </a:cubicBezTo>
                  <a:cubicBezTo>
                    <a:pt x="538" y="104"/>
                    <a:pt x="447" y="92"/>
                    <a:pt x="352" y="196"/>
                  </a:cubicBezTo>
                  <a:cubicBezTo>
                    <a:pt x="302" y="237"/>
                    <a:pt x="274" y="299"/>
                    <a:pt x="274" y="406"/>
                  </a:cubicBezTo>
                  <a:cubicBezTo>
                    <a:pt x="261" y="498"/>
                    <a:pt x="289" y="601"/>
                    <a:pt x="327" y="721"/>
                  </a:cubicBezTo>
                  <a:cubicBezTo>
                    <a:pt x="368" y="837"/>
                    <a:pt x="431" y="982"/>
                    <a:pt x="447" y="1152"/>
                  </a:cubicBezTo>
                  <a:cubicBezTo>
                    <a:pt x="459" y="1322"/>
                    <a:pt x="418" y="1479"/>
                    <a:pt x="368" y="1624"/>
                  </a:cubicBezTo>
                  <a:cubicBezTo>
                    <a:pt x="302" y="1756"/>
                    <a:pt x="211" y="1847"/>
                    <a:pt x="145" y="1900"/>
                  </a:cubicBezTo>
                  <a:cubicBezTo>
                    <a:pt x="66" y="1966"/>
                    <a:pt x="13" y="1979"/>
                    <a:pt x="13" y="196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3" name="Google Shape;1453;p33"/>
            <p:cNvSpPr/>
            <p:nvPr/>
          </p:nvSpPr>
          <p:spPr>
            <a:xfrm>
              <a:off x="1735893" y="3649256"/>
              <a:ext cx="142434" cy="171041"/>
            </a:xfrm>
            <a:custGeom>
              <a:rect b="b" l="l" r="r" t="t"/>
              <a:pathLst>
                <a:path extrusionOk="0" h="2565" w="2136">
                  <a:moveTo>
                    <a:pt x="1182" y="1"/>
                  </a:moveTo>
                  <a:cubicBezTo>
                    <a:pt x="718" y="1"/>
                    <a:pt x="264" y="449"/>
                    <a:pt x="132" y="1091"/>
                  </a:cubicBezTo>
                  <a:cubicBezTo>
                    <a:pt x="0" y="1786"/>
                    <a:pt x="302" y="2440"/>
                    <a:pt x="815" y="2547"/>
                  </a:cubicBezTo>
                  <a:cubicBezTo>
                    <a:pt x="866" y="2559"/>
                    <a:pt x="917" y="2564"/>
                    <a:pt x="968" y="2564"/>
                  </a:cubicBezTo>
                  <a:cubicBezTo>
                    <a:pt x="1426" y="2564"/>
                    <a:pt x="1864" y="2110"/>
                    <a:pt x="1994" y="1484"/>
                  </a:cubicBezTo>
                  <a:cubicBezTo>
                    <a:pt x="2136" y="789"/>
                    <a:pt x="1837" y="135"/>
                    <a:pt x="1324" y="15"/>
                  </a:cubicBezTo>
                  <a:cubicBezTo>
                    <a:pt x="1277" y="6"/>
                    <a:pt x="1230" y="1"/>
                    <a:pt x="118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4" name="Google Shape;1454;p33"/>
            <p:cNvSpPr/>
            <p:nvPr/>
          </p:nvSpPr>
          <p:spPr>
            <a:xfrm>
              <a:off x="1792708" y="3673929"/>
              <a:ext cx="35942" cy="131965"/>
            </a:xfrm>
            <a:custGeom>
              <a:rect b="b" l="l" r="r" t="t"/>
              <a:pathLst>
                <a:path extrusionOk="0" h="1979" w="539">
                  <a:moveTo>
                    <a:pt x="1" y="1979"/>
                  </a:moveTo>
                  <a:cubicBezTo>
                    <a:pt x="1" y="1966"/>
                    <a:pt x="26" y="1925"/>
                    <a:pt x="79" y="1863"/>
                  </a:cubicBezTo>
                  <a:cubicBezTo>
                    <a:pt x="133" y="1797"/>
                    <a:pt x="183" y="1690"/>
                    <a:pt x="224" y="1573"/>
                  </a:cubicBezTo>
                  <a:cubicBezTo>
                    <a:pt x="262" y="1454"/>
                    <a:pt x="277" y="1312"/>
                    <a:pt x="249" y="1180"/>
                  </a:cubicBezTo>
                  <a:cubicBezTo>
                    <a:pt x="224" y="1048"/>
                    <a:pt x="158" y="919"/>
                    <a:pt x="120" y="799"/>
                  </a:cubicBezTo>
                  <a:cubicBezTo>
                    <a:pt x="67" y="667"/>
                    <a:pt x="41" y="526"/>
                    <a:pt x="54" y="394"/>
                  </a:cubicBezTo>
                  <a:cubicBezTo>
                    <a:pt x="67" y="328"/>
                    <a:pt x="92" y="262"/>
                    <a:pt x="120" y="196"/>
                  </a:cubicBezTo>
                  <a:cubicBezTo>
                    <a:pt x="158" y="145"/>
                    <a:pt x="199" y="104"/>
                    <a:pt x="236" y="79"/>
                  </a:cubicBezTo>
                  <a:cubicBezTo>
                    <a:pt x="315" y="13"/>
                    <a:pt x="406" y="1"/>
                    <a:pt x="472" y="13"/>
                  </a:cubicBezTo>
                  <a:cubicBezTo>
                    <a:pt x="526" y="26"/>
                    <a:pt x="538" y="54"/>
                    <a:pt x="538" y="79"/>
                  </a:cubicBezTo>
                  <a:cubicBezTo>
                    <a:pt x="526" y="104"/>
                    <a:pt x="435" y="92"/>
                    <a:pt x="340" y="196"/>
                  </a:cubicBezTo>
                  <a:cubicBezTo>
                    <a:pt x="302" y="249"/>
                    <a:pt x="262" y="315"/>
                    <a:pt x="262" y="406"/>
                  </a:cubicBezTo>
                  <a:cubicBezTo>
                    <a:pt x="262" y="498"/>
                    <a:pt x="277" y="604"/>
                    <a:pt x="328" y="721"/>
                  </a:cubicBezTo>
                  <a:cubicBezTo>
                    <a:pt x="356" y="840"/>
                    <a:pt x="419" y="982"/>
                    <a:pt x="435" y="1155"/>
                  </a:cubicBezTo>
                  <a:cubicBezTo>
                    <a:pt x="460" y="1325"/>
                    <a:pt x="419" y="1495"/>
                    <a:pt x="356" y="1627"/>
                  </a:cubicBezTo>
                  <a:cubicBezTo>
                    <a:pt x="290" y="1756"/>
                    <a:pt x="199" y="1847"/>
                    <a:pt x="133" y="1913"/>
                  </a:cubicBezTo>
                  <a:cubicBezTo>
                    <a:pt x="54" y="1966"/>
                    <a:pt x="13" y="1979"/>
                    <a:pt x="1" y="197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5" name="Google Shape;1455;p33"/>
            <p:cNvSpPr/>
            <p:nvPr/>
          </p:nvSpPr>
          <p:spPr>
            <a:xfrm>
              <a:off x="1912471" y="4188592"/>
              <a:ext cx="160905" cy="147768"/>
            </a:xfrm>
            <a:custGeom>
              <a:rect b="b" l="l" r="r" t="t"/>
              <a:pathLst>
                <a:path extrusionOk="0" h="2216" w="2413">
                  <a:moveTo>
                    <a:pt x="1633" y="0"/>
                  </a:moveTo>
                  <a:cubicBezTo>
                    <a:pt x="1305" y="0"/>
                    <a:pt x="910" y="192"/>
                    <a:pt x="589" y="539"/>
                  </a:cubicBezTo>
                  <a:cubicBezTo>
                    <a:pt x="117" y="1064"/>
                    <a:pt x="0" y="1743"/>
                    <a:pt x="340" y="2058"/>
                  </a:cubicBezTo>
                  <a:cubicBezTo>
                    <a:pt x="451" y="2165"/>
                    <a:pt x="602" y="2216"/>
                    <a:pt x="772" y="2216"/>
                  </a:cubicBezTo>
                  <a:cubicBezTo>
                    <a:pt x="1100" y="2216"/>
                    <a:pt x="1498" y="2024"/>
                    <a:pt x="1809" y="1677"/>
                  </a:cubicBezTo>
                  <a:cubicBezTo>
                    <a:pt x="2293" y="1155"/>
                    <a:pt x="2413" y="473"/>
                    <a:pt x="2070" y="158"/>
                  </a:cubicBezTo>
                  <a:cubicBezTo>
                    <a:pt x="1955" y="51"/>
                    <a:pt x="1803" y="0"/>
                    <a:pt x="163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6" name="Google Shape;1456;p33"/>
            <p:cNvSpPr/>
            <p:nvPr/>
          </p:nvSpPr>
          <p:spPr>
            <a:xfrm>
              <a:off x="1943946" y="4208730"/>
              <a:ext cx="100491" cy="120695"/>
            </a:xfrm>
            <a:custGeom>
              <a:rect b="b" l="l" r="r" t="t"/>
              <a:pathLst>
                <a:path extrusionOk="0" h="1810" w="1507">
                  <a:moveTo>
                    <a:pt x="1453" y="1"/>
                  </a:moveTo>
                  <a:cubicBezTo>
                    <a:pt x="1469" y="1"/>
                    <a:pt x="1482" y="54"/>
                    <a:pt x="1494" y="158"/>
                  </a:cubicBezTo>
                  <a:cubicBezTo>
                    <a:pt x="1507" y="249"/>
                    <a:pt x="1482" y="407"/>
                    <a:pt x="1416" y="551"/>
                  </a:cubicBezTo>
                  <a:cubicBezTo>
                    <a:pt x="1375" y="630"/>
                    <a:pt x="1324" y="696"/>
                    <a:pt x="1271" y="775"/>
                  </a:cubicBezTo>
                  <a:cubicBezTo>
                    <a:pt x="1233" y="800"/>
                    <a:pt x="1192" y="841"/>
                    <a:pt x="1139" y="866"/>
                  </a:cubicBezTo>
                  <a:cubicBezTo>
                    <a:pt x="1089" y="878"/>
                    <a:pt x="1022" y="891"/>
                    <a:pt x="982" y="891"/>
                  </a:cubicBezTo>
                  <a:cubicBezTo>
                    <a:pt x="944" y="891"/>
                    <a:pt x="903" y="891"/>
                    <a:pt x="865" y="904"/>
                  </a:cubicBezTo>
                  <a:cubicBezTo>
                    <a:pt x="824" y="904"/>
                    <a:pt x="799" y="919"/>
                    <a:pt x="761" y="919"/>
                  </a:cubicBezTo>
                  <a:cubicBezTo>
                    <a:pt x="695" y="944"/>
                    <a:pt x="629" y="970"/>
                    <a:pt x="576" y="998"/>
                  </a:cubicBezTo>
                  <a:cubicBezTo>
                    <a:pt x="340" y="1127"/>
                    <a:pt x="224" y="1350"/>
                    <a:pt x="170" y="1507"/>
                  </a:cubicBezTo>
                  <a:cubicBezTo>
                    <a:pt x="117" y="1677"/>
                    <a:pt x="117" y="1797"/>
                    <a:pt x="79" y="1809"/>
                  </a:cubicBezTo>
                  <a:cubicBezTo>
                    <a:pt x="66" y="1809"/>
                    <a:pt x="54" y="1784"/>
                    <a:pt x="25" y="1731"/>
                  </a:cubicBezTo>
                  <a:cubicBezTo>
                    <a:pt x="13" y="1677"/>
                    <a:pt x="0" y="1586"/>
                    <a:pt x="13" y="1482"/>
                  </a:cubicBezTo>
                  <a:cubicBezTo>
                    <a:pt x="25" y="1375"/>
                    <a:pt x="66" y="1259"/>
                    <a:pt x="132" y="1139"/>
                  </a:cubicBezTo>
                  <a:cubicBezTo>
                    <a:pt x="211" y="1011"/>
                    <a:pt x="315" y="891"/>
                    <a:pt x="459" y="812"/>
                  </a:cubicBezTo>
                  <a:cubicBezTo>
                    <a:pt x="538" y="775"/>
                    <a:pt x="617" y="734"/>
                    <a:pt x="708" y="721"/>
                  </a:cubicBezTo>
                  <a:cubicBezTo>
                    <a:pt x="746" y="709"/>
                    <a:pt x="799" y="696"/>
                    <a:pt x="840" y="696"/>
                  </a:cubicBezTo>
                  <a:lnTo>
                    <a:pt x="982" y="696"/>
                  </a:lnTo>
                  <a:lnTo>
                    <a:pt x="1076" y="696"/>
                  </a:lnTo>
                  <a:cubicBezTo>
                    <a:pt x="1089" y="683"/>
                    <a:pt x="1126" y="668"/>
                    <a:pt x="1155" y="643"/>
                  </a:cubicBezTo>
                  <a:cubicBezTo>
                    <a:pt x="1205" y="605"/>
                    <a:pt x="1258" y="539"/>
                    <a:pt x="1284" y="485"/>
                  </a:cubicBezTo>
                  <a:cubicBezTo>
                    <a:pt x="1362" y="369"/>
                    <a:pt x="1403" y="237"/>
                    <a:pt x="1428" y="146"/>
                  </a:cubicBezTo>
                  <a:cubicBezTo>
                    <a:pt x="1441" y="54"/>
                    <a:pt x="1441" y="1"/>
                    <a:pt x="1453"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7" name="Google Shape;1457;p33"/>
            <p:cNvSpPr/>
            <p:nvPr/>
          </p:nvSpPr>
          <p:spPr>
            <a:xfrm>
              <a:off x="2108121" y="3857175"/>
              <a:ext cx="146902" cy="104225"/>
            </a:xfrm>
            <a:custGeom>
              <a:rect b="b" l="l" r="r" t="t"/>
              <a:pathLst>
                <a:path extrusionOk="0" h="1563" w="2203">
                  <a:moveTo>
                    <a:pt x="961" y="0"/>
                  </a:moveTo>
                  <a:cubicBezTo>
                    <a:pt x="516" y="0"/>
                    <a:pt x="145" y="221"/>
                    <a:pt x="80" y="568"/>
                  </a:cubicBezTo>
                  <a:cubicBezTo>
                    <a:pt x="1" y="986"/>
                    <a:pt x="394" y="1420"/>
                    <a:pt x="957" y="1536"/>
                  </a:cubicBezTo>
                  <a:cubicBezTo>
                    <a:pt x="1049" y="1554"/>
                    <a:pt x="1139" y="1562"/>
                    <a:pt x="1226" y="1562"/>
                  </a:cubicBezTo>
                  <a:cubicBezTo>
                    <a:pt x="1677" y="1562"/>
                    <a:pt x="2048" y="1339"/>
                    <a:pt x="2124" y="986"/>
                  </a:cubicBezTo>
                  <a:cubicBezTo>
                    <a:pt x="2203" y="568"/>
                    <a:pt x="1809" y="137"/>
                    <a:pt x="1246" y="30"/>
                  </a:cubicBezTo>
                  <a:cubicBezTo>
                    <a:pt x="1149" y="10"/>
                    <a:pt x="1054" y="0"/>
                    <a:pt x="96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8" name="Google Shape;1458;p33"/>
            <p:cNvSpPr/>
            <p:nvPr/>
          </p:nvSpPr>
          <p:spPr>
            <a:xfrm>
              <a:off x="2123858" y="3890583"/>
              <a:ext cx="115427" cy="35075"/>
            </a:xfrm>
            <a:custGeom>
              <a:rect b="b" l="l" r="r" t="t"/>
              <a:pathLst>
                <a:path extrusionOk="0" h="526" w="1731">
                  <a:moveTo>
                    <a:pt x="1718" y="513"/>
                  </a:moveTo>
                  <a:cubicBezTo>
                    <a:pt x="1718" y="526"/>
                    <a:pt x="1680" y="485"/>
                    <a:pt x="1627" y="435"/>
                  </a:cubicBezTo>
                  <a:cubicBezTo>
                    <a:pt x="1573" y="381"/>
                    <a:pt x="1495" y="315"/>
                    <a:pt x="1404" y="265"/>
                  </a:cubicBezTo>
                  <a:cubicBezTo>
                    <a:pt x="1312" y="211"/>
                    <a:pt x="1180" y="186"/>
                    <a:pt x="1089" y="224"/>
                  </a:cubicBezTo>
                  <a:cubicBezTo>
                    <a:pt x="1036" y="237"/>
                    <a:pt x="1010" y="265"/>
                    <a:pt x="957" y="303"/>
                  </a:cubicBezTo>
                  <a:cubicBezTo>
                    <a:pt x="919" y="343"/>
                    <a:pt x="853" y="394"/>
                    <a:pt x="800" y="422"/>
                  </a:cubicBezTo>
                  <a:cubicBezTo>
                    <a:pt x="683" y="501"/>
                    <a:pt x="564" y="526"/>
                    <a:pt x="447" y="526"/>
                  </a:cubicBezTo>
                  <a:cubicBezTo>
                    <a:pt x="381" y="526"/>
                    <a:pt x="344" y="526"/>
                    <a:pt x="278" y="513"/>
                  </a:cubicBezTo>
                  <a:cubicBezTo>
                    <a:pt x="224" y="501"/>
                    <a:pt x="186" y="485"/>
                    <a:pt x="146" y="460"/>
                  </a:cubicBezTo>
                  <a:cubicBezTo>
                    <a:pt x="67" y="406"/>
                    <a:pt x="13" y="343"/>
                    <a:pt x="13" y="277"/>
                  </a:cubicBezTo>
                  <a:cubicBezTo>
                    <a:pt x="1" y="224"/>
                    <a:pt x="29" y="199"/>
                    <a:pt x="42" y="199"/>
                  </a:cubicBezTo>
                  <a:cubicBezTo>
                    <a:pt x="54" y="199"/>
                    <a:pt x="67" y="224"/>
                    <a:pt x="92" y="237"/>
                  </a:cubicBezTo>
                  <a:cubicBezTo>
                    <a:pt x="120" y="265"/>
                    <a:pt x="146" y="290"/>
                    <a:pt x="212" y="303"/>
                  </a:cubicBezTo>
                  <a:cubicBezTo>
                    <a:pt x="265" y="328"/>
                    <a:pt x="328" y="328"/>
                    <a:pt x="422" y="315"/>
                  </a:cubicBezTo>
                  <a:cubicBezTo>
                    <a:pt x="514" y="315"/>
                    <a:pt x="605" y="290"/>
                    <a:pt x="696" y="237"/>
                  </a:cubicBezTo>
                  <a:cubicBezTo>
                    <a:pt x="737" y="211"/>
                    <a:pt x="775" y="186"/>
                    <a:pt x="828" y="145"/>
                  </a:cubicBezTo>
                  <a:cubicBezTo>
                    <a:pt x="853" y="120"/>
                    <a:pt x="878" y="108"/>
                    <a:pt x="919" y="79"/>
                  </a:cubicBezTo>
                  <a:cubicBezTo>
                    <a:pt x="957" y="67"/>
                    <a:pt x="998" y="41"/>
                    <a:pt x="1036" y="41"/>
                  </a:cubicBezTo>
                  <a:cubicBezTo>
                    <a:pt x="1209" y="1"/>
                    <a:pt x="1366" y="54"/>
                    <a:pt x="1470" y="145"/>
                  </a:cubicBezTo>
                  <a:cubicBezTo>
                    <a:pt x="1586" y="224"/>
                    <a:pt x="1640" y="328"/>
                    <a:pt x="1680" y="394"/>
                  </a:cubicBezTo>
                  <a:cubicBezTo>
                    <a:pt x="1718" y="472"/>
                    <a:pt x="1731" y="513"/>
                    <a:pt x="1718" y="51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9" name="Google Shape;1459;p33"/>
            <p:cNvSpPr/>
            <p:nvPr/>
          </p:nvSpPr>
          <p:spPr>
            <a:xfrm>
              <a:off x="1801510" y="4087566"/>
              <a:ext cx="182777" cy="163772"/>
            </a:xfrm>
            <a:custGeom>
              <a:rect b="b" l="l" r="r" t="t"/>
              <a:pathLst>
                <a:path extrusionOk="0" h="2456" w="2741">
                  <a:moveTo>
                    <a:pt x="1806" y="0"/>
                  </a:moveTo>
                  <a:cubicBezTo>
                    <a:pt x="1429" y="0"/>
                    <a:pt x="994" y="206"/>
                    <a:pt x="655" y="585"/>
                  </a:cubicBezTo>
                  <a:cubicBezTo>
                    <a:pt x="117" y="1164"/>
                    <a:pt x="1" y="1934"/>
                    <a:pt x="406" y="2315"/>
                  </a:cubicBezTo>
                  <a:cubicBezTo>
                    <a:pt x="511" y="2412"/>
                    <a:pt x="620" y="2456"/>
                    <a:pt x="735" y="2456"/>
                  </a:cubicBezTo>
                  <a:cubicBezTo>
                    <a:pt x="1053" y="2456"/>
                    <a:pt x="1411" y="2124"/>
                    <a:pt x="1797" y="1698"/>
                  </a:cubicBezTo>
                  <a:cubicBezTo>
                    <a:pt x="2331" y="1110"/>
                    <a:pt x="2740" y="560"/>
                    <a:pt x="2347" y="192"/>
                  </a:cubicBezTo>
                  <a:cubicBezTo>
                    <a:pt x="2202" y="62"/>
                    <a:pt x="2013" y="0"/>
                    <a:pt x="1806"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0" name="Google Shape;1460;p33"/>
            <p:cNvSpPr/>
            <p:nvPr/>
          </p:nvSpPr>
          <p:spPr>
            <a:xfrm>
              <a:off x="1847855" y="4121308"/>
              <a:ext cx="111026" cy="115427"/>
            </a:xfrm>
            <a:custGeom>
              <a:rect b="b" l="l" r="r" t="t"/>
              <a:pathLst>
                <a:path extrusionOk="0" h="1731" w="1665">
                  <a:moveTo>
                    <a:pt x="1665" y="13"/>
                  </a:moveTo>
                  <a:cubicBezTo>
                    <a:pt x="1665" y="29"/>
                    <a:pt x="1611" y="54"/>
                    <a:pt x="1532" y="92"/>
                  </a:cubicBezTo>
                  <a:cubicBezTo>
                    <a:pt x="1466" y="132"/>
                    <a:pt x="1375" y="211"/>
                    <a:pt x="1271" y="315"/>
                  </a:cubicBezTo>
                  <a:cubicBezTo>
                    <a:pt x="1073" y="500"/>
                    <a:pt x="837" y="761"/>
                    <a:pt x="680" y="956"/>
                  </a:cubicBezTo>
                  <a:cubicBezTo>
                    <a:pt x="340" y="1378"/>
                    <a:pt x="92" y="1730"/>
                    <a:pt x="26" y="1692"/>
                  </a:cubicBezTo>
                  <a:cubicBezTo>
                    <a:pt x="1" y="1680"/>
                    <a:pt x="26" y="1573"/>
                    <a:pt x="105" y="1416"/>
                  </a:cubicBezTo>
                  <a:cubicBezTo>
                    <a:pt x="196" y="1258"/>
                    <a:pt x="328" y="1035"/>
                    <a:pt x="510" y="828"/>
                  </a:cubicBezTo>
                  <a:cubicBezTo>
                    <a:pt x="680" y="617"/>
                    <a:pt x="944" y="368"/>
                    <a:pt x="1180" y="198"/>
                  </a:cubicBezTo>
                  <a:cubicBezTo>
                    <a:pt x="1297" y="120"/>
                    <a:pt x="1416" y="54"/>
                    <a:pt x="1507" y="29"/>
                  </a:cubicBezTo>
                  <a:cubicBezTo>
                    <a:pt x="1599" y="0"/>
                    <a:pt x="1665" y="13"/>
                    <a:pt x="1665"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1" name="Google Shape;1461;p33"/>
            <p:cNvSpPr/>
            <p:nvPr/>
          </p:nvSpPr>
          <p:spPr>
            <a:xfrm>
              <a:off x="1747230" y="3870845"/>
              <a:ext cx="170574" cy="126363"/>
            </a:xfrm>
            <a:custGeom>
              <a:rect b="b" l="l" r="r" t="t"/>
              <a:pathLst>
                <a:path extrusionOk="0" h="1895" w="2558">
                  <a:moveTo>
                    <a:pt x="957" y="1"/>
                  </a:moveTo>
                  <a:cubicBezTo>
                    <a:pt x="631" y="1"/>
                    <a:pt x="355" y="129"/>
                    <a:pt x="223" y="375"/>
                  </a:cubicBezTo>
                  <a:cubicBezTo>
                    <a:pt x="0" y="797"/>
                    <a:pt x="302" y="1397"/>
                    <a:pt x="881" y="1712"/>
                  </a:cubicBezTo>
                  <a:cubicBezTo>
                    <a:pt x="1119" y="1834"/>
                    <a:pt x="1367" y="1894"/>
                    <a:pt x="1591" y="1894"/>
                  </a:cubicBezTo>
                  <a:cubicBezTo>
                    <a:pt x="1920" y="1894"/>
                    <a:pt x="2201" y="1766"/>
                    <a:pt x="2334" y="1517"/>
                  </a:cubicBezTo>
                  <a:cubicBezTo>
                    <a:pt x="2557" y="1095"/>
                    <a:pt x="2255" y="495"/>
                    <a:pt x="1680" y="193"/>
                  </a:cubicBezTo>
                  <a:cubicBezTo>
                    <a:pt x="1436" y="63"/>
                    <a:pt x="1184" y="1"/>
                    <a:pt x="957"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2" name="Google Shape;1462;p33"/>
            <p:cNvSpPr/>
            <p:nvPr/>
          </p:nvSpPr>
          <p:spPr>
            <a:xfrm>
              <a:off x="1561183" y="3805495"/>
              <a:ext cx="182710" cy="163706"/>
            </a:xfrm>
            <a:custGeom>
              <a:rect b="b" l="l" r="r" t="t"/>
              <a:pathLst>
                <a:path extrusionOk="0" h="2455" w="2740">
                  <a:moveTo>
                    <a:pt x="1791" y="1"/>
                  </a:moveTo>
                  <a:cubicBezTo>
                    <a:pt x="1420" y="1"/>
                    <a:pt x="985" y="206"/>
                    <a:pt x="642" y="582"/>
                  </a:cubicBezTo>
                  <a:cubicBezTo>
                    <a:pt x="104" y="1173"/>
                    <a:pt x="0" y="1947"/>
                    <a:pt x="393" y="2311"/>
                  </a:cubicBezTo>
                  <a:cubicBezTo>
                    <a:pt x="502" y="2410"/>
                    <a:pt x="615" y="2454"/>
                    <a:pt x="732" y="2454"/>
                  </a:cubicBezTo>
                  <a:cubicBezTo>
                    <a:pt x="1051" y="2454"/>
                    <a:pt x="1403" y="2128"/>
                    <a:pt x="1796" y="1698"/>
                  </a:cubicBezTo>
                  <a:cubicBezTo>
                    <a:pt x="2334" y="1107"/>
                    <a:pt x="2740" y="569"/>
                    <a:pt x="2334" y="204"/>
                  </a:cubicBezTo>
                  <a:cubicBezTo>
                    <a:pt x="2192" y="67"/>
                    <a:pt x="2002" y="1"/>
                    <a:pt x="17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3" name="Google Shape;1463;p33"/>
            <p:cNvSpPr/>
            <p:nvPr/>
          </p:nvSpPr>
          <p:spPr>
            <a:xfrm>
              <a:off x="1607528" y="3840037"/>
              <a:ext cx="111026" cy="114360"/>
            </a:xfrm>
            <a:custGeom>
              <a:rect b="b" l="l" r="r" t="t"/>
              <a:pathLst>
                <a:path extrusionOk="0" h="1715" w="1665">
                  <a:moveTo>
                    <a:pt x="1664" y="13"/>
                  </a:moveTo>
                  <a:cubicBezTo>
                    <a:pt x="1664" y="26"/>
                    <a:pt x="1611" y="38"/>
                    <a:pt x="1532" y="92"/>
                  </a:cubicBezTo>
                  <a:cubicBezTo>
                    <a:pt x="1453" y="130"/>
                    <a:pt x="1362" y="208"/>
                    <a:pt x="1271" y="299"/>
                  </a:cubicBezTo>
                  <a:cubicBezTo>
                    <a:pt x="1060" y="498"/>
                    <a:pt x="837" y="746"/>
                    <a:pt x="667" y="957"/>
                  </a:cubicBezTo>
                  <a:cubicBezTo>
                    <a:pt x="327" y="1375"/>
                    <a:pt x="92" y="1715"/>
                    <a:pt x="25" y="1690"/>
                  </a:cubicBezTo>
                  <a:cubicBezTo>
                    <a:pt x="0" y="1677"/>
                    <a:pt x="25" y="1557"/>
                    <a:pt x="104" y="1400"/>
                  </a:cubicBezTo>
                  <a:cubicBezTo>
                    <a:pt x="183" y="1243"/>
                    <a:pt x="327" y="1035"/>
                    <a:pt x="497" y="812"/>
                  </a:cubicBezTo>
                  <a:cubicBezTo>
                    <a:pt x="667" y="601"/>
                    <a:pt x="944" y="365"/>
                    <a:pt x="1180" y="196"/>
                  </a:cubicBezTo>
                  <a:cubicBezTo>
                    <a:pt x="1296" y="104"/>
                    <a:pt x="1416" y="38"/>
                    <a:pt x="1507" y="26"/>
                  </a:cubicBezTo>
                  <a:cubicBezTo>
                    <a:pt x="1598" y="1"/>
                    <a:pt x="1664" y="1"/>
                    <a:pt x="1664"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4" name="Google Shape;1464;p33"/>
            <p:cNvSpPr/>
            <p:nvPr/>
          </p:nvSpPr>
          <p:spPr>
            <a:xfrm>
              <a:off x="2124725" y="4117241"/>
              <a:ext cx="146035" cy="169974"/>
            </a:xfrm>
            <a:custGeom>
              <a:rect b="b" l="l" r="r" t="t"/>
              <a:pathLst>
                <a:path extrusionOk="0" h="2549" w="2190">
                  <a:moveTo>
                    <a:pt x="953" y="1"/>
                  </a:moveTo>
                  <a:cubicBezTo>
                    <a:pt x="893" y="1"/>
                    <a:pt x="833" y="8"/>
                    <a:pt x="774" y="24"/>
                  </a:cubicBezTo>
                  <a:cubicBezTo>
                    <a:pt x="265" y="140"/>
                    <a:pt x="0" y="810"/>
                    <a:pt x="173" y="1505"/>
                  </a:cubicBezTo>
                  <a:cubicBezTo>
                    <a:pt x="335" y="2118"/>
                    <a:pt x="786" y="2549"/>
                    <a:pt x="1241" y="2549"/>
                  </a:cubicBezTo>
                  <a:cubicBezTo>
                    <a:pt x="1300" y="2549"/>
                    <a:pt x="1358" y="2542"/>
                    <a:pt x="1416" y="2527"/>
                  </a:cubicBezTo>
                  <a:cubicBezTo>
                    <a:pt x="1916" y="2408"/>
                    <a:pt x="2190" y="1741"/>
                    <a:pt x="2007" y="1046"/>
                  </a:cubicBezTo>
                  <a:cubicBezTo>
                    <a:pt x="1857" y="431"/>
                    <a:pt x="1409" y="1"/>
                    <a:pt x="95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5" name="Google Shape;1465;p33"/>
            <p:cNvSpPr/>
            <p:nvPr/>
          </p:nvSpPr>
          <p:spPr>
            <a:xfrm>
              <a:off x="2168536" y="4131778"/>
              <a:ext cx="55880" cy="133032"/>
            </a:xfrm>
            <a:custGeom>
              <a:rect b="b" l="l" r="r" t="t"/>
              <a:pathLst>
                <a:path extrusionOk="0" h="1995" w="838">
                  <a:moveTo>
                    <a:pt x="171" y="1"/>
                  </a:moveTo>
                  <a:cubicBezTo>
                    <a:pt x="183" y="13"/>
                    <a:pt x="158" y="67"/>
                    <a:pt x="145" y="145"/>
                  </a:cubicBezTo>
                  <a:cubicBezTo>
                    <a:pt x="130" y="224"/>
                    <a:pt x="117" y="343"/>
                    <a:pt x="145" y="460"/>
                  </a:cubicBezTo>
                  <a:cubicBezTo>
                    <a:pt x="158" y="592"/>
                    <a:pt x="208" y="721"/>
                    <a:pt x="287" y="828"/>
                  </a:cubicBezTo>
                  <a:cubicBezTo>
                    <a:pt x="366" y="932"/>
                    <a:pt x="485" y="1023"/>
                    <a:pt x="576" y="1114"/>
                  </a:cubicBezTo>
                  <a:cubicBezTo>
                    <a:pt x="668" y="1221"/>
                    <a:pt x="759" y="1337"/>
                    <a:pt x="800" y="1457"/>
                  </a:cubicBezTo>
                  <a:cubicBezTo>
                    <a:pt x="825" y="1523"/>
                    <a:pt x="837" y="1586"/>
                    <a:pt x="825" y="1652"/>
                  </a:cubicBezTo>
                  <a:cubicBezTo>
                    <a:pt x="825" y="1718"/>
                    <a:pt x="812" y="1771"/>
                    <a:pt x="787" y="1822"/>
                  </a:cubicBezTo>
                  <a:cubicBezTo>
                    <a:pt x="734" y="1916"/>
                    <a:pt x="655" y="1966"/>
                    <a:pt x="602" y="1979"/>
                  </a:cubicBezTo>
                  <a:cubicBezTo>
                    <a:pt x="551" y="1995"/>
                    <a:pt x="510" y="1979"/>
                    <a:pt x="510" y="1954"/>
                  </a:cubicBezTo>
                  <a:cubicBezTo>
                    <a:pt x="510" y="1929"/>
                    <a:pt x="589" y="1888"/>
                    <a:pt x="630" y="1759"/>
                  </a:cubicBezTo>
                  <a:cubicBezTo>
                    <a:pt x="655" y="1693"/>
                    <a:pt x="655" y="1627"/>
                    <a:pt x="617" y="1535"/>
                  </a:cubicBezTo>
                  <a:cubicBezTo>
                    <a:pt x="576" y="1457"/>
                    <a:pt x="510" y="1366"/>
                    <a:pt x="419" y="1271"/>
                  </a:cubicBezTo>
                  <a:cubicBezTo>
                    <a:pt x="340" y="1193"/>
                    <a:pt x="224" y="1089"/>
                    <a:pt x="130" y="944"/>
                  </a:cubicBezTo>
                  <a:cubicBezTo>
                    <a:pt x="39" y="787"/>
                    <a:pt x="1" y="630"/>
                    <a:pt x="1" y="472"/>
                  </a:cubicBezTo>
                  <a:cubicBezTo>
                    <a:pt x="1" y="328"/>
                    <a:pt x="39" y="199"/>
                    <a:pt x="79" y="120"/>
                  </a:cubicBezTo>
                  <a:cubicBezTo>
                    <a:pt x="117" y="41"/>
                    <a:pt x="158" y="1"/>
                    <a:pt x="171"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6" name="Google Shape;1466;p33"/>
            <p:cNvSpPr/>
            <p:nvPr/>
          </p:nvSpPr>
          <p:spPr>
            <a:xfrm>
              <a:off x="2068111" y="4291951"/>
              <a:ext cx="145835" cy="170040"/>
            </a:xfrm>
            <a:custGeom>
              <a:rect b="b" l="l" r="r" t="t"/>
              <a:pathLst>
                <a:path extrusionOk="0" h="2550" w="2187">
                  <a:moveTo>
                    <a:pt x="950" y="1"/>
                  </a:moveTo>
                  <a:cubicBezTo>
                    <a:pt x="890" y="1"/>
                    <a:pt x="830" y="8"/>
                    <a:pt x="771" y="24"/>
                  </a:cubicBezTo>
                  <a:cubicBezTo>
                    <a:pt x="274" y="143"/>
                    <a:pt x="0" y="810"/>
                    <a:pt x="183" y="1505"/>
                  </a:cubicBezTo>
                  <a:cubicBezTo>
                    <a:pt x="333" y="2120"/>
                    <a:pt x="781" y="2550"/>
                    <a:pt x="1237" y="2550"/>
                  </a:cubicBezTo>
                  <a:cubicBezTo>
                    <a:pt x="1296" y="2550"/>
                    <a:pt x="1356" y="2542"/>
                    <a:pt x="1416" y="2527"/>
                  </a:cubicBezTo>
                  <a:cubicBezTo>
                    <a:pt x="1925" y="2408"/>
                    <a:pt x="2186" y="1741"/>
                    <a:pt x="2016" y="1046"/>
                  </a:cubicBezTo>
                  <a:cubicBezTo>
                    <a:pt x="1855" y="431"/>
                    <a:pt x="1406" y="1"/>
                    <a:pt x="95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7" name="Google Shape;1467;p33"/>
            <p:cNvSpPr/>
            <p:nvPr/>
          </p:nvSpPr>
          <p:spPr>
            <a:xfrm>
              <a:off x="2112589" y="4306689"/>
              <a:ext cx="55213" cy="132832"/>
            </a:xfrm>
            <a:custGeom>
              <a:rect b="b" l="l" r="r" t="t"/>
              <a:pathLst>
                <a:path extrusionOk="0" h="1992" w="828">
                  <a:moveTo>
                    <a:pt x="157" y="1"/>
                  </a:moveTo>
                  <a:cubicBezTo>
                    <a:pt x="170" y="13"/>
                    <a:pt x="157" y="64"/>
                    <a:pt x="145" y="142"/>
                  </a:cubicBezTo>
                  <a:cubicBezTo>
                    <a:pt x="120" y="221"/>
                    <a:pt x="120" y="340"/>
                    <a:pt x="132" y="457"/>
                  </a:cubicBezTo>
                  <a:cubicBezTo>
                    <a:pt x="157" y="589"/>
                    <a:pt x="211" y="721"/>
                    <a:pt x="289" y="825"/>
                  </a:cubicBezTo>
                  <a:cubicBezTo>
                    <a:pt x="355" y="929"/>
                    <a:pt x="472" y="1023"/>
                    <a:pt x="563" y="1114"/>
                  </a:cubicBezTo>
                  <a:cubicBezTo>
                    <a:pt x="670" y="1218"/>
                    <a:pt x="749" y="1337"/>
                    <a:pt x="799" y="1454"/>
                  </a:cubicBezTo>
                  <a:cubicBezTo>
                    <a:pt x="811" y="1520"/>
                    <a:pt x="827" y="1586"/>
                    <a:pt x="827" y="1652"/>
                  </a:cubicBezTo>
                  <a:cubicBezTo>
                    <a:pt x="811" y="1715"/>
                    <a:pt x="799" y="1768"/>
                    <a:pt x="774" y="1822"/>
                  </a:cubicBezTo>
                  <a:cubicBezTo>
                    <a:pt x="720" y="1913"/>
                    <a:pt x="642" y="1966"/>
                    <a:pt x="591" y="1979"/>
                  </a:cubicBezTo>
                  <a:cubicBezTo>
                    <a:pt x="538" y="1992"/>
                    <a:pt x="513" y="1979"/>
                    <a:pt x="497" y="1951"/>
                  </a:cubicBezTo>
                  <a:cubicBezTo>
                    <a:pt x="497" y="1926"/>
                    <a:pt x="591" y="1888"/>
                    <a:pt x="629" y="1756"/>
                  </a:cubicBezTo>
                  <a:cubicBezTo>
                    <a:pt x="642" y="1690"/>
                    <a:pt x="642" y="1624"/>
                    <a:pt x="604" y="1532"/>
                  </a:cubicBezTo>
                  <a:cubicBezTo>
                    <a:pt x="576" y="1454"/>
                    <a:pt x="497" y="1363"/>
                    <a:pt x="418" y="1271"/>
                  </a:cubicBezTo>
                  <a:cubicBezTo>
                    <a:pt x="327" y="1193"/>
                    <a:pt x="211" y="1086"/>
                    <a:pt x="120" y="944"/>
                  </a:cubicBezTo>
                  <a:cubicBezTo>
                    <a:pt x="41" y="787"/>
                    <a:pt x="0" y="614"/>
                    <a:pt x="0" y="472"/>
                  </a:cubicBezTo>
                  <a:cubicBezTo>
                    <a:pt x="0" y="328"/>
                    <a:pt x="25" y="196"/>
                    <a:pt x="66" y="117"/>
                  </a:cubicBezTo>
                  <a:cubicBezTo>
                    <a:pt x="120" y="38"/>
                    <a:pt x="145" y="1"/>
                    <a:pt x="15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8" name="Google Shape;1468;p33"/>
            <p:cNvSpPr/>
            <p:nvPr/>
          </p:nvSpPr>
          <p:spPr>
            <a:xfrm>
              <a:off x="1927342" y="3792759"/>
              <a:ext cx="139767" cy="188178"/>
            </a:xfrm>
            <a:custGeom>
              <a:rect b="b" l="l" r="r" t="t"/>
              <a:pathLst>
                <a:path extrusionOk="0" h="2822" w="2096">
                  <a:moveTo>
                    <a:pt x="1172" y="1"/>
                  </a:moveTo>
                  <a:cubicBezTo>
                    <a:pt x="769" y="1"/>
                    <a:pt x="551" y="521"/>
                    <a:pt x="353" y="1207"/>
                  </a:cubicBezTo>
                  <a:cubicBezTo>
                    <a:pt x="130" y="1968"/>
                    <a:pt x="1" y="2634"/>
                    <a:pt x="523" y="2792"/>
                  </a:cubicBezTo>
                  <a:cubicBezTo>
                    <a:pt x="588" y="2812"/>
                    <a:pt x="655" y="2821"/>
                    <a:pt x="722" y="2821"/>
                  </a:cubicBezTo>
                  <a:cubicBezTo>
                    <a:pt x="1183" y="2821"/>
                    <a:pt x="1669" y="2368"/>
                    <a:pt x="1875" y="1704"/>
                  </a:cubicBezTo>
                  <a:cubicBezTo>
                    <a:pt x="2096" y="930"/>
                    <a:pt x="1860" y="184"/>
                    <a:pt x="1338" y="27"/>
                  </a:cubicBezTo>
                  <a:cubicBezTo>
                    <a:pt x="1279" y="9"/>
                    <a:pt x="1224" y="1"/>
                    <a:pt x="117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69" name="Google Shape;1469;p33"/>
            <p:cNvSpPr/>
            <p:nvPr/>
          </p:nvSpPr>
          <p:spPr>
            <a:xfrm>
              <a:off x="1950881" y="3810230"/>
              <a:ext cx="53279" cy="149435"/>
            </a:xfrm>
            <a:custGeom>
              <a:rect b="b" l="l" r="r" t="t"/>
              <a:pathLst>
                <a:path extrusionOk="0" h="2241" w="799">
                  <a:moveTo>
                    <a:pt x="13" y="2240"/>
                  </a:moveTo>
                  <a:cubicBezTo>
                    <a:pt x="0" y="2228"/>
                    <a:pt x="41" y="2190"/>
                    <a:pt x="91" y="2111"/>
                  </a:cubicBezTo>
                  <a:cubicBezTo>
                    <a:pt x="145" y="2045"/>
                    <a:pt x="186" y="1942"/>
                    <a:pt x="236" y="1809"/>
                  </a:cubicBezTo>
                  <a:cubicBezTo>
                    <a:pt x="327" y="1548"/>
                    <a:pt x="434" y="1206"/>
                    <a:pt x="484" y="957"/>
                  </a:cubicBezTo>
                  <a:cubicBezTo>
                    <a:pt x="604" y="432"/>
                    <a:pt x="683" y="1"/>
                    <a:pt x="749" y="1"/>
                  </a:cubicBezTo>
                  <a:cubicBezTo>
                    <a:pt x="774" y="14"/>
                    <a:pt x="799" y="117"/>
                    <a:pt x="799" y="303"/>
                  </a:cubicBezTo>
                  <a:cubicBezTo>
                    <a:pt x="799" y="473"/>
                    <a:pt x="761" y="721"/>
                    <a:pt x="695" y="998"/>
                  </a:cubicBezTo>
                  <a:cubicBezTo>
                    <a:pt x="629" y="1272"/>
                    <a:pt x="500" y="1611"/>
                    <a:pt x="368" y="1863"/>
                  </a:cubicBezTo>
                  <a:cubicBezTo>
                    <a:pt x="289" y="1992"/>
                    <a:pt x="211" y="2099"/>
                    <a:pt x="145" y="2162"/>
                  </a:cubicBezTo>
                  <a:cubicBezTo>
                    <a:pt x="66" y="2228"/>
                    <a:pt x="13" y="2240"/>
                    <a:pt x="13" y="224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0" name="Google Shape;1470;p33"/>
            <p:cNvSpPr/>
            <p:nvPr/>
          </p:nvSpPr>
          <p:spPr>
            <a:xfrm>
              <a:off x="1986690" y="3986808"/>
              <a:ext cx="160972" cy="115561"/>
            </a:xfrm>
            <a:custGeom>
              <a:rect b="b" l="l" r="r" t="t"/>
              <a:pathLst>
                <a:path extrusionOk="0" h="1733" w="2414">
                  <a:moveTo>
                    <a:pt x="1192" y="1"/>
                  </a:moveTo>
                  <a:cubicBezTo>
                    <a:pt x="553" y="1"/>
                    <a:pt x="26" y="351"/>
                    <a:pt x="13" y="825"/>
                  </a:cubicBezTo>
                  <a:cubicBezTo>
                    <a:pt x="1" y="1297"/>
                    <a:pt x="526" y="1703"/>
                    <a:pt x="1180" y="1731"/>
                  </a:cubicBezTo>
                  <a:cubicBezTo>
                    <a:pt x="1202" y="1732"/>
                    <a:pt x="1223" y="1732"/>
                    <a:pt x="1244" y="1732"/>
                  </a:cubicBezTo>
                  <a:cubicBezTo>
                    <a:pt x="1870" y="1732"/>
                    <a:pt x="2385" y="1373"/>
                    <a:pt x="2401" y="917"/>
                  </a:cubicBezTo>
                  <a:cubicBezTo>
                    <a:pt x="2413" y="432"/>
                    <a:pt x="1888" y="26"/>
                    <a:pt x="1234" y="1"/>
                  </a:cubicBezTo>
                  <a:cubicBezTo>
                    <a:pt x="1220" y="1"/>
                    <a:pt x="1206" y="1"/>
                    <a:pt x="1192"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1" name="Google Shape;1471;p33"/>
            <p:cNvSpPr/>
            <p:nvPr/>
          </p:nvSpPr>
          <p:spPr>
            <a:xfrm>
              <a:off x="2242822" y="4018216"/>
              <a:ext cx="139967" cy="188178"/>
            </a:xfrm>
            <a:custGeom>
              <a:rect b="b" l="l" r="r" t="t"/>
              <a:pathLst>
                <a:path extrusionOk="0" h="2822" w="2099">
                  <a:moveTo>
                    <a:pt x="1168" y="1"/>
                  </a:moveTo>
                  <a:cubicBezTo>
                    <a:pt x="758" y="1"/>
                    <a:pt x="550" y="520"/>
                    <a:pt x="352" y="1194"/>
                  </a:cubicBezTo>
                  <a:cubicBezTo>
                    <a:pt x="117" y="1968"/>
                    <a:pt x="0" y="2635"/>
                    <a:pt x="510" y="2792"/>
                  </a:cubicBezTo>
                  <a:cubicBezTo>
                    <a:pt x="577" y="2812"/>
                    <a:pt x="645" y="2821"/>
                    <a:pt x="713" y="2821"/>
                  </a:cubicBezTo>
                  <a:cubicBezTo>
                    <a:pt x="1182" y="2821"/>
                    <a:pt x="1667" y="2368"/>
                    <a:pt x="1862" y="1704"/>
                  </a:cubicBezTo>
                  <a:cubicBezTo>
                    <a:pt x="2098" y="930"/>
                    <a:pt x="1862" y="184"/>
                    <a:pt x="1337" y="27"/>
                  </a:cubicBezTo>
                  <a:cubicBezTo>
                    <a:pt x="1277" y="9"/>
                    <a:pt x="1221" y="1"/>
                    <a:pt x="116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2" name="Google Shape;1472;p33"/>
            <p:cNvSpPr/>
            <p:nvPr/>
          </p:nvSpPr>
          <p:spPr>
            <a:xfrm>
              <a:off x="2266294" y="4035753"/>
              <a:ext cx="53546" cy="149369"/>
            </a:xfrm>
            <a:custGeom>
              <a:rect b="b" l="l" r="r" t="t"/>
              <a:pathLst>
                <a:path extrusionOk="0" h="2240" w="803">
                  <a:moveTo>
                    <a:pt x="0" y="2239"/>
                  </a:moveTo>
                  <a:cubicBezTo>
                    <a:pt x="0" y="2227"/>
                    <a:pt x="41" y="2189"/>
                    <a:pt x="79" y="2111"/>
                  </a:cubicBezTo>
                  <a:cubicBezTo>
                    <a:pt x="133" y="2044"/>
                    <a:pt x="186" y="1941"/>
                    <a:pt x="224" y="1809"/>
                  </a:cubicBezTo>
                  <a:cubicBezTo>
                    <a:pt x="331" y="1532"/>
                    <a:pt x="422" y="1205"/>
                    <a:pt x="488" y="944"/>
                  </a:cubicBezTo>
                  <a:cubicBezTo>
                    <a:pt x="604" y="431"/>
                    <a:pt x="670" y="0"/>
                    <a:pt x="736" y="0"/>
                  </a:cubicBezTo>
                  <a:cubicBezTo>
                    <a:pt x="774" y="0"/>
                    <a:pt x="803" y="116"/>
                    <a:pt x="787" y="302"/>
                  </a:cubicBezTo>
                  <a:cubicBezTo>
                    <a:pt x="787" y="472"/>
                    <a:pt x="762" y="720"/>
                    <a:pt x="696" y="997"/>
                  </a:cubicBezTo>
                  <a:cubicBezTo>
                    <a:pt x="630" y="1271"/>
                    <a:pt x="501" y="1610"/>
                    <a:pt x="356" y="1862"/>
                  </a:cubicBezTo>
                  <a:cubicBezTo>
                    <a:pt x="290" y="1991"/>
                    <a:pt x="211" y="2098"/>
                    <a:pt x="133" y="2161"/>
                  </a:cubicBezTo>
                  <a:cubicBezTo>
                    <a:pt x="67" y="2227"/>
                    <a:pt x="16" y="2239"/>
                    <a:pt x="0" y="223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3" name="Google Shape;1473;p33"/>
            <p:cNvSpPr/>
            <p:nvPr/>
          </p:nvSpPr>
          <p:spPr>
            <a:xfrm>
              <a:off x="1858391" y="3974605"/>
              <a:ext cx="171174" cy="122296"/>
            </a:xfrm>
            <a:custGeom>
              <a:rect b="b" l="l" r="r" t="t"/>
              <a:pathLst>
                <a:path extrusionOk="0" h="1834" w="2567">
                  <a:moveTo>
                    <a:pt x="1539" y="0"/>
                  </a:moveTo>
                  <a:cubicBezTo>
                    <a:pt x="1354" y="0"/>
                    <a:pt x="1154" y="38"/>
                    <a:pt x="956" y="118"/>
                  </a:cubicBezTo>
                  <a:cubicBezTo>
                    <a:pt x="340" y="354"/>
                    <a:pt x="0" y="917"/>
                    <a:pt x="170" y="1364"/>
                  </a:cubicBezTo>
                  <a:cubicBezTo>
                    <a:pt x="294" y="1665"/>
                    <a:pt x="629" y="1834"/>
                    <a:pt x="1020" y="1834"/>
                  </a:cubicBezTo>
                  <a:cubicBezTo>
                    <a:pt x="1206" y="1834"/>
                    <a:pt x="1404" y="1796"/>
                    <a:pt x="1598" y="1716"/>
                  </a:cubicBezTo>
                  <a:cubicBezTo>
                    <a:pt x="2214" y="1468"/>
                    <a:pt x="2567" y="917"/>
                    <a:pt x="2384" y="470"/>
                  </a:cubicBezTo>
                  <a:cubicBezTo>
                    <a:pt x="2260" y="170"/>
                    <a:pt x="1931" y="0"/>
                    <a:pt x="153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4" name="Google Shape;1474;p33"/>
            <p:cNvSpPr/>
            <p:nvPr/>
          </p:nvSpPr>
          <p:spPr>
            <a:xfrm>
              <a:off x="1823316" y="3765352"/>
              <a:ext cx="143301" cy="149169"/>
            </a:xfrm>
            <a:custGeom>
              <a:rect b="b" l="l" r="r" t="t"/>
              <a:pathLst>
                <a:path extrusionOk="0" h="2237" w="2149">
                  <a:moveTo>
                    <a:pt x="1337" y="1"/>
                  </a:moveTo>
                  <a:cubicBezTo>
                    <a:pt x="986" y="1"/>
                    <a:pt x="593" y="247"/>
                    <a:pt x="340" y="661"/>
                  </a:cubicBezTo>
                  <a:cubicBezTo>
                    <a:pt x="1" y="1224"/>
                    <a:pt x="54" y="1891"/>
                    <a:pt x="460" y="2143"/>
                  </a:cubicBezTo>
                  <a:cubicBezTo>
                    <a:pt x="561" y="2206"/>
                    <a:pt x="676" y="2236"/>
                    <a:pt x="797" y="2236"/>
                  </a:cubicBezTo>
                  <a:cubicBezTo>
                    <a:pt x="1151" y="2236"/>
                    <a:pt x="1557" y="1983"/>
                    <a:pt x="1809" y="1564"/>
                  </a:cubicBezTo>
                  <a:cubicBezTo>
                    <a:pt x="2149" y="1001"/>
                    <a:pt x="2099" y="347"/>
                    <a:pt x="1690" y="98"/>
                  </a:cubicBezTo>
                  <a:cubicBezTo>
                    <a:pt x="1583" y="32"/>
                    <a:pt x="1463" y="1"/>
                    <a:pt x="13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5" name="Google Shape;1475;p33"/>
            <p:cNvSpPr/>
            <p:nvPr/>
          </p:nvSpPr>
          <p:spPr>
            <a:xfrm>
              <a:off x="1674811" y="3917590"/>
              <a:ext cx="130098" cy="157637"/>
            </a:xfrm>
            <a:custGeom>
              <a:rect b="b" l="l" r="r" t="t"/>
              <a:pathLst>
                <a:path extrusionOk="0" h="2364" w="1951">
                  <a:moveTo>
                    <a:pt x="1090" y="1"/>
                  </a:moveTo>
                  <a:cubicBezTo>
                    <a:pt x="676" y="1"/>
                    <a:pt x="272" y="410"/>
                    <a:pt x="142" y="986"/>
                  </a:cubicBezTo>
                  <a:cubicBezTo>
                    <a:pt x="1" y="1640"/>
                    <a:pt x="262" y="2244"/>
                    <a:pt x="721" y="2348"/>
                  </a:cubicBezTo>
                  <a:cubicBezTo>
                    <a:pt x="768" y="2359"/>
                    <a:pt x="815" y="2364"/>
                    <a:pt x="863" y="2364"/>
                  </a:cubicBezTo>
                  <a:cubicBezTo>
                    <a:pt x="1278" y="2364"/>
                    <a:pt x="1691" y="1955"/>
                    <a:pt x="1809" y="1379"/>
                  </a:cubicBezTo>
                  <a:cubicBezTo>
                    <a:pt x="1951" y="725"/>
                    <a:pt x="1703" y="121"/>
                    <a:pt x="1231" y="17"/>
                  </a:cubicBezTo>
                  <a:cubicBezTo>
                    <a:pt x="1184" y="6"/>
                    <a:pt x="1137" y="1"/>
                    <a:pt x="109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6" name="Google Shape;1476;p33"/>
            <p:cNvSpPr/>
            <p:nvPr/>
          </p:nvSpPr>
          <p:spPr>
            <a:xfrm>
              <a:off x="2095118" y="4024217"/>
              <a:ext cx="130364" cy="158571"/>
            </a:xfrm>
            <a:custGeom>
              <a:rect b="b" l="l" r="r" t="t"/>
              <a:pathLst>
                <a:path extrusionOk="0" h="2378" w="1955">
                  <a:moveTo>
                    <a:pt x="1093" y="0"/>
                  </a:moveTo>
                  <a:cubicBezTo>
                    <a:pt x="681" y="0"/>
                    <a:pt x="273" y="408"/>
                    <a:pt x="146" y="997"/>
                  </a:cubicBezTo>
                  <a:cubicBezTo>
                    <a:pt x="1" y="1642"/>
                    <a:pt x="262" y="2243"/>
                    <a:pt x="721" y="2362"/>
                  </a:cubicBezTo>
                  <a:cubicBezTo>
                    <a:pt x="766" y="2372"/>
                    <a:pt x="811" y="2377"/>
                    <a:pt x="856" y="2377"/>
                  </a:cubicBezTo>
                  <a:cubicBezTo>
                    <a:pt x="1272" y="2377"/>
                    <a:pt x="1679" y="1957"/>
                    <a:pt x="1809" y="1378"/>
                  </a:cubicBezTo>
                  <a:cubicBezTo>
                    <a:pt x="1954" y="736"/>
                    <a:pt x="1690" y="120"/>
                    <a:pt x="1231" y="16"/>
                  </a:cubicBezTo>
                  <a:cubicBezTo>
                    <a:pt x="1185" y="5"/>
                    <a:pt x="1139" y="0"/>
                    <a:pt x="10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7" name="Google Shape;1477;p33"/>
            <p:cNvSpPr/>
            <p:nvPr/>
          </p:nvSpPr>
          <p:spPr>
            <a:xfrm>
              <a:off x="2025100" y="3875646"/>
              <a:ext cx="130298" cy="158504"/>
            </a:xfrm>
            <a:custGeom>
              <a:rect b="b" l="l" r="r" t="t"/>
              <a:pathLst>
                <a:path extrusionOk="0" h="2377" w="1954">
                  <a:moveTo>
                    <a:pt x="1093" y="1"/>
                  </a:moveTo>
                  <a:cubicBezTo>
                    <a:pt x="679" y="1"/>
                    <a:pt x="275" y="411"/>
                    <a:pt x="145" y="998"/>
                  </a:cubicBezTo>
                  <a:cubicBezTo>
                    <a:pt x="0" y="1640"/>
                    <a:pt x="265" y="2244"/>
                    <a:pt x="724" y="2360"/>
                  </a:cubicBezTo>
                  <a:cubicBezTo>
                    <a:pt x="769" y="2371"/>
                    <a:pt x="815" y="2376"/>
                    <a:pt x="861" y="2376"/>
                  </a:cubicBezTo>
                  <a:cubicBezTo>
                    <a:pt x="1274" y="2376"/>
                    <a:pt x="1682" y="1956"/>
                    <a:pt x="1809" y="1379"/>
                  </a:cubicBezTo>
                  <a:cubicBezTo>
                    <a:pt x="1954" y="737"/>
                    <a:pt x="1693" y="121"/>
                    <a:pt x="1233" y="17"/>
                  </a:cubicBezTo>
                  <a:cubicBezTo>
                    <a:pt x="1187" y="6"/>
                    <a:pt x="1140" y="1"/>
                    <a:pt x="109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8" name="Google Shape;1478;p33"/>
            <p:cNvSpPr/>
            <p:nvPr/>
          </p:nvSpPr>
          <p:spPr>
            <a:xfrm>
              <a:off x="1844321" y="4230403"/>
              <a:ext cx="130298" cy="158571"/>
            </a:xfrm>
            <a:custGeom>
              <a:rect b="b" l="l" r="r" t="t"/>
              <a:pathLst>
                <a:path extrusionOk="0" h="2378" w="1954">
                  <a:moveTo>
                    <a:pt x="1099" y="1"/>
                  </a:moveTo>
                  <a:cubicBezTo>
                    <a:pt x="683" y="1"/>
                    <a:pt x="276" y="421"/>
                    <a:pt x="145" y="1000"/>
                  </a:cubicBezTo>
                  <a:cubicBezTo>
                    <a:pt x="0" y="1642"/>
                    <a:pt x="261" y="2258"/>
                    <a:pt x="721" y="2362"/>
                  </a:cubicBezTo>
                  <a:cubicBezTo>
                    <a:pt x="766" y="2372"/>
                    <a:pt x="813" y="2377"/>
                    <a:pt x="859" y="2377"/>
                  </a:cubicBezTo>
                  <a:cubicBezTo>
                    <a:pt x="1275" y="2377"/>
                    <a:pt x="1690" y="1969"/>
                    <a:pt x="1809" y="1381"/>
                  </a:cubicBezTo>
                  <a:cubicBezTo>
                    <a:pt x="1953" y="736"/>
                    <a:pt x="1705" y="135"/>
                    <a:pt x="1233" y="16"/>
                  </a:cubicBezTo>
                  <a:cubicBezTo>
                    <a:pt x="1189" y="5"/>
                    <a:pt x="1144" y="1"/>
                    <a:pt x="1099"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9" name="Google Shape;1479;p33"/>
            <p:cNvSpPr/>
            <p:nvPr/>
          </p:nvSpPr>
          <p:spPr>
            <a:xfrm>
              <a:off x="1503501" y="3496484"/>
              <a:ext cx="111026" cy="163505"/>
            </a:xfrm>
            <a:custGeom>
              <a:rect b="b" l="l" r="r" t="t"/>
              <a:pathLst>
                <a:path extrusionOk="0" h="2452" w="1665">
                  <a:moveTo>
                    <a:pt x="837" y="1"/>
                  </a:moveTo>
                  <a:cubicBezTo>
                    <a:pt x="385" y="1"/>
                    <a:pt x="25" y="534"/>
                    <a:pt x="13" y="1205"/>
                  </a:cubicBezTo>
                  <a:cubicBezTo>
                    <a:pt x="0" y="1875"/>
                    <a:pt x="353" y="2438"/>
                    <a:pt x="812" y="2451"/>
                  </a:cubicBezTo>
                  <a:cubicBezTo>
                    <a:pt x="817" y="2451"/>
                    <a:pt x="822" y="2451"/>
                    <a:pt x="827" y="2451"/>
                  </a:cubicBezTo>
                  <a:cubicBezTo>
                    <a:pt x="1279" y="2451"/>
                    <a:pt x="1652" y="1906"/>
                    <a:pt x="1664" y="1246"/>
                  </a:cubicBezTo>
                  <a:cubicBezTo>
                    <a:pt x="1664" y="564"/>
                    <a:pt x="1312" y="13"/>
                    <a:pt x="853" y="1"/>
                  </a:cubicBezTo>
                  <a:cubicBezTo>
                    <a:pt x="847" y="1"/>
                    <a:pt x="842"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0" name="Google Shape;1480;p33"/>
            <p:cNvSpPr/>
            <p:nvPr/>
          </p:nvSpPr>
          <p:spPr>
            <a:xfrm>
              <a:off x="1541044" y="3508687"/>
              <a:ext cx="32341" cy="128631"/>
            </a:xfrm>
            <a:custGeom>
              <a:rect b="b" l="l" r="r" t="t"/>
              <a:pathLst>
                <a:path extrusionOk="0" h="1929" w="485">
                  <a:moveTo>
                    <a:pt x="290" y="16"/>
                  </a:moveTo>
                  <a:cubicBezTo>
                    <a:pt x="290" y="28"/>
                    <a:pt x="261" y="66"/>
                    <a:pt x="236" y="132"/>
                  </a:cubicBezTo>
                  <a:cubicBezTo>
                    <a:pt x="211" y="211"/>
                    <a:pt x="170" y="302"/>
                    <a:pt x="158" y="434"/>
                  </a:cubicBezTo>
                  <a:cubicBezTo>
                    <a:pt x="145" y="551"/>
                    <a:pt x="158" y="683"/>
                    <a:pt x="198" y="802"/>
                  </a:cubicBezTo>
                  <a:cubicBezTo>
                    <a:pt x="236" y="919"/>
                    <a:pt x="315" y="1022"/>
                    <a:pt x="368" y="1129"/>
                  </a:cubicBezTo>
                  <a:cubicBezTo>
                    <a:pt x="434" y="1246"/>
                    <a:pt x="485" y="1378"/>
                    <a:pt x="485" y="1494"/>
                  </a:cubicBezTo>
                  <a:cubicBezTo>
                    <a:pt x="485" y="1560"/>
                    <a:pt x="485" y="1626"/>
                    <a:pt x="459" y="1692"/>
                  </a:cubicBezTo>
                  <a:cubicBezTo>
                    <a:pt x="447" y="1746"/>
                    <a:pt x="419" y="1784"/>
                    <a:pt x="381" y="1824"/>
                  </a:cubicBezTo>
                  <a:cubicBezTo>
                    <a:pt x="327" y="1903"/>
                    <a:pt x="249" y="1928"/>
                    <a:pt x="198" y="1916"/>
                  </a:cubicBezTo>
                  <a:cubicBezTo>
                    <a:pt x="145" y="1916"/>
                    <a:pt x="132" y="1903"/>
                    <a:pt x="132" y="1875"/>
                  </a:cubicBezTo>
                  <a:cubicBezTo>
                    <a:pt x="132" y="1850"/>
                    <a:pt x="211" y="1837"/>
                    <a:pt x="277" y="1730"/>
                  </a:cubicBezTo>
                  <a:cubicBezTo>
                    <a:pt x="302" y="1680"/>
                    <a:pt x="315" y="1614"/>
                    <a:pt x="315" y="1522"/>
                  </a:cubicBezTo>
                  <a:cubicBezTo>
                    <a:pt x="302" y="1444"/>
                    <a:pt x="261" y="1337"/>
                    <a:pt x="211" y="1233"/>
                  </a:cubicBezTo>
                  <a:cubicBezTo>
                    <a:pt x="158" y="1142"/>
                    <a:pt x="79" y="1010"/>
                    <a:pt x="41" y="853"/>
                  </a:cubicBezTo>
                  <a:cubicBezTo>
                    <a:pt x="0" y="695"/>
                    <a:pt x="0" y="538"/>
                    <a:pt x="41" y="409"/>
                  </a:cubicBezTo>
                  <a:cubicBezTo>
                    <a:pt x="79" y="264"/>
                    <a:pt x="132" y="157"/>
                    <a:pt x="183" y="95"/>
                  </a:cubicBezTo>
                  <a:cubicBezTo>
                    <a:pt x="236" y="28"/>
                    <a:pt x="277" y="0"/>
                    <a:pt x="290" y="1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1" name="Google Shape;1481;p33"/>
            <p:cNvSpPr/>
            <p:nvPr/>
          </p:nvSpPr>
          <p:spPr>
            <a:xfrm>
              <a:off x="1952748" y="4296486"/>
              <a:ext cx="164306" cy="154970"/>
            </a:xfrm>
            <a:custGeom>
              <a:rect b="b" l="l" r="r" t="t"/>
              <a:pathLst>
                <a:path extrusionOk="0" h="2324" w="2464">
                  <a:moveTo>
                    <a:pt x="1540" y="0"/>
                  </a:moveTo>
                  <a:cubicBezTo>
                    <a:pt x="1189" y="0"/>
                    <a:pt x="798" y="192"/>
                    <a:pt x="510" y="547"/>
                  </a:cubicBezTo>
                  <a:cubicBezTo>
                    <a:pt x="51" y="1082"/>
                    <a:pt x="0" y="1805"/>
                    <a:pt x="406" y="2145"/>
                  </a:cubicBezTo>
                  <a:cubicBezTo>
                    <a:pt x="550" y="2265"/>
                    <a:pt x="731" y="2323"/>
                    <a:pt x="923" y="2323"/>
                  </a:cubicBezTo>
                  <a:cubicBezTo>
                    <a:pt x="1274" y="2323"/>
                    <a:pt x="1664" y="2132"/>
                    <a:pt x="1950" y="1777"/>
                  </a:cubicBezTo>
                  <a:cubicBezTo>
                    <a:pt x="2410" y="1239"/>
                    <a:pt x="2463" y="519"/>
                    <a:pt x="2057" y="179"/>
                  </a:cubicBezTo>
                  <a:cubicBezTo>
                    <a:pt x="1913" y="58"/>
                    <a:pt x="1733" y="0"/>
                    <a:pt x="154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2" name="Google Shape;1482;p33"/>
            <p:cNvSpPr/>
            <p:nvPr/>
          </p:nvSpPr>
          <p:spPr>
            <a:xfrm>
              <a:off x="1988424" y="4317158"/>
              <a:ext cx="92755" cy="105825"/>
            </a:xfrm>
            <a:custGeom>
              <a:rect b="b" l="l" r="r" t="t"/>
              <a:pathLst>
                <a:path extrusionOk="0" h="1587" w="1391">
                  <a:moveTo>
                    <a:pt x="1390" y="26"/>
                  </a:moveTo>
                  <a:cubicBezTo>
                    <a:pt x="1390" y="39"/>
                    <a:pt x="1337" y="51"/>
                    <a:pt x="1258" y="92"/>
                  </a:cubicBezTo>
                  <a:cubicBezTo>
                    <a:pt x="1195" y="117"/>
                    <a:pt x="1088" y="183"/>
                    <a:pt x="997" y="262"/>
                  </a:cubicBezTo>
                  <a:cubicBezTo>
                    <a:pt x="906" y="353"/>
                    <a:pt x="840" y="473"/>
                    <a:pt x="786" y="602"/>
                  </a:cubicBezTo>
                  <a:cubicBezTo>
                    <a:pt x="749" y="721"/>
                    <a:pt x="749" y="866"/>
                    <a:pt x="723" y="995"/>
                  </a:cubicBezTo>
                  <a:cubicBezTo>
                    <a:pt x="708" y="1140"/>
                    <a:pt x="670" y="1272"/>
                    <a:pt x="591" y="1388"/>
                  </a:cubicBezTo>
                  <a:cubicBezTo>
                    <a:pt x="550" y="1441"/>
                    <a:pt x="500" y="1479"/>
                    <a:pt x="447" y="1520"/>
                  </a:cubicBezTo>
                  <a:cubicBezTo>
                    <a:pt x="393" y="1545"/>
                    <a:pt x="330" y="1574"/>
                    <a:pt x="277" y="1574"/>
                  </a:cubicBezTo>
                  <a:cubicBezTo>
                    <a:pt x="173" y="1586"/>
                    <a:pt x="94" y="1545"/>
                    <a:pt x="54" y="1508"/>
                  </a:cubicBezTo>
                  <a:cubicBezTo>
                    <a:pt x="0" y="1467"/>
                    <a:pt x="0" y="1441"/>
                    <a:pt x="16" y="1429"/>
                  </a:cubicBezTo>
                  <a:cubicBezTo>
                    <a:pt x="41" y="1401"/>
                    <a:pt x="120" y="1454"/>
                    <a:pt x="236" y="1416"/>
                  </a:cubicBezTo>
                  <a:cubicBezTo>
                    <a:pt x="302" y="1388"/>
                    <a:pt x="368" y="1350"/>
                    <a:pt x="409" y="1272"/>
                  </a:cubicBezTo>
                  <a:cubicBezTo>
                    <a:pt x="459" y="1193"/>
                    <a:pt x="488" y="1086"/>
                    <a:pt x="513" y="970"/>
                  </a:cubicBezTo>
                  <a:cubicBezTo>
                    <a:pt x="538" y="838"/>
                    <a:pt x="550" y="693"/>
                    <a:pt x="617" y="536"/>
                  </a:cubicBezTo>
                  <a:cubicBezTo>
                    <a:pt x="683" y="378"/>
                    <a:pt x="786" y="249"/>
                    <a:pt x="906" y="158"/>
                  </a:cubicBezTo>
                  <a:cubicBezTo>
                    <a:pt x="1022" y="80"/>
                    <a:pt x="1154" y="39"/>
                    <a:pt x="1246" y="14"/>
                  </a:cubicBezTo>
                  <a:cubicBezTo>
                    <a:pt x="1324" y="1"/>
                    <a:pt x="1390" y="14"/>
                    <a:pt x="1390" y="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3" name="Google Shape;1483;p33"/>
            <p:cNvSpPr/>
            <p:nvPr/>
          </p:nvSpPr>
          <p:spPr>
            <a:xfrm>
              <a:off x="1509570" y="3793425"/>
              <a:ext cx="118161" cy="171707"/>
            </a:xfrm>
            <a:custGeom>
              <a:rect b="b" l="l" r="r" t="t"/>
              <a:pathLst>
                <a:path extrusionOk="0" h="2575" w="1772">
                  <a:moveTo>
                    <a:pt x="936" y="1"/>
                  </a:moveTo>
                  <a:cubicBezTo>
                    <a:pt x="513" y="1"/>
                    <a:pt x="130" y="522"/>
                    <a:pt x="67" y="1209"/>
                  </a:cubicBezTo>
                  <a:cubicBezTo>
                    <a:pt x="0" y="1917"/>
                    <a:pt x="315" y="2533"/>
                    <a:pt x="762" y="2571"/>
                  </a:cubicBezTo>
                  <a:cubicBezTo>
                    <a:pt x="783" y="2573"/>
                    <a:pt x="804" y="2575"/>
                    <a:pt x="825" y="2575"/>
                  </a:cubicBezTo>
                  <a:cubicBezTo>
                    <a:pt x="1259" y="2575"/>
                    <a:pt x="1642" y="2054"/>
                    <a:pt x="1705" y="1366"/>
                  </a:cubicBezTo>
                  <a:cubicBezTo>
                    <a:pt x="1771" y="659"/>
                    <a:pt x="1457" y="42"/>
                    <a:pt x="998" y="5"/>
                  </a:cubicBezTo>
                  <a:cubicBezTo>
                    <a:pt x="977" y="2"/>
                    <a:pt x="957" y="1"/>
                    <a:pt x="93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4" name="Google Shape;1484;p33"/>
            <p:cNvSpPr/>
            <p:nvPr/>
          </p:nvSpPr>
          <p:spPr>
            <a:xfrm>
              <a:off x="1541044" y="3798960"/>
              <a:ext cx="47211" cy="153770"/>
            </a:xfrm>
            <a:custGeom>
              <a:rect b="b" l="l" r="r" t="t"/>
              <a:pathLst>
                <a:path extrusionOk="0" h="2306" w="708">
                  <a:moveTo>
                    <a:pt x="327" y="2293"/>
                  </a:moveTo>
                  <a:cubicBezTo>
                    <a:pt x="327" y="2306"/>
                    <a:pt x="261" y="2268"/>
                    <a:pt x="198" y="2189"/>
                  </a:cubicBezTo>
                  <a:cubicBezTo>
                    <a:pt x="132" y="2111"/>
                    <a:pt x="66" y="1991"/>
                    <a:pt x="25" y="1821"/>
                  </a:cubicBezTo>
                  <a:cubicBezTo>
                    <a:pt x="13" y="1743"/>
                    <a:pt x="0" y="1651"/>
                    <a:pt x="13" y="1560"/>
                  </a:cubicBezTo>
                  <a:cubicBezTo>
                    <a:pt x="13" y="1519"/>
                    <a:pt x="25" y="1466"/>
                    <a:pt x="54" y="1415"/>
                  </a:cubicBezTo>
                  <a:cubicBezTo>
                    <a:pt x="91" y="1362"/>
                    <a:pt x="132" y="1324"/>
                    <a:pt x="158" y="1296"/>
                  </a:cubicBezTo>
                  <a:cubicBezTo>
                    <a:pt x="198" y="1258"/>
                    <a:pt x="224" y="1246"/>
                    <a:pt x="249" y="1217"/>
                  </a:cubicBezTo>
                  <a:cubicBezTo>
                    <a:pt x="277" y="1192"/>
                    <a:pt x="302" y="1167"/>
                    <a:pt x="315" y="1126"/>
                  </a:cubicBezTo>
                  <a:cubicBezTo>
                    <a:pt x="368" y="1073"/>
                    <a:pt x="393" y="1010"/>
                    <a:pt x="419" y="956"/>
                  </a:cubicBezTo>
                  <a:cubicBezTo>
                    <a:pt x="526" y="708"/>
                    <a:pt x="485" y="472"/>
                    <a:pt x="434" y="302"/>
                  </a:cubicBezTo>
                  <a:cubicBezTo>
                    <a:pt x="368" y="129"/>
                    <a:pt x="302" y="38"/>
                    <a:pt x="327" y="13"/>
                  </a:cubicBezTo>
                  <a:cubicBezTo>
                    <a:pt x="340" y="0"/>
                    <a:pt x="368" y="13"/>
                    <a:pt x="419" y="38"/>
                  </a:cubicBezTo>
                  <a:cubicBezTo>
                    <a:pt x="459" y="79"/>
                    <a:pt x="526" y="129"/>
                    <a:pt x="576" y="223"/>
                  </a:cubicBezTo>
                  <a:cubicBezTo>
                    <a:pt x="629" y="315"/>
                    <a:pt x="670" y="431"/>
                    <a:pt x="695" y="576"/>
                  </a:cubicBezTo>
                  <a:cubicBezTo>
                    <a:pt x="708" y="720"/>
                    <a:pt x="683" y="878"/>
                    <a:pt x="617" y="1035"/>
                  </a:cubicBezTo>
                  <a:cubicBezTo>
                    <a:pt x="592" y="1114"/>
                    <a:pt x="551" y="1192"/>
                    <a:pt x="485" y="1258"/>
                  </a:cubicBezTo>
                  <a:cubicBezTo>
                    <a:pt x="459" y="1296"/>
                    <a:pt x="434" y="1324"/>
                    <a:pt x="393" y="1362"/>
                  </a:cubicBezTo>
                  <a:cubicBezTo>
                    <a:pt x="356" y="1387"/>
                    <a:pt x="315" y="1415"/>
                    <a:pt x="290" y="1441"/>
                  </a:cubicBezTo>
                  <a:cubicBezTo>
                    <a:pt x="249" y="1466"/>
                    <a:pt x="224" y="1482"/>
                    <a:pt x="211" y="1507"/>
                  </a:cubicBezTo>
                  <a:cubicBezTo>
                    <a:pt x="198" y="1519"/>
                    <a:pt x="183" y="1560"/>
                    <a:pt x="183" y="1585"/>
                  </a:cubicBezTo>
                  <a:cubicBezTo>
                    <a:pt x="170" y="1664"/>
                    <a:pt x="158" y="1730"/>
                    <a:pt x="170" y="1809"/>
                  </a:cubicBezTo>
                  <a:cubicBezTo>
                    <a:pt x="170" y="1953"/>
                    <a:pt x="224" y="2070"/>
                    <a:pt x="261" y="2148"/>
                  </a:cubicBezTo>
                  <a:cubicBezTo>
                    <a:pt x="302" y="2240"/>
                    <a:pt x="340" y="2280"/>
                    <a:pt x="327" y="229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5" name="Google Shape;1485;p33"/>
            <p:cNvSpPr/>
            <p:nvPr/>
          </p:nvSpPr>
          <p:spPr>
            <a:xfrm>
              <a:off x="1384538" y="3661725"/>
              <a:ext cx="143567" cy="119695"/>
            </a:xfrm>
            <a:custGeom>
              <a:rect b="b" l="l" r="r" t="t"/>
              <a:pathLst>
                <a:path extrusionOk="0" h="1795" w="2153">
                  <a:moveTo>
                    <a:pt x="784" y="1"/>
                  </a:moveTo>
                  <a:cubicBezTo>
                    <a:pt x="578" y="1"/>
                    <a:pt x="396" y="73"/>
                    <a:pt x="278" y="221"/>
                  </a:cubicBezTo>
                  <a:cubicBezTo>
                    <a:pt x="1" y="552"/>
                    <a:pt x="146" y="1115"/>
                    <a:pt x="592" y="1479"/>
                  </a:cubicBezTo>
                  <a:cubicBezTo>
                    <a:pt x="828" y="1688"/>
                    <a:pt x="1109" y="1794"/>
                    <a:pt x="1359" y="1794"/>
                  </a:cubicBezTo>
                  <a:cubicBezTo>
                    <a:pt x="1566" y="1794"/>
                    <a:pt x="1752" y="1722"/>
                    <a:pt x="1875" y="1574"/>
                  </a:cubicBezTo>
                  <a:cubicBezTo>
                    <a:pt x="2152" y="1244"/>
                    <a:pt x="2008" y="681"/>
                    <a:pt x="1561" y="316"/>
                  </a:cubicBezTo>
                  <a:cubicBezTo>
                    <a:pt x="1316" y="107"/>
                    <a:pt x="1033" y="1"/>
                    <a:pt x="78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6" name="Google Shape;1486;p33"/>
            <p:cNvSpPr/>
            <p:nvPr/>
          </p:nvSpPr>
          <p:spPr>
            <a:xfrm>
              <a:off x="1411612" y="3679997"/>
              <a:ext cx="96356" cy="72684"/>
            </a:xfrm>
            <a:custGeom>
              <a:rect b="b" l="l" r="r" t="t"/>
              <a:pathLst>
                <a:path extrusionOk="0" h="1090" w="1445">
                  <a:moveTo>
                    <a:pt x="29" y="1"/>
                  </a:moveTo>
                  <a:cubicBezTo>
                    <a:pt x="42" y="1"/>
                    <a:pt x="54" y="42"/>
                    <a:pt x="67" y="120"/>
                  </a:cubicBezTo>
                  <a:cubicBezTo>
                    <a:pt x="95" y="199"/>
                    <a:pt x="120" y="290"/>
                    <a:pt x="186" y="381"/>
                  </a:cubicBezTo>
                  <a:cubicBezTo>
                    <a:pt x="252" y="473"/>
                    <a:pt x="344" y="551"/>
                    <a:pt x="447" y="564"/>
                  </a:cubicBezTo>
                  <a:cubicBezTo>
                    <a:pt x="488" y="576"/>
                    <a:pt x="539" y="564"/>
                    <a:pt x="605" y="551"/>
                  </a:cubicBezTo>
                  <a:cubicBezTo>
                    <a:pt x="658" y="539"/>
                    <a:pt x="737" y="526"/>
                    <a:pt x="803" y="526"/>
                  </a:cubicBezTo>
                  <a:cubicBezTo>
                    <a:pt x="932" y="526"/>
                    <a:pt x="1051" y="551"/>
                    <a:pt x="1155" y="605"/>
                  </a:cubicBezTo>
                  <a:cubicBezTo>
                    <a:pt x="1208" y="630"/>
                    <a:pt x="1246" y="655"/>
                    <a:pt x="1300" y="696"/>
                  </a:cubicBezTo>
                  <a:cubicBezTo>
                    <a:pt x="1337" y="734"/>
                    <a:pt x="1366" y="775"/>
                    <a:pt x="1391" y="812"/>
                  </a:cubicBezTo>
                  <a:cubicBezTo>
                    <a:pt x="1444" y="891"/>
                    <a:pt x="1444" y="985"/>
                    <a:pt x="1432" y="1036"/>
                  </a:cubicBezTo>
                  <a:cubicBezTo>
                    <a:pt x="1403" y="1089"/>
                    <a:pt x="1378" y="1089"/>
                    <a:pt x="1366" y="1089"/>
                  </a:cubicBezTo>
                  <a:cubicBezTo>
                    <a:pt x="1337" y="1076"/>
                    <a:pt x="1337" y="1048"/>
                    <a:pt x="1337" y="1023"/>
                  </a:cubicBezTo>
                  <a:cubicBezTo>
                    <a:pt x="1325" y="998"/>
                    <a:pt x="1300" y="957"/>
                    <a:pt x="1259" y="907"/>
                  </a:cubicBezTo>
                  <a:cubicBezTo>
                    <a:pt x="1221" y="866"/>
                    <a:pt x="1168" y="828"/>
                    <a:pt x="1076" y="800"/>
                  </a:cubicBezTo>
                  <a:cubicBezTo>
                    <a:pt x="998" y="762"/>
                    <a:pt x="907" y="749"/>
                    <a:pt x="803" y="749"/>
                  </a:cubicBezTo>
                  <a:cubicBezTo>
                    <a:pt x="749" y="749"/>
                    <a:pt x="708" y="749"/>
                    <a:pt x="645" y="762"/>
                  </a:cubicBezTo>
                  <a:cubicBezTo>
                    <a:pt x="605" y="762"/>
                    <a:pt x="567" y="775"/>
                    <a:pt x="526" y="775"/>
                  </a:cubicBezTo>
                  <a:cubicBezTo>
                    <a:pt x="488" y="775"/>
                    <a:pt x="447" y="762"/>
                    <a:pt x="410" y="749"/>
                  </a:cubicBezTo>
                  <a:cubicBezTo>
                    <a:pt x="237" y="708"/>
                    <a:pt x="120" y="576"/>
                    <a:pt x="67" y="447"/>
                  </a:cubicBezTo>
                  <a:cubicBezTo>
                    <a:pt x="16" y="328"/>
                    <a:pt x="1" y="212"/>
                    <a:pt x="1" y="133"/>
                  </a:cubicBezTo>
                  <a:cubicBezTo>
                    <a:pt x="1" y="54"/>
                    <a:pt x="16" y="1"/>
                    <a:pt x="29"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7" name="Google Shape;1487;p33"/>
            <p:cNvSpPr/>
            <p:nvPr/>
          </p:nvSpPr>
          <p:spPr>
            <a:xfrm>
              <a:off x="2080247" y="3953466"/>
              <a:ext cx="204582" cy="123896"/>
            </a:xfrm>
            <a:custGeom>
              <a:rect b="b" l="l" r="r" t="t"/>
              <a:pathLst>
                <a:path extrusionOk="0" h="1858" w="3068">
                  <a:moveTo>
                    <a:pt x="2333" y="0"/>
                  </a:moveTo>
                  <a:cubicBezTo>
                    <a:pt x="2069" y="0"/>
                    <a:pt x="1734" y="95"/>
                    <a:pt x="1363" y="224"/>
                  </a:cubicBezTo>
                  <a:cubicBezTo>
                    <a:pt x="605" y="473"/>
                    <a:pt x="1" y="762"/>
                    <a:pt x="170" y="1272"/>
                  </a:cubicBezTo>
                  <a:cubicBezTo>
                    <a:pt x="291" y="1643"/>
                    <a:pt x="707" y="1858"/>
                    <a:pt x="1204" y="1858"/>
                  </a:cubicBezTo>
                  <a:cubicBezTo>
                    <a:pt x="1409" y="1858"/>
                    <a:pt x="1629" y="1821"/>
                    <a:pt x="1847" y="1744"/>
                  </a:cubicBezTo>
                  <a:cubicBezTo>
                    <a:pt x="2595" y="1495"/>
                    <a:pt x="3067" y="866"/>
                    <a:pt x="2885" y="357"/>
                  </a:cubicBezTo>
                  <a:cubicBezTo>
                    <a:pt x="2798" y="98"/>
                    <a:pt x="2602" y="0"/>
                    <a:pt x="233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8" name="Google Shape;1488;p33"/>
            <p:cNvSpPr/>
            <p:nvPr/>
          </p:nvSpPr>
          <p:spPr>
            <a:xfrm>
              <a:off x="2101253" y="3969270"/>
              <a:ext cx="150436" cy="55213"/>
            </a:xfrm>
            <a:custGeom>
              <a:rect b="b" l="l" r="r" t="t"/>
              <a:pathLst>
                <a:path extrusionOk="0" h="828" w="2256">
                  <a:moveTo>
                    <a:pt x="0" y="749"/>
                  </a:moveTo>
                  <a:cubicBezTo>
                    <a:pt x="0" y="736"/>
                    <a:pt x="54" y="736"/>
                    <a:pt x="145" y="736"/>
                  </a:cubicBezTo>
                  <a:cubicBezTo>
                    <a:pt x="236" y="736"/>
                    <a:pt x="352" y="708"/>
                    <a:pt x="485" y="683"/>
                  </a:cubicBezTo>
                  <a:cubicBezTo>
                    <a:pt x="746" y="604"/>
                    <a:pt x="1076" y="484"/>
                    <a:pt x="1324" y="393"/>
                  </a:cubicBezTo>
                  <a:cubicBezTo>
                    <a:pt x="1809" y="186"/>
                    <a:pt x="2202" y="0"/>
                    <a:pt x="2240" y="54"/>
                  </a:cubicBezTo>
                  <a:cubicBezTo>
                    <a:pt x="2255" y="79"/>
                    <a:pt x="2177" y="170"/>
                    <a:pt x="2032" y="264"/>
                  </a:cubicBezTo>
                  <a:cubicBezTo>
                    <a:pt x="1887" y="368"/>
                    <a:pt x="1664" y="484"/>
                    <a:pt x="1403" y="591"/>
                  </a:cubicBezTo>
                  <a:cubicBezTo>
                    <a:pt x="1154" y="695"/>
                    <a:pt x="799" y="786"/>
                    <a:pt x="510" y="815"/>
                  </a:cubicBezTo>
                  <a:cubicBezTo>
                    <a:pt x="368" y="827"/>
                    <a:pt x="236" y="827"/>
                    <a:pt x="145" y="815"/>
                  </a:cubicBezTo>
                  <a:cubicBezTo>
                    <a:pt x="38" y="786"/>
                    <a:pt x="0" y="749"/>
                    <a:pt x="0" y="74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3"/>
            <p:cNvSpPr/>
            <p:nvPr/>
          </p:nvSpPr>
          <p:spPr>
            <a:xfrm>
              <a:off x="2017365" y="4139580"/>
              <a:ext cx="143301" cy="148035"/>
            </a:xfrm>
            <a:custGeom>
              <a:rect b="b" l="l" r="r" t="t"/>
              <a:pathLst>
                <a:path extrusionOk="0" h="2220" w="2149">
                  <a:moveTo>
                    <a:pt x="773" y="0"/>
                  </a:moveTo>
                  <a:cubicBezTo>
                    <a:pt x="641" y="0"/>
                    <a:pt x="515" y="35"/>
                    <a:pt x="406" y="107"/>
                  </a:cubicBezTo>
                  <a:cubicBezTo>
                    <a:pt x="13" y="368"/>
                    <a:pt x="0" y="1025"/>
                    <a:pt x="368" y="1588"/>
                  </a:cubicBezTo>
                  <a:cubicBezTo>
                    <a:pt x="632" y="1986"/>
                    <a:pt x="1027" y="2220"/>
                    <a:pt x="1375" y="2220"/>
                  </a:cubicBezTo>
                  <a:cubicBezTo>
                    <a:pt x="1508" y="2220"/>
                    <a:pt x="1634" y="2186"/>
                    <a:pt x="1743" y="2114"/>
                  </a:cubicBezTo>
                  <a:cubicBezTo>
                    <a:pt x="2136" y="1849"/>
                    <a:pt x="2148" y="1183"/>
                    <a:pt x="1783" y="632"/>
                  </a:cubicBezTo>
                  <a:cubicBezTo>
                    <a:pt x="1517" y="234"/>
                    <a:pt x="1121" y="0"/>
                    <a:pt x="77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3"/>
            <p:cNvSpPr/>
            <p:nvPr/>
          </p:nvSpPr>
          <p:spPr>
            <a:xfrm>
              <a:off x="1568118" y="3638320"/>
              <a:ext cx="205382" cy="123629"/>
            </a:xfrm>
            <a:custGeom>
              <a:rect b="b" l="l" r="r" t="t"/>
              <a:pathLst>
                <a:path extrusionOk="0" h="1854" w="3080">
                  <a:moveTo>
                    <a:pt x="2353" y="1"/>
                  </a:moveTo>
                  <a:cubicBezTo>
                    <a:pt x="2088" y="1"/>
                    <a:pt x="1750" y="96"/>
                    <a:pt x="1378" y="220"/>
                  </a:cubicBezTo>
                  <a:cubicBezTo>
                    <a:pt x="616" y="469"/>
                    <a:pt x="0" y="758"/>
                    <a:pt x="186" y="1267"/>
                  </a:cubicBezTo>
                  <a:cubicBezTo>
                    <a:pt x="306" y="1639"/>
                    <a:pt x="720" y="1853"/>
                    <a:pt x="1217" y="1853"/>
                  </a:cubicBezTo>
                  <a:cubicBezTo>
                    <a:pt x="1423" y="1853"/>
                    <a:pt x="1643" y="1817"/>
                    <a:pt x="1862" y="1739"/>
                  </a:cubicBezTo>
                  <a:cubicBezTo>
                    <a:pt x="2607" y="1491"/>
                    <a:pt x="3079" y="862"/>
                    <a:pt x="2897" y="352"/>
                  </a:cubicBezTo>
                  <a:cubicBezTo>
                    <a:pt x="2812" y="96"/>
                    <a:pt x="2618" y="1"/>
                    <a:pt x="235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1" name="Google Shape;1491;p33"/>
            <p:cNvSpPr/>
            <p:nvPr/>
          </p:nvSpPr>
          <p:spPr>
            <a:xfrm>
              <a:off x="1589923" y="3653790"/>
              <a:ext cx="150436" cy="55213"/>
            </a:xfrm>
            <a:custGeom>
              <a:rect b="b" l="l" r="r" t="t"/>
              <a:pathLst>
                <a:path extrusionOk="0" h="828" w="2256">
                  <a:moveTo>
                    <a:pt x="0" y="749"/>
                  </a:moveTo>
                  <a:cubicBezTo>
                    <a:pt x="0" y="734"/>
                    <a:pt x="54" y="749"/>
                    <a:pt x="145" y="734"/>
                  </a:cubicBezTo>
                  <a:cubicBezTo>
                    <a:pt x="236" y="734"/>
                    <a:pt x="343" y="708"/>
                    <a:pt x="488" y="683"/>
                  </a:cubicBezTo>
                  <a:cubicBezTo>
                    <a:pt x="749" y="605"/>
                    <a:pt x="1076" y="498"/>
                    <a:pt x="1324" y="394"/>
                  </a:cubicBezTo>
                  <a:cubicBezTo>
                    <a:pt x="1809" y="183"/>
                    <a:pt x="2202" y="1"/>
                    <a:pt x="2230" y="54"/>
                  </a:cubicBezTo>
                  <a:cubicBezTo>
                    <a:pt x="2255" y="92"/>
                    <a:pt x="2177" y="171"/>
                    <a:pt x="2032" y="262"/>
                  </a:cubicBezTo>
                  <a:cubicBezTo>
                    <a:pt x="1887" y="369"/>
                    <a:pt x="1667" y="485"/>
                    <a:pt x="1403" y="592"/>
                  </a:cubicBezTo>
                  <a:cubicBezTo>
                    <a:pt x="1154" y="696"/>
                    <a:pt x="802" y="787"/>
                    <a:pt x="513" y="812"/>
                  </a:cubicBezTo>
                  <a:cubicBezTo>
                    <a:pt x="368" y="828"/>
                    <a:pt x="236" y="828"/>
                    <a:pt x="132" y="812"/>
                  </a:cubicBezTo>
                  <a:cubicBezTo>
                    <a:pt x="41" y="787"/>
                    <a:pt x="0" y="749"/>
                    <a:pt x="0" y="74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2" name="Google Shape;1492;p33"/>
            <p:cNvSpPr/>
            <p:nvPr/>
          </p:nvSpPr>
          <p:spPr>
            <a:xfrm>
              <a:off x="1753498" y="3981740"/>
              <a:ext cx="144968" cy="170040"/>
            </a:xfrm>
            <a:custGeom>
              <a:rect b="b" l="l" r="r" t="t"/>
              <a:pathLst>
                <a:path extrusionOk="0" h="2550" w="2174">
                  <a:moveTo>
                    <a:pt x="1218" y="1"/>
                  </a:moveTo>
                  <a:cubicBezTo>
                    <a:pt x="766" y="1"/>
                    <a:pt x="320" y="420"/>
                    <a:pt x="170" y="1033"/>
                  </a:cubicBezTo>
                  <a:cubicBezTo>
                    <a:pt x="0" y="1728"/>
                    <a:pt x="261" y="2395"/>
                    <a:pt x="771" y="2527"/>
                  </a:cubicBezTo>
                  <a:cubicBezTo>
                    <a:pt x="831" y="2542"/>
                    <a:pt x="891" y="2550"/>
                    <a:pt x="951" y="2550"/>
                  </a:cubicBezTo>
                  <a:cubicBezTo>
                    <a:pt x="1407" y="2550"/>
                    <a:pt x="1854" y="2132"/>
                    <a:pt x="2004" y="1518"/>
                  </a:cubicBezTo>
                  <a:cubicBezTo>
                    <a:pt x="2174" y="823"/>
                    <a:pt x="1913" y="156"/>
                    <a:pt x="1400" y="24"/>
                  </a:cubicBezTo>
                  <a:cubicBezTo>
                    <a:pt x="1340" y="8"/>
                    <a:pt x="1279" y="1"/>
                    <a:pt x="12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3" name="Google Shape;1493;p33"/>
            <p:cNvSpPr/>
            <p:nvPr/>
          </p:nvSpPr>
          <p:spPr>
            <a:xfrm>
              <a:off x="1808445" y="4006813"/>
              <a:ext cx="42010" cy="130298"/>
            </a:xfrm>
            <a:custGeom>
              <a:rect b="b" l="l" r="r" t="t"/>
              <a:pathLst>
                <a:path extrusionOk="0" h="1954" w="630">
                  <a:moveTo>
                    <a:pt x="0" y="1953"/>
                  </a:moveTo>
                  <a:cubicBezTo>
                    <a:pt x="0" y="1941"/>
                    <a:pt x="41" y="1903"/>
                    <a:pt x="79" y="1837"/>
                  </a:cubicBezTo>
                  <a:cubicBezTo>
                    <a:pt x="133" y="1771"/>
                    <a:pt x="199" y="1680"/>
                    <a:pt x="236" y="1560"/>
                  </a:cubicBezTo>
                  <a:cubicBezTo>
                    <a:pt x="290" y="1444"/>
                    <a:pt x="302" y="1299"/>
                    <a:pt x="290" y="1167"/>
                  </a:cubicBezTo>
                  <a:cubicBezTo>
                    <a:pt x="261" y="1038"/>
                    <a:pt x="211" y="906"/>
                    <a:pt x="170" y="774"/>
                  </a:cubicBezTo>
                  <a:cubicBezTo>
                    <a:pt x="133" y="645"/>
                    <a:pt x="104" y="500"/>
                    <a:pt x="133" y="368"/>
                  </a:cubicBezTo>
                  <a:cubicBezTo>
                    <a:pt x="145" y="302"/>
                    <a:pt x="158" y="236"/>
                    <a:pt x="199" y="186"/>
                  </a:cubicBezTo>
                  <a:cubicBezTo>
                    <a:pt x="236" y="132"/>
                    <a:pt x="277" y="94"/>
                    <a:pt x="315" y="66"/>
                  </a:cubicBezTo>
                  <a:cubicBezTo>
                    <a:pt x="406" y="0"/>
                    <a:pt x="497" y="0"/>
                    <a:pt x="551" y="16"/>
                  </a:cubicBezTo>
                  <a:cubicBezTo>
                    <a:pt x="604" y="28"/>
                    <a:pt x="629" y="54"/>
                    <a:pt x="629" y="79"/>
                  </a:cubicBezTo>
                  <a:cubicBezTo>
                    <a:pt x="617" y="107"/>
                    <a:pt x="513" y="94"/>
                    <a:pt x="419" y="186"/>
                  </a:cubicBezTo>
                  <a:cubicBezTo>
                    <a:pt x="381" y="236"/>
                    <a:pt x="340" y="302"/>
                    <a:pt x="328" y="393"/>
                  </a:cubicBezTo>
                  <a:cubicBezTo>
                    <a:pt x="328" y="488"/>
                    <a:pt x="340" y="591"/>
                    <a:pt x="381" y="708"/>
                  </a:cubicBezTo>
                  <a:cubicBezTo>
                    <a:pt x="406" y="827"/>
                    <a:pt x="460" y="985"/>
                    <a:pt x="472" y="1154"/>
                  </a:cubicBezTo>
                  <a:cubicBezTo>
                    <a:pt x="485" y="1324"/>
                    <a:pt x="434" y="1481"/>
                    <a:pt x="368" y="1614"/>
                  </a:cubicBezTo>
                  <a:cubicBezTo>
                    <a:pt x="302" y="1746"/>
                    <a:pt x="211" y="1837"/>
                    <a:pt x="133" y="1887"/>
                  </a:cubicBezTo>
                  <a:cubicBezTo>
                    <a:pt x="66" y="1941"/>
                    <a:pt x="13" y="1953"/>
                    <a:pt x="0" y="195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3"/>
            <p:cNvSpPr/>
            <p:nvPr/>
          </p:nvSpPr>
          <p:spPr>
            <a:xfrm>
              <a:off x="1864459" y="3698868"/>
              <a:ext cx="179176" cy="145435"/>
            </a:xfrm>
            <a:custGeom>
              <a:rect b="b" l="l" r="r" t="t"/>
              <a:pathLst>
                <a:path extrusionOk="0" h="2181" w="2687">
                  <a:moveTo>
                    <a:pt x="992" y="1"/>
                  </a:moveTo>
                  <a:cubicBezTo>
                    <a:pt x="710" y="1"/>
                    <a:pt x="462" y="103"/>
                    <a:pt x="315" y="309"/>
                  </a:cubicBezTo>
                  <a:cubicBezTo>
                    <a:pt x="0" y="727"/>
                    <a:pt x="208" y="1423"/>
                    <a:pt x="774" y="1853"/>
                  </a:cubicBezTo>
                  <a:cubicBezTo>
                    <a:pt x="1064" y="2072"/>
                    <a:pt x="1387" y="2181"/>
                    <a:pt x="1677" y="2181"/>
                  </a:cubicBezTo>
                  <a:cubicBezTo>
                    <a:pt x="1963" y="2181"/>
                    <a:pt x="2216" y="2075"/>
                    <a:pt x="2372" y="1866"/>
                  </a:cubicBezTo>
                  <a:cubicBezTo>
                    <a:pt x="2686" y="1448"/>
                    <a:pt x="2476" y="753"/>
                    <a:pt x="1913" y="334"/>
                  </a:cubicBezTo>
                  <a:cubicBezTo>
                    <a:pt x="1618" y="112"/>
                    <a:pt x="1286" y="1"/>
                    <a:pt x="99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3"/>
            <p:cNvSpPr/>
            <p:nvPr/>
          </p:nvSpPr>
          <p:spPr>
            <a:xfrm>
              <a:off x="1902802" y="3727209"/>
              <a:ext cx="110226" cy="88354"/>
            </a:xfrm>
            <a:custGeom>
              <a:rect b="b" l="l" r="r" t="t"/>
              <a:pathLst>
                <a:path extrusionOk="0" h="1325" w="1653">
                  <a:moveTo>
                    <a:pt x="1639" y="1312"/>
                  </a:moveTo>
                  <a:cubicBezTo>
                    <a:pt x="1627" y="1325"/>
                    <a:pt x="1599" y="1271"/>
                    <a:pt x="1561" y="1193"/>
                  </a:cubicBezTo>
                  <a:cubicBezTo>
                    <a:pt x="1520" y="1126"/>
                    <a:pt x="1457" y="1023"/>
                    <a:pt x="1363" y="944"/>
                  </a:cubicBezTo>
                  <a:cubicBezTo>
                    <a:pt x="1271" y="853"/>
                    <a:pt x="1155" y="787"/>
                    <a:pt x="1023" y="749"/>
                  </a:cubicBezTo>
                  <a:cubicBezTo>
                    <a:pt x="891" y="721"/>
                    <a:pt x="749" y="721"/>
                    <a:pt x="617" y="708"/>
                  </a:cubicBezTo>
                  <a:cubicBezTo>
                    <a:pt x="485" y="696"/>
                    <a:pt x="340" y="655"/>
                    <a:pt x="237" y="576"/>
                  </a:cubicBezTo>
                  <a:cubicBezTo>
                    <a:pt x="171" y="551"/>
                    <a:pt x="120" y="497"/>
                    <a:pt x="92" y="447"/>
                  </a:cubicBezTo>
                  <a:cubicBezTo>
                    <a:pt x="54" y="394"/>
                    <a:pt x="26" y="340"/>
                    <a:pt x="26" y="290"/>
                  </a:cubicBezTo>
                  <a:cubicBezTo>
                    <a:pt x="1" y="183"/>
                    <a:pt x="26" y="92"/>
                    <a:pt x="67" y="54"/>
                  </a:cubicBezTo>
                  <a:cubicBezTo>
                    <a:pt x="105" y="0"/>
                    <a:pt x="133" y="0"/>
                    <a:pt x="145" y="13"/>
                  </a:cubicBezTo>
                  <a:cubicBezTo>
                    <a:pt x="171" y="26"/>
                    <a:pt x="120" y="120"/>
                    <a:pt x="171" y="236"/>
                  </a:cubicBezTo>
                  <a:cubicBezTo>
                    <a:pt x="199" y="302"/>
                    <a:pt x="249" y="356"/>
                    <a:pt x="328" y="406"/>
                  </a:cubicBezTo>
                  <a:cubicBezTo>
                    <a:pt x="407" y="447"/>
                    <a:pt x="513" y="472"/>
                    <a:pt x="642" y="485"/>
                  </a:cubicBezTo>
                  <a:cubicBezTo>
                    <a:pt x="762" y="497"/>
                    <a:pt x="919" y="513"/>
                    <a:pt x="1076" y="563"/>
                  </a:cubicBezTo>
                  <a:cubicBezTo>
                    <a:pt x="1234" y="617"/>
                    <a:pt x="1378" y="733"/>
                    <a:pt x="1470" y="840"/>
                  </a:cubicBezTo>
                  <a:cubicBezTo>
                    <a:pt x="1561" y="957"/>
                    <a:pt x="1614" y="1076"/>
                    <a:pt x="1627" y="1167"/>
                  </a:cubicBezTo>
                  <a:cubicBezTo>
                    <a:pt x="1652" y="1259"/>
                    <a:pt x="1639" y="1312"/>
                    <a:pt x="1639" y="131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3"/>
            <p:cNvSpPr/>
            <p:nvPr/>
          </p:nvSpPr>
          <p:spPr>
            <a:xfrm>
              <a:off x="1870528" y="4075897"/>
              <a:ext cx="187111" cy="160972"/>
            </a:xfrm>
            <a:custGeom>
              <a:rect b="b" l="l" r="r" t="t"/>
              <a:pathLst>
                <a:path extrusionOk="0" h="2414" w="2806">
                  <a:moveTo>
                    <a:pt x="1843" y="0"/>
                  </a:moveTo>
                  <a:cubicBezTo>
                    <a:pt x="1480" y="0"/>
                    <a:pt x="1056" y="189"/>
                    <a:pt x="708" y="537"/>
                  </a:cubicBezTo>
                  <a:cubicBezTo>
                    <a:pt x="145" y="1103"/>
                    <a:pt x="0" y="1861"/>
                    <a:pt x="381" y="2254"/>
                  </a:cubicBezTo>
                  <a:cubicBezTo>
                    <a:pt x="488" y="2365"/>
                    <a:pt x="604" y="2413"/>
                    <a:pt x="727" y="2413"/>
                  </a:cubicBezTo>
                  <a:cubicBezTo>
                    <a:pt x="1041" y="2413"/>
                    <a:pt x="1405" y="2099"/>
                    <a:pt x="1809" y="1704"/>
                  </a:cubicBezTo>
                  <a:cubicBezTo>
                    <a:pt x="2372" y="1141"/>
                    <a:pt x="2806" y="615"/>
                    <a:pt x="2413" y="222"/>
                  </a:cubicBezTo>
                  <a:cubicBezTo>
                    <a:pt x="2268" y="72"/>
                    <a:pt x="2067" y="0"/>
                    <a:pt x="184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3"/>
            <p:cNvSpPr/>
            <p:nvPr/>
          </p:nvSpPr>
          <p:spPr>
            <a:xfrm>
              <a:off x="1916006" y="4111639"/>
              <a:ext cx="116294" cy="110159"/>
            </a:xfrm>
            <a:custGeom>
              <a:rect b="b" l="l" r="r" t="t"/>
              <a:pathLst>
                <a:path extrusionOk="0" h="1652" w="1744">
                  <a:moveTo>
                    <a:pt x="1743" y="29"/>
                  </a:moveTo>
                  <a:cubicBezTo>
                    <a:pt x="1743" y="42"/>
                    <a:pt x="1690" y="54"/>
                    <a:pt x="1611" y="95"/>
                  </a:cubicBezTo>
                  <a:cubicBezTo>
                    <a:pt x="1533" y="133"/>
                    <a:pt x="1441" y="199"/>
                    <a:pt x="1338" y="290"/>
                  </a:cubicBezTo>
                  <a:cubicBezTo>
                    <a:pt x="1127" y="472"/>
                    <a:pt x="878" y="724"/>
                    <a:pt x="709" y="919"/>
                  </a:cubicBezTo>
                  <a:cubicBezTo>
                    <a:pt x="353" y="1312"/>
                    <a:pt x="92" y="1652"/>
                    <a:pt x="26" y="1627"/>
                  </a:cubicBezTo>
                  <a:cubicBezTo>
                    <a:pt x="1" y="1602"/>
                    <a:pt x="39" y="1495"/>
                    <a:pt x="117" y="1337"/>
                  </a:cubicBezTo>
                  <a:cubicBezTo>
                    <a:pt x="209" y="1180"/>
                    <a:pt x="353" y="985"/>
                    <a:pt x="551" y="774"/>
                  </a:cubicBezTo>
                  <a:cubicBezTo>
                    <a:pt x="734" y="567"/>
                    <a:pt x="1007" y="343"/>
                    <a:pt x="1243" y="186"/>
                  </a:cubicBezTo>
                  <a:cubicBezTo>
                    <a:pt x="1363" y="108"/>
                    <a:pt x="1495" y="42"/>
                    <a:pt x="1586" y="29"/>
                  </a:cubicBezTo>
                  <a:cubicBezTo>
                    <a:pt x="1677" y="1"/>
                    <a:pt x="1743" y="16"/>
                    <a:pt x="1743" y="2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8" name="Google Shape;1498;p33"/>
            <p:cNvSpPr/>
            <p:nvPr/>
          </p:nvSpPr>
          <p:spPr>
            <a:xfrm>
              <a:off x="1874062" y="3867844"/>
              <a:ext cx="168707" cy="128430"/>
            </a:xfrm>
            <a:custGeom>
              <a:rect b="b" l="l" r="r" t="t"/>
              <a:pathLst>
                <a:path extrusionOk="0" h="1926" w="2530">
                  <a:moveTo>
                    <a:pt x="937" y="0"/>
                  </a:moveTo>
                  <a:cubicBezTo>
                    <a:pt x="632" y="0"/>
                    <a:pt x="369" y="120"/>
                    <a:pt x="237" y="354"/>
                  </a:cubicBezTo>
                  <a:cubicBezTo>
                    <a:pt x="1" y="763"/>
                    <a:pt x="262" y="1364"/>
                    <a:pt x="838" y="1707"/>
                  </a:cubicBezTo>
                  <a:cubicBezTo>
                    <a:pt x="1082" y="1854"/>
                    <a:pt x="1344" y="1925"/>
                    <a:pt x="1582" y="1925"/>
                  </a:cubicBezTo>
                  <a:cubicBezTo>
                    <a:pt x="1892" y="1925"/>
                    <a:pt x="2160" y="1804"/>
                    <a:pt x="2294" y="1575"/>
                  </a:cubicBezTo>
                  <a:cubicBezTo>
                    <a:pt x="2530" y="1169"/>
                    <a:pt x="2265" y="565"/>
                    <a:pt x="1690" y="225"/>
                  </a:cubicBezTo>
                  <a:cubicBezTo>
                    <a:pt x="1442" y="74"/>
                    <a:pt x="1177" y="0"/>
                    <a:pt x="937"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9" name="Google Shape;1499;p33"/>
            <p:cNvSpPr/>
            <p:nvPr/>
          </p:nvSpPr>
          <p:spPr>
            <a:xfrm>
              <a:off x="1669610" y="3775354"/>
              <a:ext cx="186111" cy="160571"/>
            </a:xfrm>
            <a:custGeom>
              <a:rect b="b" l="l" r="r" t="t"/>
              <a:pathLst>
                <a:path extrusionOk="0" h="2408" w="2791">
                  <a:moveTo>
                    <a:pt x="1841" y="0"/>
                  </a:moveTo>
                  <a:cubicBezTo>
                    <a:pt x="1479" y="0"/>
                    <a:pt x="1056" y="188"/>
                    <a:pt x="708" y="537"/>
                  </a:cubicBezTo>
                  <a:cubicBezTo>
                    <a:pt x="142" y="1100"/>
                    <a:pt x="0" y="1861"/>
                    <a:pt x="378" y="2254"/>
                  </a:cubicBezTo>
                  <a:cubicBezTo>
                    <a:pt x="485" y="2361"/>
                    <a:pt x="599" y="2408"/>
                    <a:pt x="722" y="2408"/>
                  </a:cubicBezTo>
                  <a:cubicBezTo>
                    <a:pt x="1037" y="2408"/>
                    <a:pt x="1402" y="2099"/>
                    <a:pt x="1809" y="1703"/>
                  </a:cubicBezTo>
                  <a:cubicBezTo>
                    <a:pt x="2372" y="1140"/>
                    <a:pt x="2790" y="615"/>
                    <a:pt x="2410" y="222"/>
                  </a:cubicBezTo>
                  <a:cubicBezTo>
                    <a:pt x="2264" y="72"/>
                    <a:pt x="2064" y="0"/>
                    <a:pt x="184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0" name="Google Shape;1500;p33"/>
            <p:cNvSpPr/>
            <p:nvPr/>
          </p:nvSpPr>
          <p:spPr>
            <a:xfrm>
              <a:off x="1714888" y="3811097"/>
              <a:ext cx="116294" cy="110159"/>
            </a:xfrm>
            <a:custGeom>
              <a:rect b="b" l="l" r="r" t="t"/>
              <a:pathLst>
                <a:path extrusionOk="0" h="1652" w="1744">
                  <a:moveTo>
                    <a:pt x="1743" y="26"/>
                  </a:moveTo>
                  <a:cubicBezTo>
                    <a:pt x="1743" y="41"/>
                    <a:pt x="1693" y="54"/>
                    <a:pt x="1614" y="92"/>
                  </a:cubicBezTo>
                  <a:cubicBezTo>
                    <a:pt x="1536" y="133"/>
                    <a:pt x="1444" y="199"/>
                    <a:pt x="1337" y="290"/>
                  </a:cubicBezTo>
                  <a:cubicBezTo>
                    <a:pt x="1130" y="472"/>
                    <a:pt x="878" y="721"/>
                    <a:pt x="708" y="919"/>
                  </a:cubicBezTo>
                  <a:cubicBezTo>
                    <a:pt x="356" y="1312"/>
                    <a:pt x="92" y="1652"/>
                    <a:pt x="29" y="1627"/>
                  </a:cubicBezTo>
                  <a:cubicBezTo>
                    <a:pt x="1" y="1598"/>
                    <a:pt x="42" y="1495"/>
                    <a:pt x="120" y="1337"/>
                  </a:cubicBezTo>
                  <a:cubicBezTo>
                    <a:pt x="211" y="1180"/>
                    <a:pt x="356" y="985"/>
                    <a:pt x="539" y="774"/>
                  </a:cubicBezTo>
                  <a:cubicBezTo>
                    <a:pt x="721" y="564"/>
                    <a:pt x="1010" y="340"/>
                    <a:pt x="1246" y="183"/>
                  </a:cubicBezTo>
                  <a:cubicBezTo>
                    <a:pt x="1366" y="104"/>
                    <a:pt x="1495" y="41"/>
                    <a:pt x="1586" y="26"/>
                  </a:cubicBezTo>
                  <a:cubicBezTo>
                    <a:pt x="1680" y="1"/>
                    <a:pt x="1731" y="13"/>
                    <a:pt x="1743" y="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1" name="Google Shape;1501;p33"/>
          <p:cNvGrpSpPr/>
          <p:nvPr/>
        </p:nvGrpSpPr>
        <p:grpSpPr>
          <a:xfrm>
            <a:off x="781655" y="1994578"/>
            <a:ext cx="2408360" cy="1992670"/>
            <a:chOff x="4654765" y="2053719"/>
            <a:chExt cx="1574709" cy="1302909"/>
          </a:xfrm>
        </p:grpSpPr>
        <p:sp>
          <p:nvSpPr>
            <p:cNvPr id="1502" name="Google Shape;1502;p33"/>
            <p:cNvSpPr/>
            <p:nvPr/>
          </p:nvSpPr>
          <p:spPr>
            <a:xfrm>
              <a:off x="4753523" y="2053719"/>
              <a:ext cx="1475950" cy="1302909"/>
            </a:xfrm>
            <a:custGeom>
              <a:rect b="b" l="l" r="r" t="t"/>
              <a:pathLst>
                <a:path extrusionOk="0" h="19539" w="22134">
                  <a:moveTo>
                    <a:pt x="21951" y="7628"/>
                  </a:moveTo>
                  <a:cubicBezTo>
                    <a:pt x="21832" y="6908"/>
                    <a:pt x="21124" y="6408"/>
                    <a:pt x="20404" y="6540"/>
                  </a:cubicBezTo>
                  <a:lnTo>
                    <a:pt x="17928" y="6958"/>
                  </a:lnTo>
                  <a:cubicBezTo>
                    <a:pt x="17639" y="6121"/>
                    <a:pt x="17221" y="5307"/>
                    <a:pt x="16658" y="4561"/>
                  </a:cubicBezTo>
                  <a:cubicBezTo>
                    <a:pt x="13774" y="762"/>
                    <a:pt x="8361" y="1"/>
                    <a:pt x="4549" y="2885"/>
                  </a:cubicBezTo>
                  <a:cubicBezTo>
                    <a:pt x="746" y="5766"/>
                    <a:pt x="1" y="11179"/>
                    <a:pt x="2882" y="14978"/>
                  </a:cubicBezTo>
                  <a:cubicBezTo>
                    <a:pt x="5753" y="18781"/>
                    <a:pt x="11179" y="19539"/>
                    <a:pt x="14978" y="16658"/>
                  </a:cubicBezTo>
                  <a:cubicBezTo>
                    <a:pt x="17155" y="15007"/>
                    <a:pt x="18334" y="12528"/>
                    <a:pt x="18400" y="9999"/>
                  </a:cubicBezTo>
                  <a:lnTo>
                    <a:pt x="20916" y="9581"/>
                  </a:lnTo>
                  <a:cubicBezTo>
                    <a:pt x="21649" y="9449"/>
                    <a:pt x="22134" y="8754"/>
                    <a:pt x="22017" y="803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3"/>
            <p:cNvSpPr/>
            <p:nvPr/>
          </p:nvSpPr>
          <p:spPr>
            <a:xfrm>
              <a:off x="5572330" y="2521771"/>
              <a:ext cx="558399" cy="266397"/>
            </a:xfrm>
            <a:custGeom>
              <a:rect b="b" l="l" r="r" t="t"/>
              <a:pathLst>
                <a:path extrusionOk="0" h="3995" w="8374">
                  <a:moveTo>
                    <a:pt x="6858" y="0"/>
                  </a:moveTo>
                  <a:cubicBezTo>
                    <a:pt x="6787" y="0"/>
                    <a:pt x="6716" y="6"/>
                    <a:pt x="6643" y="18"/>
                  </a:cubicBezTo>
                  <a:lnTo>
                    <a:pt x="1218" y="936"/>
                  </a:lnTo>
                  <a:cubicBezTo>
                    <a:pt x="498" y="1056"/>
                    <a:pt x="1" y="1748"/>
                    <a:pt x="133" y="2484"/>
                  </a:cubicBezTo>
                  <a:lnTo>
                    <a:pt x="196" y="2877"/>
                  </a:lnTo>
                  <a:cubicBezTo>
                    <a:pt x="303" y="3536"/>
                    <a:pt x="877" y="3995"/>
                    <a:pt x="1525" y="3995"/>
                  </a:cubicBezTo>
                  <a:cubicBezTo>
                    <a:pt x="1597" y="3995"/>
                    <a:pt x="1670" y="3989"/>
                    <a:pt x="1743" y="3978"/>
                  </a:cubicBezTo>
                  <a:lnTo>
                    <a:pt x="7156" y="3059"/>
                  </a:lnTo>
                  <a:cubicBezTo>
                    <a:pt x="7889" y="2943"/>
                    <a:pt x="8373" y="2235"/>
                    <a:pt x="8257" y="1512"/>
                  </a:cubicBezTo>
                  <a:lnTo>
                    <a:pt x="8191" y="1119"/>
                  </a:lnTo>
                  <a:cubicBezTo>
                    <a:pt x="8072" y="459"/>
                    <a:pt x="7499" y="0"/>
                    <a:pt x="6858"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3"/>
            <p:cNvSpPr/>
            <p:nvPr/>
          </p:nvSpPr>
          <p:spPr>
            <a:xfrm>
              <a:off x="4654765" y="2162813"/>
              <a:ext cx="1302042" cy="1151940"/>
            </a:xfrm>
            <a:custGeom>
              <a:rect b="b" l="l" r="r" t="t"/>
              <a:pathLst>
                <a:path extrusionOk="0" h="17275" w="19526">
                  <a:moveTo>
                    <a:pt x="9751" y="0"/>
                  </a:moveTo>
                  <a:cubicBezTo>
                    <a:pt x="7936" y="0"/>
                    <a:pt x="6105" y="569"/>
                    <a:pt x="4548" y="1746"/>
                  </a:cubicBezTo>
                  <a:cubicBezTo>
                    <a:pt x="746" y="4630"/>
                    <a:pt x="0" y="10040"/>
                    <a:pt x="2869" y="13855"/>
                  </a:cubicBezTo>
                  <a:cubicBezTo>
                    <a:pt x="4569" y="16095"/>
                    <a:pt x="7148" y="17274"/>
                    <a:pt x="9760" y="17274"/>
                  </a:cubicBezTo>
                  <a:cubicBezTo>
                    <a:pt x="11579" y="17274"/>
                    <a:pt x="13413" y="16703"/>
                    <a:pt x="14978" y="15519"/>
                  </a:cubicBezTo>
                  <a:cubicBezTo>
                    <a:pt x="18780" y="12650"/>
                    <a:pt x="19526" y="7225"/>
                    <a:pt x="16645" y="3422"/>
                  </a:cubicBezTo>
                  <a:cubicBezTo>
                    <a:pt x="14950" y="1180"/>
                    <a:pt x="12366" y="0"/>
                    <a:pt x="9751"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3"/>
            <p:cNvSpPr/>
            <p:nvPr/>
          </p:nvSpPr>
          <p:spPr>
            <a:xfrm>
              <a:off x="4722048" y="2222428"/>
              <a:ext cx="1167477" cy="1032779"/>
            </a:xfrm>
            <a:custGeom>
              <a:rect b="b" l="l" r="r" t="t"/>
              <a:pathLst>
                <a:path extrusionOk="0" h="15488" w="17508">
                  <a:moveTo>
                    <a:pt x="8753" y="1"/>
                  </a:moveTo>
                  <a:cubicBezTo>
                    <a:pt x="7124" y="1"/>
                    <a:pt x="5480" y="513"/>
                    <a:pt x="4077" y="1572"/>
                  </a:cubicBezTo>
                  <a:cubicBezTo>
                    <a:pt x="668" y="4154"/>
                    <a:pt x="1" y="9004"/>
                    <a:pt x="2583" y="12411"/>
                  </a:cubicBezTo>
                  <a:cubicBezTo>
                    <a:pt x="4105" y="14428"/>
                    <a:pt x="6417" y="15488"/>
                    <a:pt x="8757" y="15488"/>
                  </a:cubicBezTo>
                  <a:cubicBezTo>
                    <a:pt x="10383" y="15488"/>
                    <a:pt x="12022" y="14976"/>
                    <a:pt x="13418" y="13917"/>
                  </a:cubicBezTo>
                  <a:cubicBezTo>
                    <a:pt x="16840" y="11335"/>
                    <a:pt x="17507" y="6488"/>
                    <a:pt x="14928" y="3066"/>
                  </a:cubicBezTo>
                  <a:cubicBezTo>
                    <a:pt x="13406" y="1058"/>
                    <a:pt x="11095" y="1"/>
                    <a:pt x="8753"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3"/>
            <p:cNvSpPr/>
            <p:nvPr/>
          </p:nvSpPr>
          <p:spPr>
            <a:xfrm>
              <a:off x="4762125" y="2258304"/>
              <a:ext cx="1086458" cy="960828"/>
            </a:xfrm>
            <a:custGeom>
              <a:rect b="b" l="l" r="r" t="t"/>
              <a:pathLst>
                <a:path extrusionOk="0" h="14409" w="16293">
                  <a:moveTo>
                    <a:pt x="8150" y="0"/>
                  </a:moveTo>
                  <a:cubicBezTo>
                    <a:pt x="6634" y="0"/>
                    <a:pt x="5104" y="478"/>
                    <a:pt x="3803" y="1468"/>
                  </a:cubicBezTo>
                  <a:cubicBezTo>
                    <a:pt x="630" y="3865"/>
                    <a:pt x="1" y="8388"/>
                    <a:pt x="2413" y="11558"/>
                  </a:cubicBezTo>
                  <a:cubicBezTo>
                    <a:pt x="3828" y="13427"/>
                    <a:pt x="5979" y="14408"/>
                    <a:pt x="8156" y="14408"/>
                  </a:cubicBezTo>
                  <a:cubicBezTo>
                    <a:pt x="9672" y="14408"/>
                    <a:pt x="11201" y="13932"/>
                    <a:pt x="12503" y="12948"/>
                  </a:cubicBezTo>
                  <a:cubicBezTo>
                    <a:pt x="15676" y="10548"/>
                    <a:pt x="16293" y="6029"/>
                    <a:pt x="13893" y="2855"/>
                  </a:cubicBezTo>
                  <a:cubicBezTo>
                    <a:pt x="12480" y="986"/>
                    <a:pt x="10328" y="0"/>
                    <a:pt x="8150" y="0"/>
                  </a:cubicBezTo>
                  <a:close/>
                </a:path>
              </a:pathLst>
            </a:custGeom>
            <a:solidFill>
              <a:srgbClr val="E1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7" name="Google Shape;1507;p33"/>
            <p:cNvSpPr/>
            <p:nvPr/>
          </p:nvSpPr>
          <p:spPr>
            <a:xfrm>
              <a:off x="4862817" y="2458888"/>
              <a:ext cx="766449" cy="545196"/>
            </a:xfrm>
            <a:custGeom>
              <a:rect b="b" l="l" r="r" t="t"/>
              <a:pathLst>
                <a:path extrusionOk="0" h="8176" w="11494">
                  <a:moveTo>
                    <a:pt x="8217" y="1"/>
                  </a:moveTo>
                  <a:cubicBezTo>
                    <a:pt x="6676" y="1"/>
                    <a:pt x="5687" y="2876"/>
                    <a:pt x="5687" y="2876"/>
                  </a:cubicBezTo>
                  <a:cubicBezTo>
                    <a:pt x="5687" y="2876"/>
                    <a:pt x="0" y="3493"/>
                    <a:pt x="3287" y="6911"/>
                  </a:cubicBezTo>
                  <a:cubicBezTo>
                    <a:pt x="4215" y="7867"/>
                    <a:pt x="5659" y="8175"/>
                    <a:pt x="6945" y="8175"/>
                  </a:cubicBezTo>
                  <a:cubicBezTo>
                    <a:pt x="7985" y="8175"/>
                    <a:pt x="8921" y="7974"/>
                    <a:pt x="9395" y="7751"/>
                  </a:cubicBezTo>
                  <a:cubicBezTo>
                    <a:pt x="10628" y="6767"/>
                    <a:pt x="11493" y="3713"/>
                    <a:pt x="10248" y="1656"/>
                  </a:cubicBezTo>
                  <a:cubicBezTo>
                    <a:pt x="9504" y="438"/>
                    <a:pt x="8819" y="1"/>
                    <a:pt x="8217"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8" name="Google Shape;1508;p33"/>
            <p:cNvSpPr/>
            <p:nvPr/>
          </p:nvSpPr>
          <p:spPr>
            <a:xfrm>
              <a:off x="4946705" y="2405075"/>
              <a:ext cx="714836" cy="637018"/>
            </a:xfrm>
            <a:custGeom>
              <a:rect b="b" l="l" r="r" t="t"/>
              <a:pathLst>
                <a:path extrusionOk="0" h="9553" w="10720">
                  <a:moveTo>
                    <a:pt x="7102" y="236"/>
                  </a:moveTo>
                  <a:cubicBezTo>
                    <a:pt x="7835" y="236"/>
                    <a:pt x="8571" y="852"/>
                    <a:pt x="9317" y="2057"/>
                  </a:cubicBezTo>
                  <a:cubicBezTo>
                    <a:pt x="10719" y="4378"/>
                    <a:pt x="9710" y="7772"/>
                    <a:pt x="8373" y="8860"/>
                  </a:cubicBezTo>
                  <a:cubicBezTo>
                    <a:pt x="7864" y="9080"/>
                    <a:pt x="6813" y="9316"/>
                    <a:pt x="5621" y="9316"/>
                  </a:cubicBezTo>
                  <a:cubicBezTo>
                    <a:pt x="4611" y="9316"/>
                    <a:pt x="2737" y="9134"/>
                    <a:pt x="1557" y="7917"/>
                  </a:cubicBezTo>
                  <a:cubicBezTo>
                    <a:pt x="614" y="6932"/>
                    <a:pt x="262" y="6080"/>
                    <a:pt x="510" y="5372"/>
                  </a:cubicBezTo>
                  <a:cubicBezTo>
                    <a:pt x="1048" y="3878"/>
                    <a:pt x="4193" y="3526"/>
                    <a:pt x="4231" y="3513"/>
                  </a:cubicBezTo>
                  <a:lnTo>
                    <a:pt x="4297" y="3513"/>
                  </a:lnTo>
                  <a:lnTo>
                    <a:pt x="4325" y="3435"/>
                  </a:lnTo>
                  <a:cubicBezTo>
                    <a:pt x="4338" y="3406"/>
                    <a:pt x="5451" y="236"/>
                    <a:pt x="7102" y="236"/>
                  </a:cubicBezTo>
                  <a:close/>
                  <a:moveTo>
                    <a:pt x="7102" y="0"/>
                  </a:moveTo>
                  <a:cubicBezTo>
                    <a:pt x="5410" y="0"/>
                    <a:pt x="4309" y="2790"/>
                    <a:pt x="4127" y="3290"/>
                  </a:cubicBezTo>
                  <a:cubicBezTo>
                    <a:pt x="3630" y="3356"/>
                    <a:pt x="837" y="3774"/>
                    <a:pt x="287" y="5293"/>
                  </a:cubicBezTo>
                  <a:cubicBezTo>
                    <a:pt x="0" y="6080"/>
                    <a:pt x="378" y="7023"/>
                    <a:pt x="1387" y="8086"/>
                  </a:cubicBezTo>
                  <a:cubicBezTo>
                    <a:pt x="2633" y="9370"/>
                    <a:pt x="4574" y="9552"/>
                    <a:pt x="5621" y="9552"/>
                  </a:cubicBezTo>
                  <a:cubicBezTo>
                    <a:pt x="6866" y="9552"/>
                    <a:pt x="7955" y="9304"/>
                    <a:pt x="8493" y="9068"/>
                  </a:cubicBezTo>
                  <a:lnTo>
                    <a:pt x="8505" y="9055"/>
                  </a:lnTo>
                  <a:lnTo>
                    <a:pt x="8518" y="9043"/>
                  </a:lnTo>
                  <a:cubicBezTo>
                    <a:pt x="9251" y="8451"/>
                    <a:pt x="9854" y="7272"/>
                    <a:pt x="10103" y="5963"/>
                  </a:cubicBezTo>
                  <a:cubicBezTo>
                    <a:pt x="10392" y="4457"/>
                    <a:pt x="10182" y="3026"/>
                    <a:pt x="9515" y="1941"/>
                  </a:cubicBezTo>
                  <a:cubicBezTo>
                    <a:pt x="8728" y="654"/>
                    <a:pt x="7926" y="0"/>
                    <a:pt x="7102"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3"/>
            <p:cNvSpPr/>
            <p:nvPr/>
          </p:nvSpPr>
          <p:spPr>
            <a:xfrm>
              <a:off x="4883756" y="2344659"/>
              <a:ext cx="827463" cy="738509"/>
            </a:xfrm>
            <a:custGeom>
              <a:rect b="b" l="l" r="r" t="t"/>
              <a:pathLst>
                <a:path extrusionOk="0" h="11075" w="12409">
                  <a:moveTo>
                    <a:pt x="8216" y="264"/>
                  </a:moveTo>
                  <a:cubicBezTo>
                    <a:pt x="9056" y="264"/>
                    <a:pt x="9921" y="985"/>
                    <a:pt x="10786" y="2387"/>
                  </a:cubicBezTo>
                  <a:cubicBezTo>
                    <a:pt x="12409" y="5073"/>
                    <a:pt x="11258" y="9005"/>
                    <a:pt x="9710" y="10263"/>
                  </a:cubicBezTo>
                  <a:cubicBezTo>
                    <a:pt x="9122" y="10537"/>
                    <a:pt x="7914" y="10801"/>
                    <a:pt x="6540" y="10801"/>
                  </a:cubicBezTo>
                  <a:cubicBezTo>
                    <a:pt x="5360" y="10801"/>
                    <a:pt x="3184" y="10590"/>
                    <a:pt x="1809" y="9175"/>
                  </a:cubicBezTo>
                  <a:cubicBezTo>
                    <a:pt x="709" y="8021"/>
                    <a:pt x="287" y="7027"/>
                    <a:pt x="589" y="6212"/>
                  </a:cubicBezTo>
                  <a:cubicBezTo>
                    <a:pt x="1218" y="4482"/>
                    <a:pt x="4848" y="4076"/>
                    <a:pt x="4889" y="4076"/>
                  </a:cubicBezTo>
                  <a:lnTo>
                    <a:pt x="4980" y="4064"/>
                  </a:lnTo>
                  <a:lnTo>
                    <a:pt x="5005" y="3985"/>
                  </a:lnTo>
                  <a:cubicBezTo>
                    <a:pt x="5018" y="3947"/>
                    <a:pt x="6304" y="264"/>
                    <a:pt x="8216" y="264"/>
                  </a:cubicBezTo>
                  <a:close/>
                  <a:moveTo>
                    <a:pt x="8216" y="0"/>
                  </a:moveTo>
                  <a:cubicBezTo>
                    <a:pt x="6263" y="0"/>
                    <a:pt x="4980" y="3240"/>
                    <a:pt x="4769" y="3815"/>
                  </a:cubicBezTo>
                  <a:cubicBezTo>
                    <a:pt x="4193" y="3881"/>
                    <a:pt x="970" y="4366"/>
                    <a:pt x="328" y="6121"/>
                  </a:cubicBezTo>
                  <a:cubicBezTo>
                    <a:pt x="1" y="7039"/>
                    <a:pt x="432" y="8127"/>
                    <a:pt x="1611" y="9357"/>
                  </a:cubicBezTo>
                  <a:cubicBezTo>
                    <a:pt x="3052" y="10851"/>
                    <a:pt x="5319" y="11075"/>
                    <a:pt x="6540" y="11075"/>
                  </a:cubicBezTo>
                  <a:cubicBezTo>
                    <a:pt x="7968" y="11075"/>
                    <a:pt x="9226" y="10801"/>
                    <a:pt x="9842" y="10512"/>
                  </a:cubicBezTo>
                  <a:lnTo>
                    <a:pt x="9855" y="10499"/>
                  </a:lnTo>
                  <a:lnTo>
                    <a:pt x="9867" y="10499"/>
                  </a:lnTo>
                  <a:cubicBezTo>
                    <a:pt x="10720" y="9816"/>
                    <a:pt x="11427" y="8442"/>
                    <a:pt x="11717" y="6907"/>
                  </a:cubicBezTo>
                  <a:cubicBezTo>
                    <a:pt x="12031" y="5177"/>
                    <a:pt x="11780" y="3513"/>
                    <a:pt x="11009" y="2243"/>
                  </a:cubicBezTo>
                  <a:cubicBezTo>
                    <a:pt x="10103" y="749"/>
                    <a:pt x="9160" y="0"/>
                    <a:pt x="821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0" name="Google Shape;1510;p33"/>
          <p:cNvGrpSpPr/>
          <p:nvPr/>
        </p:nvGrpSpPr>
        <p:grpSpPr>
          <a:xfrm>
            <a:off x="-540993" y="3759917"/>
            <a:ext cx="2286076" cy="2104869"/>
            <a:chOff x="4354222" y="153972"/>
            <a:chExt cx="1400867" cy="1289906"/>
          </a:xfrm>
        </p:grpSpPr>
        <p:sp>
          <p:nvSpPr>
            <p:cNvPr id="1511" name="Google Shape;1511;p33"/>
            <p:cNvSpPr/>
            <p:nvPr/>
          </p:nvSpPr>
          <p:spPr>
            <a:xfrm>
              <a:off x="4452780" y="153972"/>
              <a:ext cx="1302309" cy="1289906"/>
            </a:xfrm>
            <a:custGeom>
              <a:rect b="b" l="l" r="r" t="t"/>
              <a:pathLst>
                <a:path extrusionOk="0" h="19344" w="19530">
                  <a:moveTo>
                    <a:pt x="8140" y="18450"/>
                  </a:moveTo>
                  <a:cubicBezTo>
                    <a:pt x="13028" y="19344"/>
                    <a:pt x="17733" y="16132"/>
                    <a:pt x="18623" y="11282"/>
                  </a:cubicBezTo>
                  <a:cubicBezTo>
                    <a:pt x="19529" y="6432"/>
                    <a:pt x="16293" y="1781"/>
                    <a:pt x="11389" y="891"/>
                  </a:cubicBezTo>
                  <a:cubicBezTo>
                    <a:pt x="6502" y="1"/>
                    <a:pt x="1796" y="3209"/>
                    <a:pt x="906" y="8059"/>
                  </a:cubicBezTo>
                  <a:cubicBezTo>
                    <a:pt x="0" y="12908"/>
                    <a:pt x="3240" y="17560"/>
                    <a:pt x="8140" y="1845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3"/>
            <p:cNvSpPr/>
            <p:nvPr/>
          </p:nvSpPr>
          <p:spPr>
            <a:xfrm>
              <a:off x="4354222" y="237393"/>
              <a:ext cx="1302042" cy="1190149"/>
            </a:xfrm>
            <a:custGeom>
              <a:rect b="b" l="l" r="r" t="t"/>
              <a:pathLst>
                <a:path extrusionOk="0" h="17848" w="19526">
                  <a:moveTo>
                    <a:pt x="9746" y="1"/>
                  </a:moveTo>
                  <a:cubicBezTo>
                    <a:pt x="5487" y="1"/>
                    <a:pt x="1691" y="3004"/>
                    <a:pt x="890" y="7304"/>
                  </a:cubicBezTo>
                  <a:cubicBezTo>
                    <a:pt x="0" y="12154"/>
                    <a:pt x="3237" y="16806"/>
                    <a:pt x="8124" y="17699"/>
                  </a:cubicBezTo>
                  <a:cubicBezTo>
                    <a:pt x="8675" y="17799"/>
                    <a:pt x="9222" y="17848"/>
                    <a:pt x="9763" y="17848"/>
                  </a:cubicBezTo>
                  <a:cubicBezTo>
                    <a:pt x="14033" y="17848"/>
                    <a:pt x="17830" y="14834"/>
                    <a:pt x="18620" y="10528"/>
                  </a:cubicBezTo>
                  <a:cubicBezTo>
                    <a:pt x="19526" y="5694"/>
                    <a:pt x="16289" y="1042"/>
                    <a:pt x="11386" y="149"/>
                  </a:cubicBezTo>
                  <a:cubicBezTo>
                    <a:pt x="10835" y="49"/>
                    <a:pt x="10287" y="1"/>
                    <a:pt x="9746"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3"/>
            <p:cNvSpPr/>
            <p:nvPr/>
          </p:nvSpPr>
          <p:spPr>
            <a:xfrm>
              <a:off x="5126684" y="923500"/>
              <a:ext cx="348616" cy="289069"/>
            </a:xfrm>
            <a:custGeom>
              <a:rect b="b" l="l" r="r" t="t"/>
              <a:pathLst>
                <a:path extrusionOk="0" h="4335" w="5228">
                  <a:moveTo>
                    <a:pt x="1212" y="0"/>
                  </a:moveTo>
                  <a:cubicBezTo>
                    <a:pt x="937" y="0"/>
                    <a:pt x="667" y="118"/>
                    <a:pt x="484" y="346"/>
                  </a:cubicBezTo>
                  <a:lnTo>
                    <a:pt x="315" y="570"/>
                  </a:lnTo>
                  <a:cubicBezTo>
                    <a:pt x="0" y="963"/>
                    <a:pt x="79" y="1538"/>
                    <a:pt x="472" y="1853"/>
                  </a:cubicBezTo>
                  <a:lnTo>
                    <a:pt x="3460" y="4146"/>
                  </a:lnTo>
                  <a:cubicBezTo>
                    <a:pt x="3625" y="4273"/>
                    <a:pt x="3825" y="4334"/>
                    <a:pt x="4023" y="4334"/>
                  </a:cubicBezTo>
                  <a:cubicBezTo>
                    <a:pt x="4297" y="4334"/>
                    <a:pt x="4568" y="4216"/>
                    <a:pt x="4743" y="3988"/>
                  </a:cubicBezTo>
                  <a:lnTo>
                    <a:pt x="4913" y="3765"/>
                  </a:lnTo>
                  <a:cubicBezTo>
                    <a:pt x="5227" y="3372"/>
                    <a:pt x="5165" y="2796"/>
                    <a:pt x="4756" y="2494"/>
                  </a:cubicBezTo>
                  <a:lnTo>
                    <a:pt x="1783" y="189"/>
                  </a:lnTo>
                  <a:cubicBezTo>
                    <a:pt x="1612" y="62"/>
                    <a:pt x="1410" y="0"/>
                    <a:pt x="1212"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3"/>
            <p:cNvSpPr/>
            <p:nvPr/>
          </p:nvSpPr>
          <p:spPr>
            <a:xfrm>
              <a:off x="4576078" y="440045"/>
              <a:ext cx="858337" cy="784720"/>
            </a:xfrm>
            <a:custGeom>
              <a:rect b="b" l="l" r="r" t="t"/>
              <a:pathLst>
                <a:path extrusionOk="0" h="11768" w="12872">
                  <a:moveTo>
                    <a:pt x="6430" y="0"/>
                  </a:moveTo>
                  <a:cubicBezTo>
                    <a:pt x="3619" y="0"/>
                    <a:pt x="1114" y="1990"/>
                    <a:pt x="589" y="4816"/>
                  </a:cubicBezTo>
                  <a:cubicBezTo>
                    <a:pt x="1" y="8015"/>
                    <a:pt x="2136" y="11081"/>
                    <a:pt x="5360" y="11672"/>
                  </a:cubicBezTo>
                  <a:cubicBezTo>
                    <a:pt x="5717" y="11736"/>
                    <a:pt x="6073" y="11767"/>
                    <a:pt x="6424" y="11767"/>
                  </a:cubicBezTo>
                  <a:cubicBezTo>
                    <a:pt x="9239" y="11767"/>
                    <a:pt x="11743" y="9783"/>
                    <a:pt x="12280" y="6939"/>
                  </a:cubicBezTo>
                  <a:cubicBezTo>
                    <a:pt x="12871" y="3756"/>
                    <a:pt x="10732" y="689"/>
                    <a:pt x="7508" y="98"/>
                  </a:cubicBezTo>
                  <a:cubicBezTo>
                    <a:pt x="7146" y="32"/>
                    <a:pt x="6786" y="0"/>
                    <a:pt x="6430"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5" name="Google Shape;1515;p33"/>
            <p:cNvSpPr/>
            <p:nvPr/>
          </p:nvSpPr>
          <p:spPr>
            <a:xfrm>
              <a:off x="4619756" y="480988"/>
              <a:ext cx="769983" cy="703034"/>
            </a:xfrm>
            <a:custGeom>
              <a:rect b="b" l="l" r="r" t="t"/>
              <a:pathLst>
                <a:path extrusionOk="0" h="10543" w="11547">
                  <a:moveTo>
                    <a:pt x="5770" y="0"/>
                  </a:moveTo>
                  <a:cubicBezTo>
                    <a:pt x="3256" y="0"/>
                    <a:pt x="1015" y="1773"/>
                    <a:pt x="538" y="4321"/>
                  </a:cubicBezTo>
                  <a:cubicBezTo>
                    <a:pt x="0" y="7177"/>
                    <a:pt x="1928" y="9929"/>
                    <a:pt x="4809" y="10455"/>
                  </a:cubicBezTo>
                  <a:cubicBezTo>
                    <a:pt x="5135" y="10514"/>
                    <a:pt x="5460" y="10542"/>
                    <a:pt x="5780" y="10542"/>
                  </a:cubicBezTo>
                  <a:cubicBezTo>
                    <a:pt x="8303" y="10542"/>
                    <a:pt x="10545" y="8769"/>
                    <a:pt x="11008" y="6221"/>
                  </a:cubicBezTo>
                  <a:cubicBezTo>
                    <a:pt x="11546" y="3365"/>
                    <a:pt x="9634" y="613"/>
                    <a:pt x="6737" y="88"/>
                  </a:cubicBezTo>
                  <a:cubicBezTo>
                    <a:pt x="6412" y="29"/>
                    <a:pt x="6089" y="0"/>
                    <a:pt x="5770"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6" name="Google Shape;1516;p33"/>
            <p:cNvSpPr/>
            <p:nvPr/>
          </p:nvSpPr>
          <p:spPr>
            <a:xfrm>
              <a:off x="4764859" y="541737"/>
              <a:ext cx="561933" cy="513989"/>
            </a:xfrm>
            <a:custGeom>
              <a:rect b="b" l="l" r="r" t="t"/>
              <a:pathLst>
                <a:path extrusionOk="0" h="7708" w="8427">
                  <a:moveTo>
                    <a:pt x="4197" y="1"/>
                  </a:moveTo>
                  <a:cubicBezTo>
                    <a:pt x="2364" y="1"/>
                    <a:pt x="731" y="1304"/>
                    <a:pt x="394" y="3162"/>
                  </a:cubicBezTo>
                  <a:cubicBezTo>
                    <a:pt x="1" y="5244"/>
                    <a:pt x="1403" y="7251"/>
                    <a:pt x="3514" y="7644"/>
                  </a:cubicBezTo>
                  <a:cubicBezTo>
                    <a:pt x="3750" y="7686"/>
                    <a:pt x="3985" y="7707"/>
                    <a:pt x="4216" y="7707"/>
                  </a:cubicBezTo>
                  <a:cubicBezTo>
                    <a:pt x="6055" y="7707"/>
                    <a:pt x="7697" y="6412"/>
                    <a:pt x="8046" y="4549"/>
                  </a:cubicBezTo>
                  <a:cubicBezTo>
                    <a:pt x="8427" y="2454"/>
                    <a:pt x="7036" y="448"/>
                    <a:pt x="4913" y="67"/>
                  </a:cubicBezTo>
                  <a:cubicBezTo>
                    <a:pt x="4673" y="22"/>
                    <a:pt x="4433" y="1"/>
                    <a:pt x="419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3"/>
            <p:cNvSpPr/>
            <p:nvPr/>
          </p:nvSpPr>
          <p:spPr>
            <a:xfrm>
              <a:off x="4874153" y="1032528"/>
              <a:ext cx="50612" cy="46478"/>
            </a:xfrm>
            <a:custGeom>
              <a:rect b="b" l="l" r="r" t="t"/>
              <a:pathLst>
                <a:path extrusionOk="0" h="697" w="759">
                  <a:moveTo>
                    <a:pt x="376" y="1"/>
                  </a:moveTo>
                  <a:cubicBezTo>
                    <a:pt x="208" y="1"/>
                    <a:pt x="61" y="120"/>
                    <a:pt x="25" y="284"/>
                  </a:cubicBezTo>
                  <a:cubicBezTo>
                    <a:pt x="0" y="479"/>
                    <a:pt x="117" y="664"/>
                    <a:pt x="315" y="690"/>
                  </a:cubicBezTo>
                  <a:cubicBezTo>
                    <a:pt x="338" y="694"/>
                    <a:pt x="361" y="696"/>
                    <a:pt x="383" y="696"/>
                  </a:cubicBezTo>
                  <a:cubicBezTo>
                    <a:pt x="551" y="696"/>
                    <a:pt x="698" y="577"/>
                    <a:pt x="720" y="413"/>
                  </a:cubicBezTo>
                  <a:cubicBezTo>
                    <a:pt x="758" y="218"/>
                    <a:pt x="629" y="35"/>
                    <a:pt x="444" y="7"/>
                  </a:cubicBezTo>
                  <a:cubicBezTo>
                    <a:pt x="421" y="3"/>
                    <a:pt x="398" y="1"/>
                    <a:pt x="376"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8" name="Google Shape;1518;p33"/>
            <p:cNvSpPr/>
            <p:nvPr/>
          </p:nvSpPr>
          <p:spPr>
            <a:xfrm>
              <a:off x="4994717" y="1078939"/>
              <a:ext cx="27140" cy="24272"/>
            </a:xfrm>
            <a:custGeom>
              <a:rect b="b" l="l" r="r" t="t"/>
              <a:pathLst>
                <a:path extrusionOk="0" h="364" w="407">
                  <a:moveTo>
                    <a:pt x="192" y="1"/>
                  </a:moveTo>
                  <a:cubicBezTo>
                    <a:pt x="105" y="1"/>
                    <a:pt x="37" y="62"/>
                    <a:pt x="26" y="151"/>
                  </a:cubicBezTo>
                  <a:cubicBezTo>
                    <a:pt x="1" y="242"/>
                    <a:pt x="67" y="346"/>
                    <a:pt x="171" y="362"/>
                  </a:cubicBezTo>
                  <a:cubicBezTo>
                    <a:pt x="179" y="363"/>
                    <a:pt x="188" y="363"/>
                    <a:pt x="196" y="363"/>
                  </a:cubicBezTo>
                  <a:cubicBezTo>
                    <a:pt x="289" y="363"/>
                    <a:pt x="367" y="301"/>
                    <a:pt x="381" y="217"/>
                  </a:cubicBezTo>
                  <a:cubicBezTo>
                    <a:pt x="406" y="110"/>
                    <a:pt x="340" y="19"/>
                    <a:pt x="237" y="6"/>
                  </a:cubicBezTo>
                  <a:cubicBezTo>
                    <a:pt x="221" y="3"/>
                    <a:pt x="206" y="1"/>
                    <a:pt x="19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9" name="Google Shape;1519;p33"/>
            <p:cNvSpPr/>
            <p:nvPr/>
          </p:nvSpPr>
          <p:spPr>
            <a:xfrm>
              <a:off x="4846013" y="568944"/>
              <a:ext cx="26273" cy="24673"/>
            </a:xfrm>
            <a:custGeom>
              <a:rect b="b" l="l" r="r" t="t"/>
              <a:pathLst>
                <a:path extrusionOk="0" h="370" w="394">
                  <a:moveTo>
                    <a:pt x="211" y="0"/>
                  </a:moveTo>
                  <a:cubicBezTo>
                    <a:pt x="118" y="0"/>
                    <a:pt x="39" y="61"/>
                    <a:pt x="16" y="159"/>
                  </a:cubicBezTo>
                  <a:cubicBezTo>
                    <a:pt x="1" y="250"/>
                    <a:pt x="67" y="342"/>
                    <a:pt x="158" y="367"/>
                  </a:cubicBezTo>
                  <a:cubicBezTo>
                    <a:pt x="169" y="368"/>
                    <a:pt x="179" y="369"/>
                    <a:pt x="189" y="369"/>
                  </a:cubicBezTo>
                  <a:cubicBezTo>
                    <a:pt x="282" y="369"/>
                    <a:pt x="359" y="307"/>
                    <a:pt x="381" y="225"/>
                  </a:cubicBezTo>
                  <a:cubicBezTo>
                    <a:pt x="394" y="118"/>
                    <a:pt x="331" y="27"/>
                    <a:pt x="237" y="2"/>
                  </a:cubicBezTo>
                  <a:cubicBezTo>
                    <a:pt x="228" y="1"/>
                    <a:pt x="219" y="0"/>
                    <a:pt x="21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3"/>
            <p:cNvSpPr/>
            <p:nvPr/>
          </p:nvSpPr>
          <p:spPr>
            <a:xfrm>
              <a:off x="4806003" y="975847"/>
              <a:ext cx="40076" cy="36542"/>
            </a:xfrm>
            <a:custGeom>
              <a:rect b="b" l="l" r="r" t="t"/>
              <a:pathLst>
                <a:path extrusionOk="0" h="548" w="601">
                  <a:moveTo>
                    <a:pt x="304" y="1"/>
                  </a:moveTo>
                  <a:cubicBezTo>
                    <a:pt x="178" y="1"/>
                    <a:pt x="63" y="88"/>
                    <a:pt x="38" y="228"/>
                  </a:cubicBezTo>
                  <a:cubicBezTo>
                    <a:pt x="0" y="373"/>
                    <a:pt x="104" y="517"/>
                    <a:pt x="261" y="543"/>
                  </a:cubicBezTo>
                  <a:cubicBezTo>
                    <a:pt x="277" y="546"/>
                    <a:pt x="293" y="547"/>
                    <a:pt x="308" y="547"/>
                  </a:cubicBezTo>
                  <a:cubicBezTo>
                    <a:pt x="436" y="547"/>
                    <a:pt x="553" y="448"/>
                    <a:pt x="576" y="319"/>
                  </a:cubicBezTo>
                  <a:cubicBezTo>
                    <a:pt x="601" y="178"/>
                    <a:pt x="510" y="33"/>
                    <a:pt x="352" y="5"/>
                  </a:cubicBezTo>
                  <a:cubicBezTo>
                    <a:pt x="336" y="2"/>
                    <a:pt x="320" y="1"/>
                    <a:pt x="304"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1" name="Google Shape;1521;p33"/>
            <p:cNvSpPr/>
            <p:nvPr/>
          </p:nvSpPr>
          <p:spPr>
            <a:xfrm>
              <a:off x="5225442" y="973379"/>
              <a:ext cx="40143" cy="37276"/>
            </a:xfrm>
            <a:custGeom>
              <a:rect b="b" l="l" r="r" t="t"/>
              <a:pathLst>
                <a:path extrusionOk="0" h="559" w="602">
                  <a:moveTo>
                    <a:pt x="306" y="0"/>
                  </a:moveTo>
                  <a:cubicBezTo>
                    <a:pt x="167" y="0"/>
                    <a:pt x="48" y="97"/>
                    <a:pt x="26" y="227"/>
                  </a:cubicBezTo>
                  <a:cubicBezTo>
                    <a:pt x="0" y="385"/>
                    <a:pt x="104" y="514"/>
                    <a:pt x="249" y="554"/>
                  </a:cubicBezTo>
                  <a:cubicBezTo>
                    <a:pt x="265" y="557"/>
                    <a:pt x="281" y="558"/>
                    <a:pt x="296" y="558"/>
                  </a:cubicBezTo>
                  <a:cubicBezTo>
                    <a:pt x="434" y="558"/>
                    <a:pt x="553" y="461"/>
                    <a:pt x="576" y="331"/>
                  </a:cubicBezTo>
                  <a:cubicBezTo>
                    <a:pt x="601" y="174"/>
                    <a:pt x="497" y="42"/>
                    <a:pt x="353" y="4"/>
                  </a:cubicBezTo>
                  <a:cubicBezTo>
                    <a:pt x="337" y="1"/>
                    <a:pt x="321" y="0"/>
                    <a:pt x="306"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2" name="Google Shape;1522;p33"/>
            <p:cNvSpPr/>
            <p:nvPr/>
          </p:nvSpPr>
          <p:spPr>
            <a:xfrm>
              <a:off x="4770127" y="653499"/>
              <a:ext cx="40343" cy="36475"/>
            </a:xfrm>
            <a:custGeom>
              <a:rect b="b" l="l" r="r" t="t"/>
              <a:pathLst>
                <a:path extrusionOk="0" h="547" w="605">
                  <a:moveTo>
                    <a:pt x="305" y="1"/>
                  </a:moveTo>
                  <a:cubicBezTo>
                    <a:pt x="168" y="1"/>
                    <a:pt x="51" y="98"/>
                    <a:pt x="25" y="228"/>
                  </a:cubicBezTo>
                  <a:cubicBezTo>
                    <a:pt x="0" y="373"/>
                    <a:pt x="104" y="514"/>
                    <a:pt x="249" y="542"/>
                  </a:cubicBezTo>
                  <a:cubicBezTo>
                    <a:pt x="266" y="545"/>
                    <a:pt x="284" y="547"/>
                    <a:pt x="301" y="547"/>
                  </a:cubicBezTo>
                  <a:cubicBezTo>
                    <a:pt x="437" y="547"/>
                    <a:pt x="553" y="460"/>
                    <a:pt x="576" y="332"/>
                  </a:cubicBezTo>
                  <a:cubicBezTo>
                    <a:pt x="604" y="174"/>
                    <a:pt x="497" y="30"/>
                    <a:pt x="352" y="5"/>
                  </a:cubicBezTo>
                  <a:cubicBezTo>
                    <a:pt x="337" y="2"/>
                    <a:pt x="321" y="1"/>
                    <a:pt x="30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3" name="Google Shape;1523;p33"/>
            <p:cNvSpPr/>
            <p:nvPr/>
          </p:nvSpPr>
          <p:spPr>
            <a:xfrm>
              <a:off x="4724582" y="867419"/>
              <a:ext cx="53346" cy="49012"/>
            </a:xfrm>
            <a:custGeom>
              <a:rect b="b" l="l" r="r" t="t"/>
              <a:pathLst>
                <a:path extrusionOk="0" h="735" w="800">
                  <a:moveTo>
                    <a:pt x="401" y="0"/>
                  </a:moveTo>
                  <a:cubicBezTo>
                    <a:pt x="231" y="0"/>
                    <a:pt x="75" y="123"/>
                    <a:pt x="42" y="294"/>
                  </a:cubicBezTo>
                  <a:cubicBezTo>
                    <a:pt x="1" y="492"/>
                    <a:pt x="133" y="687"/>
                    <a:pt x="343" y="728"/>
                  </a:cubicBezTo>
                  <a:cubicBezTo>
                    <a:pt x="365" y="732"/>
                    <a:pt x="386" y="734"/>
                    <a:pt x="407" y="734"/>
                  </a:cubicBezTo>
                  <a:cubicBezTo>
                    <a:pt x="580" y="734"/>
                    <a:pt x="739" y="603"/>
                    <a:pt x="762" y="426"/>
                  </a:cubicBezTo>
                  <a:cubicBezTo>
                    <a:pt x="800" y="231"/>
                    <a:pt x="671" y="46"/>
                    <a:pt x="472" y="8"/>
                  </a:cubicBezTo>
                  <a:cubicBezTo>
                    <a:pt x="448" y="3"/>
                    <a:pt x="424" y="0"/>
                    <a:pt x="40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4" name="Google Shape;1524;p33"/>
            <p:cNvSpPr/>
            <p:nvPr/>
          </p:nvSpPr>
          <p:spPr>
            <a:xfrm>
              <a:off x="4742187" y="766994"/>
              <a:ext cx="27140" cy="24406"/>
            </a:xfrm>
            <a:custGeom>
              <a:rect b="b" l="l" r="r" t="t"/>
              <a:pathLst>
                <a:path extrusionOk="0" h="366" w="407">
                  <a:moveTo>
                    <a:pt x="192" y="1"/>
                  </a:moveTo>
                  <a:cubicBezTo>
                    <a:pt x="112" y="1"/>
                    <a:pt x="37" y="61"/>
                    <a:pt x="26" y="149"/>
                  </a:cubicBezTo>
                  <a:cubicBezTo>
                    <a:pt x="1" y="243"/>
                    <a:pt x="64" y="347"/>
                    <a:pt x="171" y="360"/>
                  </a:cubicBezTo>
                  <a:cubicBezTo>
                    <a:pt x="186" y="363"/>
                    <a:pt x="201" y="365"/>
                    <a:pt x="216" y="365"/>
                  </a:cubicBezTo>
                  <a:cubicBezTo>
                    <a:pt x="300" y="365"/>
                    <a:pt x="370" y="306"/>
                    <a:pt x="394" y="215"/>
                  </a:cubicBezTo>
                  <a:cubicBezTo>
                    <a:pt x="407" y="111"/>
                    <a:pt x="341" y="20"/>
                    <a:pt x="237" y="7"/>
                  </a:cubicBezTo>
                  <a:cubicBezTo>
                    <a:pt x="222" y="3"/>
                    <a:pt x="207" y="1"/>
                    <a:pt x="19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5" name="Google Shape;1525;p33"/>
            <p:cNvSpPr/>
            <p:nvPr/>
          </p:nvSpPr>
          <p:spPr>
            <a:xfrm>
              <a:off x="5118682" y="1057000"/>
              <a:ext cx="46411" cy="42743"/>
            </a:xfrm>
            <a:custGeom>
              <a:rect b="b" l="l" r="r" t="t"/>
              <a:pathLst>
                <a:path extrusionOk="0" h="641" w="696">
                  <a:moveTo>
                    <a:pt x="341" y="0"/>
                  </a:moveTo>
                  <a:cubicBezTo>
                    <a:pt x="193" y="0"/>
                    <a:pt x="62" y="109"/>
                    <a:pt x="29" y="257"/>
                  </a:cubicBezTo>
                  <a:cubicBezTo>
                    <a:pt x="1" y="439"/>
                    <a:pt x="120" y="596"/>
                    <a:pt x="290" y="637"/>
                  </a:cubicBezTo>
                  <a:cubicBezTo>
                    <a:pt x="305" y="639"/>
                    <a:pt x="321" y="641"/>
                    <a:pt x="336" y="641"/>
                  </a:cubicBezTo>
                  <a:cubicBezTo>
                    <a:pt x="490" y="641"/>
                    <a:pt x="633" y="530"/>
                    <a:pt x="670" y="376"/>
                  </a:cubicBezTo>
                  <a:cubicBezTo>
                    <a:pt x="696" y="203"/>
                    <a:pt x="579" y="33"/>
                    <a:pt x="409" y="8"/>
                  </a:cubicBezTo>
                  <a:cubicBezTo>
                    <a:pt x="386" y="3"/>
                    <a:pt x="363" y="0"/>
                    <a:pt x="34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6" name="Google Shape;1526;p33"/>
            <p:cNvSpPr/>
            <p:nvPr/>
          </p:nvSpPr>
          <p:spPr>
            <a:xfrm>
              <a:off x="4947572" y="1028260"/>
              <a:ext cx="33141" cy="30474"/>
            </a:xfrm>
            <a:custGeom>
              <a:rect b="b" l="l" r="r" t="t"/>
              <a:pathLst>
                <a:path extrusionOk="0" h="457" w="497">
                  <a:moveTo>
                    <a:pt x="243" y="1"/>
                  </a:moveTo>
                  <a:cubicBezTo>
                    <a:pt x="132" y="1"/>
                    <a:pt x="36" y="85"/>
                    <a:pt x="25" y="191"/>
                  </a:cubicBezTo>
                  <a:cubicBezTo>
                    <a:pt x="0" y="320"/>
                    <a:pt x="79" y="439"/>
                    <a:pt x="208" y="452"/>
                  </a:cubicBezTo>
                  <a:cubicBezTo>
                    <a:pt x="223" y="455"/>
                    <a:pt x="238" y="456"/>
                    <a:pt x="252" y="456"/>
                  </a:cubicBezTo>
                  <a:cubicBezTo>
                    <a:pt x="355" y="456"/>
                    <a:pt x="447" y="382"/>
                    <a:pt x="472" y="269"/>
                  </a:cubicBezTo>
                  <a:cubicBezTo>
                    <a:pt x="497" y="150"/>
                    <a:pt x="418" y="33"/>
                    <a:pt x="286" y="5"/>
                  </a:cubicBezTo>
                  <a:cubicBezTo>
                    <a:pt x="272" y="2"/>
                    <a:pt x="257" y="1"/>
                    <a:pt x="243"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7" name="Google Shape;1527;p33"/>
            <p:cNvSpPr/>
            <p:nvPr/>
          </p:nvSpPr>
          <p:spPr>
            <a:xfrm>
              <a:off x="4807670" y="901628"/>
              <a:ext cx="40343" cy="36475"/>
            </a:xfrm>
            <a:custGeom>
              <a:rect b="b" l="l" r="r" t="t"/>
              <a:pathLst>
                <a:path extrusionOk="0" h="547" w="605">
                  <a:moveTo>
                    <a:pt x="308" y="1"/>
                  </a:moveTo>
                  <a:cubicBezTo>
                    <a:pt x="170" y="1"/>
                    <a:pt x="51" y="98"/>
                    <a:pt x="25" y="228"/>
                  </a:cubicBezTo>
                  <a:cubicBezTo>
                    <a:pt x="0" y="372"/>
                    <a:pt x="104" y="517"/>
                    <a:pt x="249" y="542"/>
                  </a:cubicBezTo>
                  <a:cubicBezTo>
                    <a:pt x="265" y="545"/>
                    <a:pt x="281" y="546"/>
                    <a:pt x="297" y="546"/>
                  </a:cubicBezTo>
                  <a:cubicBezTo>
                    <a:pt x="424" y="546"/>
                    <a:pt x="542" y="459"/>
                    <a:pt x="576" y="319"/>
                  </a:cubicBezTo>
                  <a:cubicBezTo>
                    <a:pt x="604" y="174"/>
                    <a:pt x="497" y="33"/>
                    <a:pt x="356" y="4"/>
                  </a:cubicBezTo>
                  <a:cubicBezTo>
                    <a:pt x="340" y="2"/>
                    <a:pt x="324" y="1"/>
                    <a:pt x="308"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8" name="Google Shape;1528;p33"/>
            <p:cNvSpPr/>
            <p:nvPr/>
          </p:nvSpPr>
          <p:spPr>
            <a:xfrm>
              <a:off x="5283924" y="802803"/>
              <a:ext cx="40343" cy="36542"/>
            </a:xfrm>
            <a:custGeom>
              <a:rect b="b" l="l" r="r" t="t"/>
              <a:pathLst>
                <a:path extrusionOk="0" h="548" w="605">
                  <a:moveTo>
                    <a:pt x="306" y="1"/>
                  </a:moveTo>
                  <a:cubicBezTo>
                    <a:pt x="181" y="1"/>
                    <a:pt x="64" y="88"/>
                    <a:pt x="39" y="228"/>
                  </a:cubicBezTo>
                  <a:cubicBezTo>
                    <a:pt x="1" y="373"/>
                    <a:pt x="105" y="518"/>
                    <a:pt x="249" y="543"/>
                  </a:cubicBezTo>
                  <a:cubicBezTo>
                    <a:pt x="268" y="546"/>
                    <a:pt x="287" y="548"/>
                    <a:pt x="305" y="548"/>
                  </a:cubicBezTo>
                  <a:cubicBezTo>
                    <a:pt x="439" y="548"/>
                    <a:pt x="554" y="458"/>
                    <a:pt x="577" y="319"/>
                  </a:cubicBezTo>
                  <a:cubicBezTo>
                    <a:pt x="605" y="178"/>
                    <a:pt x="510" y="33"/>
                    <a:pt x="353" y="5"/>
                  </a:cubicBezTo>
                  <a:cubicBezTo>
                    <a:pt x="338" y="2"/>
                    <a:pt x="322" y="1"/>
                    <a:pt x="30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9" name="Google Shape;1529;p33"/>
            <p:cNvSpPr/>
            <p:nvPr/>
          </p:nvSpPr>
          <p:spPr>
            <a:xfrm>
              <a:off x="4824207" y="704111"/>
              <a:ext cx="31541" cy="28473"/>
            </a:xfrm>
            <a:custGeom>
              <a:rect b="b" l="l" r="r" t="t"/>
              <a:pathLst>
                <a:path extrusionOk="0" h="427" w="473">
                  <a:moveTo>
                    <a:pt x="229" y="1"/>
                  </a:moveTo>
                  <a:cubicBezTo>
                    <a:pt x="131" y="1"/>
                    <a:pt x="51" y="74"/>
                    <a:pt x="29" y="177"/>
                  </a:cubicBezTo>
                  <a:cubicBezTo>
                    <a:pt x="1" y="293"/>
                    <a:pt x="79" y="400"/>
                    <a:pt x="199" y="425"/>
                  </a:cubicBezTo>
                  <a:cubicBezTo>
                    <a:pt x="207" y="426"/>
                    <a:pt x="215" y="426"/>
                    <a:pt x="224" y="426"/>
                  </a:cubicBezTo>
                  <a:cubicBezTo>
                    <a:pt x="332" y="426"/>
                    <a:pt x="436" y="352"/>
                    <a:pt x="447" y="255"/>
                  </a:cubicBezTo>
                  <a:cubicBezTo>
                    <a:pt x="472" y="136"/>
                    <a:pt x="394" y="19"/>
                    <a:pt x="277" y="7"/>
                  </a:cubicBezTo>
                  <a:cubicBezTo>
                    <a:pt x="261" y="3"/>
                    <a:pt x="245" y="1"/>
                    <a:pt x="229"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0" name="Google Shape;1530;p33"/>
            <p:cNvSpPr/>
            <p:nvPr/>
          </p:nvSpPr>
          <p:spPr>
            <a:xfrm>
              <a:off x="5215773" y="907029"/>
              <a:ext cx="31541" cy="28607"/>
            </a:xfrm>
            <a:custGeom>
              <a:rect b="b" l="l" r="r" t="t"/>
              <a:pathLst>
                <a:path extrusionOk="0" h="429" w="473">
                  <a:moveTo>
                    <a:pt x="246" y="0"/>
                  </a:moveTo>
                  <a:cubicBezTo>
                    <a:pt x="139" y="0"/>
                    <a:pt x="37" y="65"/>
                    <a:pt x="26" y="172"/>
                  </a:cubicBezTo>
                  <a:cubicBezTo>
                    <a:pt x="1" y="291"/>
                    <a:pt x="79" y="408"/>
                    <a:pt x="196" y="423"/>
                  </a:cubicBezTo>
                  <a:cubicBezTo>
                    <a:pt x="211" y="427"/>
                    <a:pt x="226" y="428"/>
                    <a:pt x="240" y="428"/>
                  </a:cubicBezTo>
                  <a:cubicBezTo>
                    <a:pt x="340" y="428"/>
                    <a:pt x="423" y="355"/>
                    <a:pt x="447" y="250"/>
                  </a:cubicBezTo>
                  <a:cubicBezTo>
                    <a:pt x="473" y="134"/>
                    <a:pt x="394" y="30"/>
                    <a:pt x="274" y="2"/>
                  </a:cubicBezTo>
                  <a:cubicBezTo>
                    <a:pt x="265" y="1"/>
                    <a:pt x="255" y="0"/>
                    <a:pt x="24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1" name="Google Shape;1531;p33"/>
            <p:cNvSpPr/>
            <p:nvPr/>
          </p:nvSpPr>
          <p:spPr>
            <a:xfrm>
              <a:off x="5169428" y="989250"/>
              <a:ext cx="31541" cy="28407"/>
            </a:xfrm>
            <a:custGeom>
              <a:rect b="b" l="l" r="r" t="t"/>
              <a:pathLst>
                <a:path extrusionOk="0" h="426" w="473">
                  <a:moveTo>
                    <a:pt x="252" y="1"/>
                  </a:moveTo>
                  <a:cubicBezTo>
                    <a:pt x="142" y="1"/>
                    <a:pt x="40" y="75"/>
                    <a:pt x="26" y="172"/>
                  </a:cubicBezTo>
                  <a:cubicBezTo>
                    <a:pt x="1" y="291"/>
                    <a:pt x="79" y="408"/>
                    <a:pt x="199" y="420"/>
                  </a:cubicBezTo>
                  <a:cubicBezTo>
                    <a:pt x="215" y="424"/>
                    <a:pt x="231" y="426"/>
                    <a:pt x="246" y="426"/>
                  </a:cubicBezTo>
                  <a:cubicBezTo>
                    <a:pt x="342" y="426"/>
                    <a:pt x="423" y="353"/>
                    <a:pt x="447" y="250"/>
                  </a:cubicBezTo>
                  <a:cubicBezTo>
                    <a:pt x="472" y="134"/>
                    <a:pt x="394" y="27"/>
                    <a:pt x="277" y="2"/>
                  </a:cubicBezTo>
                  <a:cubicBezTo>
                    <a:pt x="269" y="1"/>
                    <a:pt x="261" y="1"/>
                    <a:pt x="252"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2" name="Google Shape;1532;p33"/>
            <p:cNvSpPr/>
            <p:nvPr/>
          </p:nvSpPr>
          <p:spPr>
            <a:xfrm>
              <a:off x="4770927" y="788999"/>
              <a:ext cx="53346" cy="48812"/>
            </a:xfrm>
            <a:custGeom>
              <a:rect b="b" l="l" r="r" t="t"/>
              <a:pathLst>
                <a:path extrusionOk="0" h="732" w="800">
                  <a:moveTo>
                    <a:pt x="406" y="1"/>
                  </a:moveTo>
                  <a:cubicBezTo>
                    <a:pt x="228" y="1"/>
                    <a:pt x="65" y="126"/>
                    <a:pt x="42" y="306"/>
                  </a:cubicBezTo>
                  <a:cubicBezTo>
                    <a:pt x="1" y="501"/>
                    <a:pt x="133" y="684"/>
                    <a:pt x="328" y="725"/>
                  </a:cubicBezTo>
                  <a:cubicBezTo>
                    <a:pt x="351" y="729"/>
                    <a:pt x="374" y="731"/>
                    <a:pt x="397" y="731"/>
                  </a:cubicBezTo>
                  <a:cubicBezTo>
                    <a:pt x="570" y="731"/>
                    <a:pt x="726" y="610"/>
                    <a:pt x="762" y="435"/>
                  </a:cubicBezTo>
                  <a:cubicBezTo>
                    <a:pt x="800" y="240"/>
                    <a:pt x="671" y="42"/>
                    <a:pt x="460" y="4"/>
                  </a:cubicBezTo>
                  <a:cubicBezTo>
                    <a:pt x="442" y="2"/>
                    <a:pt x="424" y="1"/>
                    <a:pt x="40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3" name="Google Shape;1533;p33"/>
            <p:cNvSpPr/>
            <p:nvPr/>
          </p:nvSpPr>
          <p:spPr>
            <a:xfrm>
              <a:off x="4887157" y="946839"/>
              <a:ext cx="46411" cy="42810"/>
            </a:xfrm>
            <a:custGeom>
              <a:rect b="b" l="l" r="r" t="t"/>
              <a:pathLst>
                <a:path extrusionOk="0" h="642" w="696">
                  <a:moveTo>
                    <a:pt x="338" y="1"/>
                  </a:moveTo>
                  <a:cubicBezTo>
                    <a:pt x="193" y="1"/>
                    <a:pt x="61" y="110"/>
                    <a:pt x="29" y="257"/>
                  </a:cubicBezTo>
                  <a:cubicBezTo>
                    <a:pt x="0" y="427"/>
                    <a:pt x="120" y="597"/>
                    <a:pt x="290" y="638"/>
                  </a:cubicBezTo>
                  <a:cubicBezTo>
                    <a:pt x="305" y="640"/>
                    <a:pt x="321" y="641"/>
                    <a:pt x="336" y="641"/>
                  </a:cubicBezTo>
                  <a:cubicBezTo>
                    <a:pt x="489" y="641"/>
                    <a:pt x="633" y="531"/>
                    <a:pt x="670" y="377"/>
                  </a:cubicBezTo>
                  <a:cubicBezTo>
                    <a:pt x="695" y="204"/>
                    <a:pt x="579" y="34"/>
                    <a:pt x="406" y="9"/>
                  </a:cubicBezTo>
                  <a:cubicBezTo>
                    <a:pt x="383" y="3"/>
                    <a:pt x="361" y="1"/>
                    <a:pt x="338"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4" name="Google Shape;1534;p33"/>
            <p:cNvSpPr/>
            <p:nvPr/>
          </p:nvSpPr>
          <p:spPr>
            <a:xfrm>
              <a:off x="5041929" y="1032728"/>
              <a:ext cx="39276" cy="36475"/>
            </a:xfrm>
            <a:custGeom>
              <a:rect b="b" l="l" r="r" t="t"/>
              <a:pathLst>
                <a:path extrusionOk="0" h="547" w="589">
                  <a:moveTo>
                    <a:pt x="296" y="0"/>
                  </a:moveTo>
                  <a:cubicBezTo>
                    <a:pt x="167" y="0"/>
                    <a:pt x="48" y="97"/>
                    <a:pt x="26" y="227"/>
                  </a:cubicBezTo>
                  <a:cubicBezTo>
                    <a:pt x="0" y="372"/>
                    <a:pt x="92" y="517"/>
                    <a:pt x="249" y="542"/>
                  </a:cubicBezTo>
                  <a:cubicBezTo>
                    <a:pt x="265" y="545"/>
                    <a:pt x="281" y="546"/>
                    <a:pt x="297" y="546"/>
                  </a:cubicBezTo>
                  <a:cubicBezTo>
                    <a:pt x="424" y="546"/>
                    <a:pt x="541" y="460"/>
                    <a:pt x="563" y="331"/>
                  </a:cubicBezTo>
                  <a:cubicBezTo>
                    <a:pt x="589" y="174"/>
                    <a:pt x="497" y="32"/>
                    <a:pt x="340" y="4"/>
                  </a:cubicBezTo>
                  <a:cubicBezTo>
                    <a:pt x="325" y="2"/>
                    <a:pt x="311" y="0"/>
                    <a:pt x="29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5" name="Google Shape;1535;p33"/>
          <p:cNvGrpSpPr/>
          <p:nvPr/>
        </p:nvGrpSpPr>
        <p:grpSpPr>
          <a:xfrm>
            <a:off x="3920791" y="494488"/>
            <a:ext cx="1540389" cy="1167719"/>
            <a:chOff x="475775" y="3784023"/>
            <a:chExt cx="1050384" cy="796263"/>
          </a:xfrm>
        </p:grpSpPr>
        <p:sp>
          <p:nvSpPr>
            <p:cNvPr id="1536" name="Google Shape;1536;p33"/>
            <p:cNvSpPr/>
            <p:nvPr/>
          </p:nvSpPr>
          <p:spPr>
            <a:xfrm>
              <a:off x="575400" y="3784023"/>
              <a:ext cx="950759" cy="762048"/>
            </a:xfrm>
            <a:custGeom>
              <a:rect b="b" l="l" r="r" t="t"/>
              <a:pathLst>
                <a:path extrusionOk="0" h="11428" w="14258">
                  <a:moveTo>
                    <a:pt x="4549" y="3357"/>
                  </a:moveTo>
                  <a:lnTo>
                    <a:pt x="2413" y="2397"/>
                  </a:lnTo>
                  <a:lnTo>
                    <a:pt x="1" y="7798"/>
                  </a:lnTo>
                  <a:lnTo>
                    <a:pt x="6750" y="10827"/>
                  </a:lnTo>
                  <a:lnTo>
                    <a:pt x="7313" y="9553"/>
                  </a:lnTo>
                  <a:lnTo>
                    <a:pt x="9279" y="11427"/>
                  </a:lnTo>
                  <a:lnTo>
                    <a:pt x="14258" y="6225"/>
                  </a:lnTo>
                  <a:lnTo>
                    <a:pt x="7760" y="1"/>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7" name="Google Shape;1537;p33"/>
            <p:cNvSpPr/>
            <p:nvPr/>
          </p:nvSpPr>
          <p:spPr>
            <a:xfrm>
              <a:off x="660955" y="3817165"/>
              <a:ext cx="766449" cy="763115"/>
            </a:xfrm>
            <a:custGeom>
              <a:rect b="b" l="l" r="r" t="t"/>
              <a:pathLst>
                <a:path extrusionOk="0" h="11444" w="11494">
                  <a:moveTo>
                    <a:pt x="4996" y="1"/>
                  </a:moveTo>
                  <a:lnTo>
                    <a:pt x="1" y="5219"/>
                  </a:lnTo>
                  <a:lnTo>
                    <a:pt x="6502" y="11443"/>
                  </a:lnTo>
                  <a:lnTo>
                    <a:pt x="11494" y="6225"/>
                  </a:lnTo>
                  <a:lnTo>
                    <a:pt x="4996"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8" name="Google Shape;1538;p33"/>
            <p:cNvSpPr/>
            <p:nvPr/>
          </p:nvSpPr>
          <p:spPr>
            <a:xfrm>
              <a:off x="715302" y="3870445"/>
              <a:ext cx="664891" cy="661757"/>
            </a:xfrm>
            <a:custGeom>
              <a:rect b="b" l="l" r="r" t="t"/>
              <a:pathLst>
                <a:path extrusionOk="0" h="9924" w="9971">
                  <a:moveTo>
                    <a:pt x="4297" y="1"/>
                  </a:moveTo>
                  <a:lnTo>
                    <a:pt x="1" y="4483"/>
                  </a:lnTo>
                  <a:lnTo>
                    <a:pt x="5675" y="9924"/>
                  </a:lnTo>
                  <a:lnTo>
                    <a:pt x="9971" y="5442"/>
                  </a:lnTo>
                  <a:lnTo>
                    <a:pt x="4297" y="1"/>
                  </a:lnTo>
                  <a:close/>
                </a:path>
              </a:pathLst>
            </a:custGeom>
            <a:solidFill>
              <a:srgbClr val="4719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9" name="Google Shape;1539;p33"/>
            <p:cNvSpPr/>
            <p:nvPr/>
          </p:nvSpPr>
          <p:spPr>
            <a:xfrm>
              <a:off x="660955" y="3817165"/>
              <a:ext cx="340881" cy="352217"/>
            </a:xfrm>
            <a:custGeom>
              <a:rect b="b" l="l" r="r" t="t"/>
              <a:pathLst>
                <a:path extrusionOk="0" h="5282" w="5112">
                  <a:moveTo>
                    <a:pt x="4996" y="1"/>
                  </a:moveTo>
                  <a:lnTo>
                    <a:pt x="1" y="5219"/>
                  </a:lnTo>
                  <a:lnTo>
                    <a:pt x="816" y="5282"/>
                  </a:lnTo>
                  <a:lnTo>
                    <a:pt x="5112" y="800"/>
                  </a:lnTo>
                  <a:lnTo>
                    <a:pt x="499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0" name="Google Shape;1540;p33"/>
            <p:cNvSpPr/>
            <p:nvPr/>
          </p:nvSpPr>
          <p:spPr>
            <a:xfrm>
              <a:off x="1087596" y="4228069"/>
              <a:ext cx="339814" cy="352217"/>
            </a:xfrm>
            <a:custGeom>
              <a:rect b="b" l="l" r="r" t="t"/>
              <a:pathLst>
                <a:path extrusionOk="0" h="5282" w="5096">
                  <a:moveTo>
                    <a:pt x="4297" y="0"/>
                  </a:moveTo>
                  <a:lnTo>
                    <a:pt x="0" y="4482"/>
                  </a:lnTo>
                  <a:lnTo>
                    <a:pt x="104" y="5281"/>
                  </a:lnTo>
                  <a:lnTo>
                    <a:pt x="5096" y="63"/>
                  </a:lnTo>
                  <a:lnTo>
                    <a:pt x="4297"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1" name="Google Shape;1541;p33"/>
            <p:cNvSpPr/>
            <p:nvPr/>
          </p:nvSpPr>
          <p:spPr>
            <a:xfrm>
              <a:off x="715302" y="3871512"/>
              <a:ext cx="658023" cy="654422"/>
            </a:xfrm>
            <a:custGeom>
              <a:rect b="b" l="l" r="r" t="t"/>
              <a:pathLst>
                <a:path extrusionOk="0" h="9814" w="9868">
                  <a:moveTo>
                    <a:pt x="4284" y="117"/>
                  </a:moveTo>
                  <a:lnTo>
                    <a:pt x="9751" y="5347"/>
                  </a:lnTo>
                  <a:lnTo>
                    <a:pt x="5568" y="9697"/>
                  </a:lnTo>
                  <a:lnTo>
                    <a:pt x="117" y="4467"/>
                  </a:lnTo>
                  <a:lnTo>
                    <a:pt x="4284" y="117"/>
                  </a:lnTo>
                  <a:close/>
                  <a:moveTo>
                    <a:pt x="4284" y="0"/>
                  </a:moveTo>
                  <a:lnTo>
                    <a:pt x="1" y="4467"/>
                  </a:lnTo>
                  <a:lnTo>
                    <a:pt x="5568" y="9813"/>
                  </a:lnTo>
                  <a:lnTo>
                    <a:pt x="9867" y="5332"/>
                  </a:lnTo>
                  <a:lnTo>
                    <a:pt x="42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2" name="Google Shape;1542;p33"/>
            <p:cNvSpPr/>
            <p:nvPr/>
          </p:nvSpPr>
          <p:spPr>
            <a:xfrm>
              <a:off x="993172" y="4137046"/>
              <a:ext cx="285735" cy="298938"/>
            </a:xfrm>
            <a:custGeom>
              <a:rect b="b" l="l" r="r" t="t"/>
              <a:pathLst>
                <a:path extrusionOk="0" h="4483" w="4285">
                  <a:moveTo>
                    <a:pt x="4231" y="0"/>
                  </a:moveTo>
                  <a:lnTo>
                    <a:pt x="1" y="4432"/>
                  </a:lnTo>
                  <a:lnTo>
                    <a:pt x="51" y="4482"/>
                  </a:lnTo>
                  <a:lnTo>
                    <a:pt x="4285" y="66"/>
                  </a:lnTo>
                  <a:lnTo>
                    <a:pt x="4231"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3" name="Google Shape;1543;p33"/>
            <p:cNvSpPr/>
            <p:nvPr/>
          </p:nvSpPr>
          <p:spPr>
            <a:xfrm>
              <a:off x="900482" y="4049757"/>
              <a:ext cx="286801" cy="297937"/>
            </a:xfrm>
            <a:custGeom>
              <a:rect b="b" l="l" r="r" t="t"/>
              <a:pathLst>
                <a:path extrusionOk="0" h="4468" w="4301">
                  <a:moveTo>
                    <a:pt x="4234" y="1"/>
                  </a:moveTo>
                  <a:lnTo>
                    <a:pt x="1" y="4417"/>
                  </a:lnTo>
                  <a:lnTo>
                    <a:pt x="67" y="4467"/>
                  </a:lnTo>
                  <a:lnTo>
                    <a:pt x="4300" y="51"/>
                  </a:lnTo>
                  <a:lnTo>
                    <a:pt x="423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4" name="Google Shape;1544;p33"/>
            <p:cNvSpPr/>
            <p:nvPr/>
          </p:nvSpPr>
          <p:spPr>
            <a:xfrm>
              <a:off x="808659" y="3961468"/>
              <a:ext cx="286735" cy="298137"/>
            </a:xfrm>
            <a:custGeom>
              <a:rect b="b" l="l" r="r" t="t"/>
              <a:pathLst>
                <a:path extrusionOk="0" h="4471" w="4300">
                  <a:moveTo>
                    <a:pt x="4234" y="1"/>
                  </a:moveTo>
                  <a:lnTo>
                    <a:pt x="0" y="4417"/>
                  </a:lnTo>
                  <a:lnTo>
                    <a:pt x="66" y="4470"/>
                  </a:lnTo>
                  <a:lnTo>
                    <a:pt x="4300" y="51"/>
                  </a:lnTo>
                  <a:lnTo>
                    <a:pt x="423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5" name="Google Shape;1545;p33"/>
            <p:cNvSpPr/>
            <p:nvPr/>
          </p:nvSpPr>
          <p:spPr>
            <a:xfrm>
              <a:off x="928423" y="3946597"/>
              <a:ext cx="372288" cy="356618"/>
            </a:xfrm>
            <a:custGeom>
              <a:rect b="b" l="l" r="r" t="t"/>
              <a:pathLst>
                <a:path extrusionOk="0" h="5348" w="5583">
                  <a:moveTo>
                    <a:pt x="66" y="0"/>
                  </a:moveTo>
                  <a:lnTo>
                    <a:pt x="0" y="66"/>
                  </a:lnTo>
                  <a:lnTo>
                    <a:pt x="5517" y="5347"/>
                  </a:lnTo>
                  <a:lnTo>
                    <a:pt x="5583" y="5281"/>
                  </a:lnTo>
                  <a:lnTo>
                    <a:pt x="6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6" name="Google Shape;1546;p33"/>
            <p:cNvSpPr/>
            <p:nvPr/>
          </p:nvSpPr>
          <p:spPr>
            <a:xfrm>
              <a:off x="858538" y="4020016"/>
              <a:ext cx="371488" cy="356618"/>
            </a:xfrm>
            <a:custGeom>
              <a:rect b="b" l="l" r="r" t="t"/>
              <a:pathLst>
                <a:path extrusionOk="0" h="5348" w="5571">
                  <a:moveTo>
                    <a:pt x="54" y="0"/>
                  </a:moveTo>
                  <a:lnTo>
                    <a:pt x="1" y="66"/>
                  </a:lnTo>
                  <a:lnTo>
                    <a:pt x="5505" y="5347"/>
                  </a:lnTo>
                  <a:lnTo>
                    <a:pt x="5571" y="5294"/>
                  </a:lnTo>
                  <a:lnTo>
                    <a:pt x="5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7" name="Google Shape;1547;p33"/>
            <p:cNvSpPr/>
            <p:nvPr/>
          </p:nvSpPr>
          <p:spPr>
            <a:xfrm>
              <a:off x="787654" y="4094235"/>
              <a:ext cx="371488" cy="356618"/>
            </a:xfrm>
            <a:custGeom>
              <a:rect b="b" l="l" r="r" t="t"/>
              <a:pathLst>
                <a:path extrusionOk="0" h="5348" w="5571">
                  <a:moveTo>
                    <a:pt x="54" y="1"/>
                  </a:moveTo>
                  <a:lnTo>
                    <a:pt x="1" y="54"/>
                  </a:lnTo>
                  <a:lnTo>
                    <a:pt x="5521" y="5347"/>
                  </a:lnTo>
                  <a:lnTo>
                    <a:pt x="5571" y="5281"/>
                  </a:lnTo>
                  <a:lnTo>
                    <a:pt x="5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8" name="Google Shape;1548;p33"/>
            <p:cNvSpPr/>
            <p:nvPr/>
          </p:nvSpPr>
          <p:spPr>
            <a:xfrm>
              <a:off x="475775" y="3977205"/>
              <a:ext cx="611879" cy="561933"/>
            </a:xfrm>
            <a:custGeom>
              <a:rect b="b" l="l" r="r" t="t"/>
              <a:pathLst>
                <a:path extrusionOk="0" h="8427" w="9176">
                  <a:moveTo>
                    <a:pt x="2426" y="1"/>
                  </a:moveTo>
                  <a:lnTo>
                    <a:pt x="1" y="5413"/>
                  </a:lnTo>
                  <a:lnTo>
                    <a:pt x="6763" y="8427"/>
                  </a:lnTo>
                  <a:lnTo>
                    <a:pt x="9175" y="3014"/>
                  </a:lnTo>
                  <a:lnTo>
                    <a:pt x="2426"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9" name="Google Shape;1549;p33"/>
            <p:cNvSpPr/>
            <p:nvPr/>
          </p:nvSpPr>
          <p:spPr>
            <a:xfrm>
              <a:off x="518586" y="4016415"/>
              <a:ext cx="532326" cy="486049"/>
            </a:xfrm>
            <a:custGeom>
              <a:rect b="b" l="l" r="r" t="t"/>
              <a:pathLst>
                <a:path extrusionOk="0" h="7289" w="7983">
                  <a:moveTo>
                    <a:pt x="2086" y="1"/>
                  </a:moveTo>
                  <a:lnTo>
                    <a:pt x="0" y="4653"/>
                  </a:lnTo>
                  <a:lnTo>
                    <a:pt x="5898" y="7288"/>
                  </a:lnTo>
                  <a:lnTo>
                    <a:pt x="7983" y="2636"/>
                  </a:lnTo>
                  <a:lnTo>
                    <a:pt x="2086"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0" name="Google Shape;1550;p33"/>
            <p:cNvSpPr/>
            <p:nvPr/>
          </p:nvSpPr>
          <p:spPr>
            <a:xfrm>
              <a:off x="475775" y="3977205"/>
              <a:ext cx="181910" cy="361019"/>
            </a:xfrm>
            <a:custGeom>
              <a:rect b="b" l="l" r="r" t="t"/>
              <a:pathLst>
                <a:path extrusionOk="0" h="5414" w="2728">
                  <a:moveTo>
                    <a:pt x="2426" y="1"/>
                  </a:moveTo>
                  <a:lnTo>
                    <a:pt x="1" y="5413"/>
                  </a:lnTo>
                  <a:lnTo>
                    <a:pt x="1" y="5413"/>
                  </a:lnTo>
                  <a:lnTo>
                    <a:pt x="642" y="5241"/>
                  </a:lnTo>
                  <a:lnTo>
                    <a:pt x="2728" y="589"/>
                  </a:lnTo>
                  <a:lnTo>
                    <a:pt x="2426"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1" name="Google Shape;1551;p33"/>
            <p:cNvSpPr/>
            <p:nvPr/>
          </p:nvSpPr>
          <p:spPr>
            <a:xfrm>
              <a:off x="906551" y="4178123"/>
              <a:ext cx="181110" cy="361019"/>
            </a:xfrm>
            <a:custGeom>
              <a:rect b="b" l="l" r="r" t="t"/>
              <a:pathLst>
                <a:path extrusionOk="0" h="5414" w="2716">
                  <a:moveTo>
                    <a:pt x="2715" y="1"/>
                  </a:moveTo>
                  <a:lnTo>
                    <a:pt x="2086" y="171"/>
                  </a:lnTo>
                  <a:lnTo>
                    <a:pt x="1" y="4838"/>
                  </a:lnTo>
                  <a:lnTo>
                    <a:pt x="303" y="5414"/>
                  </a:lnTo>
                  <a:lnTo>
                    <a:pt x="2715"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2" name="Google Shape;1552;p33"/>
            <p:cNvSpPr/>
            <p:nvPr/>
          </p:nvSpPr>
          <p:spPr>
            <a:xfrm>
              <a:off x="518586" y="4016415"/>
              <a:ext cx="525191" cy="483315"/>
            </a:xfrm>
            <a:custGeom>
              <a:rect b="b" l="l" r="r" t="t"/>
              <a:pathLst>
                <a:path extrusionOk="0" h="7248" w="7876">
                  <a:moveTo>
                    <a:pt x="2123" y="92"/>
                  </a:moveTo>
                  <a:lnTo>
                    <a:pt x="7785" y="2636"/>
                  </a:lnTo>
                  <a:lnTo>
                    <a:pt x="5766" y="7156"/>
                  </a:lnTo>
                  <a:lnTo>
                    <a:pt x="92" y="4627"/>
                  </a:lnTo>
                  <a:lnTo>
                    <a:pt x="2123" y="92"/>
                  </a:lnTo>
                  <a:close/>
                  <a:moveTo>
                    <a:pt x="2086" y="1"/>
                  </a:moveTo>
                  <a:lnTo>
                    <a:pt x="13" y="4627"/>
                  </a:lnTo>
                  <a:lnTo>
                    <a:pt x="0" y="4653"/>
                  </a:lnTo>
                  <a:lnTo>
                    <a:pt x="5766" y="7235"/>
                  </a:lnTo>
                  <a:lnTo>
                    <a:pt x="5794" y="7247"/>
                  </a:lnTo>
                  <a:lnTo>
                    <a:pt x="7863" y="2624"/>
                  </a:lnTo>
                  <a:lnTo>
                    <a:pt x="7876" y="2596"/>
                  </a:lnTo>
                  <a:lnTo>
                    <a:pt x="2123" y="13"/>
                  </a:lnTo>
                  <a:lnTo>
                    <a:pt x="208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3" name="Google Shape;1553;p33"/>
            <p:cNvSpPr/>
            <p:nvPr/>
          </p:nvSpPr>
          <p:spPr>
            <a:xfrm>
              <a:off x="806125" y="4146648"/>
              <a:ext cx="141634" cy="308607"/>
            </a:xfrm>
            <a:custGeom>
              <a:rect b="b" l="l" r="r" t="t"/>
              <a:pathLst>
                <a:path extrusionOk="0" h="4628" w="2124">
                  <a:moveTo>
                    <a:pt x="2057" y="1"/>
                  </a:moveTo>
                  <a:lnTo>
                    <a:pt x="0" y="4587"/>
                  </a:lnTo>
                  <a:lnTo>
                    <a:pt x="66" y="4628"/>
                  </a:lnTo>
                  <a:lnTo>
                    <a:pt x="2123" y="26"/>
                  </a:lnTo>
                  <a:lnTo>
                    <a:pt x="205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4" name="Google Shape;1554;p33"/>
            <p:cNvSpPr/>
            <p:nvPr/>
          </p:nvSpPr>
          <p:spPr>
            <a:xfrm>
              <a:off x="710901" y="4103904"/>
              <a:ext cx="141634" cy="308540"/>
            </a:xfrm>
            <a:custGeom>
              <a:rect b="b" l="l" r="r" t="t"/>
              <a:pathLst>
                <a:path extrusionOk="0" h="4627" w="2124">
                  <a:moveTo>
                    <a:pt x="2057" y="0"/>
                  </a:moveTo>
                  <a:lnTo>
                    <a:pt x="0" y="4599"/>
                  </a:lnTo>
                  <a:lnTo>
                    <a:pt x="67" y="4627"/>
                  </a:lnTo>
                  <a:lnTo>
                    <a:pt x="2124" y="38"/>
                  </a:lnTo>
                  <a:lnTo>
                    <a:pt x="2057"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5" name="Google Shape;1555;p33"/>
            <p:cNvSpPr/>
            <p:nvPr/>
          </p:nvSpPr>
          <p:spPr>
            <a:xfrm>
              <a:off x="615677" y="4061960"/>
              <a:ext cx="140567" cy="307740"/>
            </a:xfrm>
            <a:custGeom>
              <a:rect b="b" l="l" r="r" t="t"/>
              <a:pathLst>
                <a:path extrusionOk="0" h="4615" w="2108">
                  <a:moveTo>
                    <a:pt x="2045" y="0"/>
                  </a:moveTo>
                  <a:lnTo>
                    <a:pt x="1" y="4586"/>
                  </a:lnTo>
                  <a:lnTo>
                    <a:pt x="63" y="4614"/>
                  </a:lnTo>
                  <a:lnTo>
                    <a:pt x="2108" y="25"/>
                  </a:lnTo>
                  <a:lnTo>
                    <a:pt x="2045"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6" name="Google Shape;1556;p33"/>
            <p:cNvSpPr/>
            <p:nvPr/>
          </p:nvSpPr>
          <p:spPr>
            <a:xfrm>
              <a:off x="623412" y="4094235"/>
              <a:ext cx="384558" cy="174775"/>
            </a:xfrm>
            <a:custGeom>
              <a:rect b="b" l="l" r="r" t="t"/>
              <a:pathLst>
                <a:path extrusionOk="0" h="2621" w="5767">
                  <a:moveTo>
                    <a:pt x="26" y="1"/>
                  </a:moveTo>
                  <a:lnTo>
                    <a:pt x="1" y="67"/>
                  </a:lnTo>
                  <a:lnTo>
                    <a:pt x="5728" y="2621"/>
                  </a:lnTo>
                  <a:lnTo>
                    <a:pt x="5766" y="2558"/>
                  </a:lnTo>
                  <a:lnTo>
                    <a:pt x="2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7" name="Google Shape;1557;p33"/>
            <p:cNvSpPr/>
            <p:nvPr/>
          </p:nvSpPr>
          <p:spPr>
            <a:xfrm>
              <a:off x="589470" y="4170387"/>
              <a:ext cx="383691" cy="175575"/>
            </a:xfrm>
            <a:custGeom>
              <a:rect b="b" l="l" r="r" t="t"/>
              <a:pathLst>
                <a:path extrusionOk="0" h="2633" w="5754">
                  <a:moveTo>
                    <a:pt x="26" y="0"/>
                  </a:moveTo>
                  <a:lnTo>
                    <a:pt x="0" y="63"/>
                  </a:lnTo>
                  <a:lnTo>
                    <a:pt x="5725" y="2633"/>
                  </a:lnTo>
                  <a:lnTo>
                    <a:pt x="5753" y="2567"/>
                  </a:lnTo>
                  <a:lnTo>
                    <a:pt x="2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8" name="Google Shape;1558;p33"/>
            <p:cNvSpPr/>
            <p:nvPr/>
          </p:nvSpPr>
          <p:spPr>
            <a:xfrm>
              <a:off x="555262" y="4247140"/>
              <a:ext cx="383691" cy="174975"/>
            </a:xfrm>
            <a:custGeom>
              <a:rect b="b" l="l" r="r" t="t"/>
              <a:pathLst>
                <a:path extrusionOk="0" h="2624" w="5754">
                  <a:moveTo>
                    <a:pt x="26" y="0"/>
                  </a:moveTo>
                  <a:lnTo>
                    <a:pt x="1" y="67"/>
                  </a:lnTo>
                  <a:lnTo>
                    <a:pt x="5728" y="2624"/>
                  </a:lnTo>
                  <a:lnTo>
                    <a:pt x="5753" y="2558"/>
                  </a:lnTo>
                  <a:lnTo>
                    <a:pt x="2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59" name="Google Shape;1559;p33"/>
          <p:cNvGrpSpPr/>
          <p:nvPr/>
        </p:nvGrpSpPr>
        <p:grpSpPr>
          <a:xfrm>
            <a:off x="1818181" y="4032365"/>
            <a:ext cx="2286011" cy="1977986"/>
            <a:chOff x="6222494" y="3474678"/>
            <a:chExt cx="1406949" cy="1217372"/>
          </a:xfrm>
        </p:grpSpPr>
        <p:sp>
          <p:nvSpPr>
            <p:cNvPr id="1560" name="Google Shape;1560;p33"/>
            <p:cNvSpPr/>
            <p:nvPr/>
          </p:nvSpPr>
          <p:spPr>
            <a:xfrm>
              <a:off x="7220413" y="3895851"/>
              <a:ext cx="409030" cy="631150"/>
            </a:xfrm>
            <a:custGeom>
              <a:rect b="b" l="l" r="r" t="t"/>
              <a:pathLst>
                <a:path extrusionOk="0" h="9465" w="6134">
                  <a:moveTo>
                    <a:pt x="1209" y="16"/>
                  </a:moveTo>
                  <a:cubicBezTo>
                    <a:pt x="1193" y="16"/>
                    <a:pt x="1180" y="0"/>
                    <a:pt x="1180" y="0"/>
                  </a:cubicBezTo>
                  <a:cubicBezTo>
                    <a:pt x="1180" y="0"/>
                    <a:pt x="1" y="3605"/>
                    <a:pt x="894" y="6133"/>
                  </a:cubicBezTo>
                  <a:cubicBezTo>
                    <a:pt x="1693" y="8429"/>
                    <a:pt x="4209" y="9294"/>
                    <a:pt x="4668" y="9436"/>
                  </a:cubicBezTo>
                  <a:cubicBezTo>
                    <a:pt x="4719" y="9451"/>
                    <a:pt x="4747" y="9464"/>
                    <a:pt x="4747" y="9464"/>
                  </a:cubicBezTo>
                  <a:cubicBezTo>
                    <a:pt x="4747" y="9464"/>
                    <a:pt x="6134" y="7143"/>
                    <a:pt x="5244" y="4602"/>
                  </a:cubicBezTo>
                  <a:cubicBezTo>
                    <a:pt x="4404" y="2189"/>
                    <a:pt x="1482" y="198"/>
                    <a:pt x="1209" y="16"/>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1" name="Google Shape;1561;p33"/>
            <p:cNvSpPr/>
            <p:nvPr/>
          </p:nvSpPr>
          <p:spPr>
            <a:xfrm>
              <a:off x="6475892" y="3474678"/>
              <a:ext cx="148769" cy="195780"/>
            </a:xfrm>
            <a:custGeom>
              <a:rect b="b" l="l" r="r" t="t"/>
              <a:pathLst>
                <a:path extrusionOk="0" h="2936" w="2231">
                  <a:moveTo>
                    <a:pt x="720" y="2793"/>
                  </a:moveTo>
                  <a:cubicBezTo>
                    <a:pt x="1221" y="2935"/>
                    <a:pt x="1796" y="2463"/>
                    <a:pt x="2007" y="1730"/>
                  </a:cubicBezTo>
                  <a:cubicBezTo>
                    <a:pt x="2230" y="1010"/>
                    <a:pt x="2007" y="290"/>
                    <a:pt x="1507" y="145"/>
                  </a:cubicBezTo>
                  <a:cubicBezTo>
                    <a:pt x="1010" y="1"/>
                    <a:pt x="434" y="472"/>
                    <a:pt x="224" y="1205"/>
                  </a:cubicBezTo>
                  <a:cubicBezTo>
                    <a:pt x="0" y="1941"/>
                    <a:pt x="224" y="2649"/>
                    <a:pt x="720" y="279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2" name="Google Shape;1562;p33"/>
            <p:cNvSpPr/>
            <p:nvPr/>
          </p:nvSpPr>
          <p:spPr>
            <a:xfrm>
              <a:off x="6694480" y="4499718"/>
              <a:ext cx="205382" cy="179176"/>
            </a:xfrm>
            <a:custGeom>
              <a:rect b="b" l="l" r="r" t="t"/>
              <a:pathLst>
                <a:path extrusionOk="0" h="2687" w="3080">
                  <a:moveTo>
                    <a:pt x="931" y="460"/>
                  </a:moveTo>
                  <a:cubicBezTo>
                    <a:pt x="277" y="919"/>
                    <a:pt x="0" y="1680"/>
                    <a:pt x="343" y="2177"/>
                  </a:cubicBezTo>
                  <a:cubicBezTo>
                    <a:pt x="683" y="2662"/>
                    <a:pt x="1494" y="2687"/>
                    <a:pt x="2152" y="2243"/>
                  </a:cubicBezTo>
                  <a:cubicBezTo>
                    <a:pt x="2819" y="1784"/>
                    <a:pt x="3080" y="1010"/>
                    <a:pt x="2753" y="526"/>
                  </a:cubicBezTo>
                  <a:cubicBezTo>
                    <a:pt x="2413" y="42"/>
                    <a:pt x="1601" y="1"/>
                    <a:pt x="931" y="46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3" name="Google Shape;1563;p33"/>
            <p:cNvSpPr/>
            <p:nvPr/>
          </p:nvSpPr>
          <p:spPr>
            <a:xfrm>
              <a:off x="6392004" y="3799760"/>
              <a:ext cx="154837" cy="206249"/>
            </a:xfrm>
            <a:custGeom>
              <a:rect b="b" l="l" r="r" t="t"/>
              <a:pathLst>
                <a:path extrusionOk="0" h="3093" w="2322">
                  <a:moveTo>
                    <a:pt x="1680" y="183"/>
                  </a:moveTo>
                  <a:cubicBezTo>
                    <a:pt x="1192" y="1"/>
                    <a:pt x="579" y="460"/>
                    <a:pt x="289" y="1205"/>
                  </a:cubicBezTo>
                  <a:cubicBezTo>
                    <a:pt x="0" y="1966"/>
                    <a:pt x="157" y="2728"/>
                    <a:pt x="642" y="2910"/>
                  </a:cubicBezTo>
                  <a:cubicBezTo>
                    <a:pt x="1129" y="3092"/>
                    <a:pt x="1743" y="2636"/>
                    <a:pt x="2032" y="1875"/>
                  </a:cubicBezTo>
                  <a:cubicBezTo>
                    <a:pt x="2321" y="1127"/>
                    <a:pt x="2164" y="369"/>
                    <a:pt x="1680" y="18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4" name="Google Shape;1564;p33"/>
            <p:cNvSpPr/>
            <p:nvPr/>
          </p:nvSpPr>
          <p:spPr>
            <a:xfrm>
              <a:off x="6321319" y="3615380"/>
              <a:ext cx="144968" cy="165173"/>
            </a:xfrm>
            <a:custGeom>
              <a:rect b="b" l="l" r="r" t="t"/>
              <a:pathLst>
                <a:path extrusionOk="0" h="2477" w="2174">
                  <a:moveTo>
                    <a:pt x="1768" y="2215"/>
                  </a:moveTo>
                  <a:cubicBezTo>
                    <a:pt x="2161" y="1942"/>
                    <a:pt x="2174" y="1284"/>
                    <a:pt x="1809" y="746"/>
                  </a:cubicBezTo>
                  <a:cubicBezTo>
                    <a:pt x="1428" y="212"/>
                    <a:pt x="812" y="1"/>
                    <a:pt x="419" y="275"/>
                  </a:cubicBezTo>
                  <a:cubicBezTo>
                    <a:pt x="25" y="551"/>
                    <a:pt x="0" y="1206"/>
                    <a:pt x="381" y="1731"/>
                  </a:cubicBezTo>
                  <a:cubicBezTo>
                    <a:pt x="746" y="2269"/>
                    <a:pt x="1375" y="2476"/>
                    <a:pt x="1768" y="221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5" name="Google Shape;1565;p33"/>
            <p:cNvSpPr/>
            <p:nvPr/>
          </p:nvSpPr>
          <p:spPr>
            <a:xfrm>
              <a:off x="6541508" y="3798960"/>
              <a:ext cx="672026" cy="769116"/>
            </a:xfrm>
            <a:custGeom>
              <a:rect b="b" l="l" r="r" t="t"/>
              <a:pathLst>
                <a:path extrusionOk="0" h="11534" w="10078">
                  <a:moveTo>
                    <a:pt x="8414" y="5674"/>
                  </a:moveTo>
                  <a:cubicBezTo>
                    <a:pt x="8229" y="5687"/>
                    <a:pt x="8059" y="5699"/>
                    <a:pt x="7901" y="5715"/>
                  </a:cubicBezTo>
                  <a:cubicBezTo>
                    <a:pt x="7942" y="5661"/>
                    <a:pt x="7968" y="5608"/>
                    <a:pt x="8008" y="5558"/>
                  </a:cubicBezTo>
                  <a:cubicBezTo>
                    <a:pt x="8361" y="4888"/>
                    <a:pt x="8257" y="4155"/>
                    <a:pt x="7785" y="3906"/>
                  </a:cubicBezTo>
                  <a:cubicBezTo>
                    <a:pt x="7313" y="3642"/>
                    <a:pt x="6643" y="3985"/>
                    <a:pt x="6291" y="4639"/>
                  </a:cubicBezTo>
                  <a:cubicBezTo>
                    <a:pt x="6250" y="4705"/>
                    <a:pt x="6225" y="4771"/>
                    <a:pt x="6200" y="4834"/>
                  </a:cubicBezTo>
                  <a:cubicBezTo>
                    <a:pt x="6341" y="4441"/>
                    <a:pt x="6184" y="3891"/>
                    <a:pt x="5778" y="3460"/>
                  </a:cubicBezTo>
                  <a:cubicBezTo>
                    <a:pt x="5583" y="3262"/>
                    <a:pt x="5360" y="3120"/>
                    <a:pt x="5149" y="3041"/>
                  </a:cubicBezTo>
                  <a:cubicBezTo>
                    <a:pt x="5269" y="2922"/>
                    <a:pt x="5373" y="2790"/>
                    <a:pt x="5451" y="2661"/>
                  </a:cubicBezTo>
                  <a:cubicBezTo>
                    <a:pt x="5857" y="2884"/>
                    <a:pt x="6316" y="2909"/>
                    <a:pt x="6631" y="2661"/>
                  </a:cubicBezTo>
                  <a:cubicBezTo>
                    <a:pt x="7103" y="2293"/>
                    <a:pt x="7077" y="1481"/>
                    <a:pt x="6593" y="852"/>
                  </a:cubicBezTo>
                  <a:cubicBezTo>
                    <a:pt x="6093" y="211"/>
                    <a:pt x="5307" y="0"/>
                    <a:pt x="4847" y="352"/>
                  </a:cubicBezTo>
                  <a:cubicBezTo>
                    <a:pt x="4586" y="550"/>
                    <a:pt x="4483" y="878"/>
                    <a:pt x="4508" y="1233"/>
                  </a:cubicBezTo>
                  <a:cubicBezTo>
                    <a:pt x="4259" y="1296"/>
                    <a:pt x="4011" y="1441"/>
                    <a:pt x="3788" y="1651"/>
                  </a:cubicBezTo>
                  <a:cubicBezTo>
                    <a:pt x="3721" y="1717"/>
                    <a:pt x="3655" y="1783"/>
                    <a:pt x="3605" y="1846"/>
                  </a:cubicBezTo>
                  <a:cubicBezTo>
                    <a:pt x="3721" y="1664"/>
                    <a:pt x="3747" y="1469"/>
                    <a:pt x="3630" y="1271"/>
                  </a:cubicBezTo>
                  <a:cubicBezTo>
                    <a:pt x="3328" y="733"/>
                    <a:pt x="2451" y="654"/>
                    <a:pt x="1665" y="1101"/>
                  </a:cubicBezTo>
                  <a:cubicBezTo>
                    <a:pt x="878" y="1547"/>
                    <a:pt x="485" y="2334"/>
                    <a:pt x="787" y="2868"/>
                  </a:cubicBezTo>
                  <a:cubicBezTo>
                    <a:pt x="837" y="2963"/>
                    <a:pt x="903" y="3041"/>
                    <a:pt x="982" y="3079"/>
                  </a:cubicBezTo>
                  <a:cubicBezTo>
                    <a:pt x="734" y="3224"/>
                    <a:pt x="510" y="3460"/>
                    <a:pt x="340" y="3762"/>
                  </a:cubicBezTo>
                  <a:cubicBezTo>
                    <a:pt x="1" y="4429"/>
                    <a:pt x="92" y="5164"/>
                    <a:pt x="564" y="5413"/>
                  </a:cubicBezTo>
                  <a:cubicBezTo>
                    <a:pt x="774" y="5529"/>
                    <a:pt x="1023" y="5529"/>
                    <a:pt x="1259" y="5438"/>
                  </a:cubicBezTo>
                  <a:cubicBezTo>
                    <a:pt x="982" y="6080"/>
                    <a:pt x="1114" y="6750"/>
                    <a:pt x="1573" y="7011"/>
                  </a:cubicBezTo>
                  <a:cubicBezTo>
                    <a:pt x="2083" y="7300"/>
                    <a:pt x="2803" y="6998"/>
                    <a:pt x="3212" y="6316"/>
                  </a:cubicBezTo>
                  <a:cubicBezTo>
                    <a:pt x="3382" y="6526"/>
                    <a:pt x="3655" y="6658"/>
                    <a:pt x="3970" y="6721"/>
                  </a:cubicBezTo>
                  <a:cubicBezTo>
                    <a:pt x="3854" y="6762"/>
                    <a:pt x="3721" y="6816"/>
                    <a:pt x="3605" y="6894"/>
                  </a:cubicBezTo>
                  <a:cubicBezTo>
                    <a:pt x="2819" y="7325"/>
                    <a:pt x="2426" y="8124"/>
                    <a:pt x="2724" y="8662"/>
                  </a:cubicBezTo>
                  <a:cubicBezTo>
                    <a:pt x="2765" y="8715"/>
                    <a:pt x="2790" y="8766"/>
                    <a:pt x="2831" y="8807"/>
                  </a:cubicBezTo>
                  <a:cubicBezTo>
                    <a:pt x="2426" y="8807"/>
                    <a:pt x="1979" y="9121"/>
                    <a:pt x="1702" y="9618"/>
                  </a:cubicBezTo>
                  <a:cubicBezTo>
                    <a:pt x="1363" y="10288"/>
                    <a:pt x="1454" y="11021"/>
                    <a:pt x="1926" y="11269"/>
                  </a:cubicBezTo>
                  <a:cubicBezTo>
                    <a:pt x="2397" y="11534"/>
                    <a:pt x="3067" y="11191"/>
                    <a:pt x="3420" y="10537"/>
                  </a:cubicBezTo>
                  <a:cubicBezTo>
                    <a:pt x="3747" y="9920"/>
                    <a:pt x="3684" y="9238"/>
                    <a:pt x="3303" y="8951"/>
                  </a:cubicBezTo>
                  <a:cubicBezTo>
                    <a:pt x="3618" y="8923"/>
                    <a:pt x="4011" y="8728"/>
                    <a:pt x="4454" y="8480"/>
                  </a:cubicBezTo>
                  <a:cubicBezTo>
                    <a:pt x="5241" y="8033"/>
                    <a:pt x="5870" y="7586"/>
                    <a:pt x="5571" y="7052"/>
                  </a:cubicBezTo>
                  <a:cubicBezTo>
                    <a:pt x="5439" y="6828"/>
                    <a:pt x="5203" y="6684"/>
                    <a:pt x="4914" y="6630"/>
                  </a:cubicBezTo>
                  <a:cubicBezTo>
                    <a:pt x="5426" y="6435"/>
                    <a:pt x="5766" y="6029"/>
                    <a:pt x="5712" y="5608"/>
                  </a:cubicBezTo>
                  <a:cubicBezTo>
                    <a:pt x="5700" y="5504"/>
                    <a:pt x="5675" y="5400"/>
                    <a:pt x="5609" y="5306"/>
                  </a:cubicBezTo>
                  <a:cubicBezTo>
                    <a:pt x="5766" y="5281"/>
                    <a:pt x="5911" y="5215"/>
                    <a:pt x="6027" y="5111"/>
                  </a:cubicBezTo>
                  <a:cubicBezTo>
                    <a:pt x="6093" y="5045"/>
                    <a:pt x="6146" y="4966"/>
                    <a:pt x="6184" y="4888"/>
                  </a:cubicBezTo>
                  <a:cubicBezTo>
                    <a:pt x="5964" y="5479"/>
                    <a:pt x="6093" y="6067"/>
                    <a:pt x="6514" y="6290"/>
                  </a:cubicBezTo>
                  <a:cubicBezTo>
                    <a:pt x="6606" y="6344"/>
                    <a:pt x="6697" y="6369"/>
                    <a:pt x="6788" y="6369"/>
                  </a:cubicBezTo>
                  <a:lnTo>
                    <a:pt x="6788" y="6473"/>
                  </a:lnTo>
                  <a:cubicBezTo>
                    <a:pt x="6801" y="6671"/>
                    <a:pt x="6879" y="6841"/>
                    <a:pt x="7024" y="6998"/>
                  </a:cubicBezTo>
                  <a:cubicBezTo>
                    <a:pt x="6933" y="7102"/>
                    <a:pt x="6842" y="7234"/>
                    <a:pt x="6763" y="7366"/>
                  </a:cubicBezTo>
                  <a:cubicBezTo>
                    <a:pt x="6565" y="7731"/>
                    <a:pt x="6514" y="8124"/>
                    <a:pt x="6593" y="8451"/>
                  </a:cubicBezTo>
                  <a:cubicBezTo>
                    <a:pt x="6291" y="8086"/>
                    <a:pt x="5885" y="7901"/>
                    <a:pt x="5530" y="8020"/>
                  </a:cubicBezTo>
                  <a:cubicBezTo>
                    <a:pt x="5020" y="8190"/>
                    <a:pt x="4797" y="8898"/>
                    <a:pt x="5033" y="9606"/>
                  </a:cubicBezTo>
                  <a:cubicBezTo>
                    <a:pt x="5269" y="10313"/>
                    <a:pt x="5870" y="10760"/>
                    <a:pt x="6382" y="10590"/>
                  </a:cubicBezTo>
                  <a:cubicBezTo>
                    <a:pt x="6892" y="10417"/>
                    <a:pt x="7115" y="9709"/>
                    <a:pt x="6879" y="9002"/>
                  </a:cubicBezTo>
                  <a:cubicBezTo>
                    <a:pt x="6867" y="8976"/>
                    <a:pt x="6854" y="8951"/>
                    <a:pt x="6854" y="8923"/>
                  </a:cubicBezTo>
                  <a:cubicBezTo>
                    <a:pt x="6892" y="8964"/>
                    <a:pt x="6933" y="8989"/>
                    <a:pt x="6986" y="9017"/>
                  </a:cubicBezTo>
                  <a:cubicBezTo>
                    <a:pt x="7458" y="9278"/>
                    <a:pt x="8125" y="8939"/>
                    <a:pt x="8480" y="8281"/>
                  </a:cubicBezTo>
                  <a:cubicBezTo>
                    <a:pt x="8622" y="8008"/>
                    <a:pt x="8688" y="7718"/>
                    <a:pt x="8688" y="7457"/>
                  </a:cubicBezTo>
                  <a:cubicBezTo>
                    <a:pt x="9487" y="7338"/>
                    <a:pt x="10078" y="6841"/>
                    <a:pt x="10037" y="6278"/>
                  </a:cubicBezTo>
                  <a:cubicBezTo>
                    <a:pt x="10012" y="5661"/>
                    <a:pt x="9304" y="5621"/>
                    <a:pt x="8414" y="5674"/>
                  </a:cubicBezTo>
                  <a:close/>
                  <a:moveTo>
                    <a:pt x="2149" y="4469"/>
                  </a:moveTo>
                  <a:cubicBezTo>
                    <a:pt x="2385" y="3866"/>
                    <a:pt x="2268" y="3249"/>
                    <a:pt x="1847" y="3026"/>
                  </a:cubicBezTo>
                  <a:cubicBezTo>
                    <a:pt x="2045" y="2947"/>
                    <a:pt x="2281" y="2818"/>
                    <a:pt x="2517" y="2686"/>
                  </a:cubicBezTo>
                  <a:cubicBezTo>
                    <a:pt x="2935" y="2450"/>
                    <a:pt x="3316" y="2214"/>
                    <a:pt x="3526" y="1953"/>
                  </a:cubicBezTo>
                  <a:cubicBezTo>
                    <a:pt x="3212" y="2425"/>
                    <a:pt x="3171" y="2963"/>
                    <a:pt x="3473" y="3290"/>
                  </a:cubicBezTo>
                  <a:cubicBezTo>
                    <a:pt x="3589" y="3406"/>
                    <a:pt x="3762" y="3485"/>
                    <a:pt x="3945" y="3513"/>
                  </a:cubicBezTo>
                  <a:cubicBezTo>
                    <a:pt x="3841" y="3891"/>
                    <a:pt x="3983" y="4391"/>
                    <a:pt x="4363" y="4784"/>
                  </a:cubicBezTo>
                  <a:cubicBezTo>
                    <a:pt x="4325" y="4796"/>
                    <a:pt x="4297" y="4796"/>
                    <a:pt x="4259" y="4796"/>
                  </a:cubicBezTo>
                  <a:cubicBezTo>
                    <a:pt x="3945" y="4834"/>
                    <a:pt x="3655" y="4954"/>
                    <a:pt x="3448" y="5111"/>
                  </a:cubicBezTo>
                  <a:cubicBezTo>
                    <a:pt x="3382" y="4834"/>
                    <a:pt x="3237" y="4614"/>
                    <a:pt x="3014" y="4482"/>
                  </a:cubicBezTo>
                  <a:cubicBezTo>
                    <a:pt x="2765" y="4337"/>
                    <a:pt x="2451" y="4337"/>
                    <a:pt x="2149" y="4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6" name="Google Shape;1566;p33"/>
            <p:cNvSpPr/>
            <p:nvPr/>
          </p:nvSpPr>
          <p:spPr>
            <a:xfrm>
              <a:off x="6526638" y="3679997"/>
              <a:ext cx="222786" cy="127830"/>
            </a:xfrm>
            <a:custGeom>
              <a:rect b="b" l="l" r="r" t="t"/>
              <a:pathLst>
                <a:path extrusionOk="0" h="1917" w="3341">
                  <a:moveTo>
                    <a:pt x="1743" y="1863"/>
                  </a:moveTo>
                  <a:cubicBezTo>
                    <a:pt x="2633" y="1797"/>
                    <a:pt x="3341" y="1259"/>
                    <a:pt x="3303" y="642"/>
                  </a:cubicBezTo>
                  <a:cubicBezTo>
                    <a:pt x="3262" y="42"/>
                    <a:pt x="2570" y="1"/>
                    <a:pt x="1664" y="54"/>
                  </a:cubicBezTo>
                  <a:cubicBezTo>
                    <a:pt x="762" y="108"/>
                    <a:pt x="0" y="237"/>
                    <a:pt x="38" y="853"/>
                  </a:cubicBezTo>
                  <a:cubicBezTo>
                    <a:pt x="79" y="1457"/>
                    <a:pt x="840" y="1916"/>
                    <a:pt x="1743" y="186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7" name="Google Shape;1567;p33"/>
            <p:cNvSpPr/>
            <p:nvPr/>
          </p:nvSpPr>
          <p:spPr>
            <a:xfrm>
              <a:off x="7121655" y="3929993"/>
              <a:ext cx="409030" cy="630150"/>
            </a:xfrm>
            <a:custGeom>
              <a:rect b="b" l="l" r="r" t="t"/>
              <a:pathLst>
                <a:path extrusionOk="0" h="9450" w="6134">
                  <a:moveTo>
                    <a:pt x="1180" y="1"/>
                  </a:moveTo>
                  <a:cubicBezTo>
                    <a:pt x="1180" y="1"/>
                    <a:pt x="0" y="3593"/>
                    <a:pt x="881" y="6121"/>
                  </a:cubicBezTo>
                  <a:cubicBezTo>
                    <a:pt x="1693" y="8414"/>
                    <a:pt x="4209" y="9292"/>
                    <a:pt x="4668" y="9436"/>
                  </a:cubicBezTo>
                  <a:cubicBezTo>
                    <a:pt x="4718" y="9449"/>
                    <a:pt x="4747" y="9449"/>
                    <a:pt x="4747" y="9449"/>
                  </a:cubicBezTo>
                  <a:cubicBezTo>
                    <a:pt x="4747" y="9449"/>
                    <a:pt x="6134" y="7131"/>
                    <a:pt x="5243" y="4599"/>
                  </a:cubicBezTo>
                  <a:cubicBezTo>
                    <a:pt x="4391" y="2190"/>
                    <a:pt x="1469" y="196"/>
                    <a:pt x="1208" y="13"/>
                  </a:cubicBezTo>
                  <a:cubicBezTo>
                    <a:pt x="1196" y="1"/>
                    <a:pt x="1180" y="1"/>
                    <a:pt x="1180"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8" name="Google Shape;1568;p33"/>
            <p:cNvSpPr/>
            <p:nvPr/>
          </p:nvSpPr>
          <p:spPr>
            <a:xfrm>
              <a:off x="7202208" y="3930860"/>
              <a:ext cx="328478" cy="629283"/>
            </a:xfrm>
            <a:custGeom>
              <a:rect b="b" l="l" r="r" t="t"/>
              <a:pathLst>
                <a:path extrusionOk="0" h="9437" w="4926">
                  <a:moveTo>
                    <a:pt x="0" y="0"/>
                  </a:moveTo>
                  <a:lnTo>
                    <a:pt x="3460" y="9423"/>
                  </a:lnTo>
                  <a:cubicBezTo>
                    <a:pt x="3510" y="9436"/>
                    <a:pt x="3539" y="9436"/>
                    <a:pt x="3539" y="9436"/>
                  </a:cubicBezTo>
                  <a:cubicBezTo>
                    <a:pt x="3539" y="9436"/>
                    <a:pt x="4926" y="7118"/>
                    <a:pt x="4035" y="4586"/>
                  </a:cubicBezTo>
                  <a:cubicBezTo>
                    <a:pt x="3183" y="2177"/>
                    <a:pt x="261" y="183"/>
                    <a:pt x="0"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9" name="Google Shape;1569;p33"/>
            <p:cNvSpPr/>
            <p:nvPr/>
          </p:nvSpPr>
          <p:spPr>
            <a:xfrm>
              <a:off x="6640333" y="4151183"/>
              <a:ext cx="187778" cy="130898"/>
            </a:xfrm>
            <a:custGeom>
              <a:rect b="b" l="l" r="r" t="t"/>
              <a:pathLst>
                <a:path extrusionOk="0" h="1963" w="2816">
                  <a:moveTo>
                    <a:pt x="1502" y="1"/>
                  </a:moveTo>
                  <a:cubicBezTo>
                    <a:pt x="1434" y="1"/>
                    <a:pt x="1366" y="4"/>
                    <a:pt x="1296" y="11"/>
                  </a:cubicBezTo>
                  <a:cubicBezTo>
                    <a:pt x="550" y="103"/>
                    <a:pt x="0" y="603"/>
                    <a:pt x="63" y="1141"/>
                  </a:cubicBezTo>
                  <a:cubicBezTo>
                    <a:pt x="123" y="1625"/>
                    <a:pt x="656" y="1963"/>
                    <a:pt x="1313" y="1963"/>
                  </a:cubicBezTo>
                  <a:cubicBezTo>
                    <a:pt x="1381" y="1963"/>
                    <a:pt x="1450" y="1959"/>
                    <a:pt x="1519" y="1952"/>
                  </a:cubicBezTo>
                  <a:cubicBezTo>
                    <a:pt x="2265" y="1861"/>
                    <a:pt x="2815" y="1361"/>
                    <a:pt x="2752" y="826"/>
                  </a:cubicBezTo>
                  <a:cubicBezTo>
                    <a:pt x="2692" y="338"/>
                    <a:pt x="2159" y="1"/>
                    <a:pt x="150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0" name="Google Shape;1570;p33"/>
            <p:cNvSpPr/>
            <p:nvPr/>
          </p:nvSpPr>
          <p:spPr>
            <a:xfrm>
              <a:off x="6649735" y="3911855"/>
              <a:ext cx="180243" cy="155570"/>
            </a:xfrm>
            <a:custGeom>
              <a:rect b="b" l="l" r="r" t="t"/>
              <a:pathLst>
                <a:path extrusionOk="0" h="2333" w="2703">
                  <a:moveTo>
                    <a:pt x="1732" y="1"/>
                  </a:moveTo>
                  <a:cubicBezTo>
                    <a:pt x="1394" y="1"/>
                    <a:pt x="1007" y="156"/>
                    <a:pt x="683" y="455"/>
                  </a:cubicBezTo>
                  <a:cubicBezTo>
                    <a:pt x="145" y="968"/>
                    <a:pt x="1" y="1701"/>
                    <a:pt x="369" y="2094"/>
                  </a:cubicBezTo>
                  <a:cubicBezTo>
                    <a:pt x="520" y="2255"/>
                    <a:pt x="732" y="2333"/>
                    <a:pt x="968" y="2333"/>
                  </a:cubicBezTo>
                  <a:cubicBezTo>
                    <a:pt x="1308" y="2333"/>
                    <a:pt x="1695" y="2173"/>
                    <a:pt x="2020" y="1871"/>
                  </a:cubicBezTo>
                  <a:cubicBezTo>
                    <a:pt x="2558" y="1361"/>
                    <a:pt x="2702" y="625"/>
                    <a:pt x="2334" y="232"/>
                  </a:cubicBezTo>
                  <a:cubicBezTo>
                    <a:pt x="2183" y="76"/>
                    <a:pt x="1969" y="1"/>
                    <a:pt x="173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1" name="Google Shape;1571;p33"/>
            <p:cNvSpPr/>
            <p:nvPr/>
          </p:nvSpPr>
          <p:spPr>
            <a:xfrm>
              <a:off x="6441883" y="4028485"/>
              <a:ext cx="161772" cy="170974"/>
            </a:xfrm>
            <a:custGeom>
              <a:rect b="b" l="l" r="r" t="t"/>
              <a:pathLst>
                <a:path extrusionOk="0" h="2564" w="2426">
                  <a:moveTo>
                    <a:pt x="1502" y="1"/>
                  </a:moveTo>
                  <a:cubicBezTo>
                    <a:pt x="1089" y="1"/>
                    <a:pt x="628" y="313"/>
                    <a:pt x="353" y="829"/>
                  </a:cubicBezTo>
                  <a:cubicBezTo>
                    <a:pt x="1" y="1487"/>
                    <a:pt x="104" y="2219"/>
                    <a:pt x="576" y="2480"/>
                  </a:cubicBezTo>
                  <a:cubicBezTo>
                    <a:pt x="683" y="2537"/>
                    <a:pt x="800" y="2563"/>
                    <a:pt x="921" y="2563"/>
                  </a:cubicBezTo>
                  <a:cubicBezTo>
                    <a:pt x="1335" y="2563"/>
                    <a:pt x="1798" y="2251"/>
                    <a:pt x="2070" y="1735"/>
                  </a:cubicBezTo>
                  <a:cubicBezTo>
                    <a:pt x="2426" y="1078"/>
                    <a:pt x="2319" y="345"/>
                    <a:pt x="1847" y="84"/>
                  </a:cubicBezTo>
                  <a:cubicBezTo>
                    <a:pt x="1740" y="28"/>
                    <a:pt x="1623" y="1"/>
                    <a:pt x="150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2" name="Google Shape;1572;p33"/>
            <p:cNvSpPr/>
            <p:nvPr/>
          </p:nvSpPr>
          <p:spPr>
            <a:xfrm>
              <a:off x="6869991" y="4268746"/>
              <a:ext cx="161772" cy="171041"/>
            </a:xfrm>
            <a:custGeom>
              <a:rect b="b" l="l" r="r" t="t"/>
              <a:pathLst>
                <a:path extrusionOk="0" h="2565" w="2426">
                  <a:moveTo>
                    <a:pt x="1503" y="1"/>
                  </a:moveTo>
                  <a:cubicBezTo>
                    <a:pt x="1090" y="1"/>
                    <a:pt x="628" y="315"/>
                    <a:pt x="356" y="831"/>
                  </a:cubicBezTo>
                  <a:cubicBezTo>
                    <a:pt x="0" y="1485"/>
                    <a:pt x="107" y="2221"/>
                    <a:pt x="579" y="2482"/>
                  </a:cubicBezTo>
                  <a:cubicBezTo>
                    <a:pt x="686" y="2538"/>
                    <a:pt x="802" y="2565"/>
                    <a:pt x="923" y="2565"/>
                  </a:cubicBezTo>
                  <a:cubicBezTo>
                    <a:pt x="1337" y="2565"/>
                    <a:pt x="1798" y="2252"/>
                    <a:pt x="2073" y="1736"/>
                  </a:cubicBezTo>
                  <a:cubicBezTo>
                    <a:pt x="2425" y="1079"/>
                    <a:pt x="2321" y="346"/>
                    <a:pt x="1849" y="85"/>
                  </a:cubicBezTo>
                  <a:cubicBezTo>
                    <a:pt x="1742" y="28"/>
                    <a:pt x="1625" y="1"/>
                    <a:pt x="150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3" name="Google Shape;1573;p33"/>
            <p:cNvSpPr/>
            <p:nvPr/>
          </p:nvSpPr>
          <p:spPr>
            <a:xfrm>
              <a:off x="6838516" y="4087033"/>
              <a:ext cx="160905" cy="170507"/>
            </a:xfrm>
            <a:custGeom>
              <a:rect b="b" l="l" r="r" t="t"/>
              <a:pathLst>
                <a:path extrusionOk="0" h="2557" w="2413">
                  <a:moveTo>
                    <a:pt x="1504" y="0"/>
                  </a:moveTo>
                  <a:cubicBezTo>
                    <a:pt x="1090" y="0"/>
                    <a:pt x="628" y="310"/>
                    <a:pt x="356" y="816"/>
                  </a:cubicBezTo>
                  <a:cubicBezTo>
                    <a:pt x="0" y="1486"/>
                    <a:pt x="107" y="2219"/>
                    <a:pt x="579" y="2467"/>
                  </a:cubicBezTo>
                  <a:cubicBezTo>
                    <a:pt x="688" y="2528"/>
                    <a:pt x="807" y="2557"/>
                    <a:pt x="930" y="2557"/>
                  </a:cubicBezTo>
                  <a:cubicBezTo>
                    <a:pt x="1342" y="2557"/>
                    <a:pt x="1800" y="2238"/>
                    <a:pt x="2073" y="1735"/>
                  </a:cubicBezTo>
                  <a:cubicBezTo>
                    <a:pt x="2413" y="1080"/>
                    <a:pt x="2321" y="332"/>
                    <a:pt x="1850" y="83"/>
                  </a:cubicBezTo>
                  <a:cubicBezTo>
                    <a:pt x="1743" y="27"/>
                    <a:pt x="1625" y="0"/>
                    <a:pt x="150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4" name="Google Shape;1574;p33"/>
            <p:cNvSpPr/>
            <p:nvPr/>
          </p:nvSpPr>
          <p:spPr>
            <a:xfrm>
              <a:off x="6532706" y="4419050"/>
              <a:ext cx="161772" cy="171107"/>
            </a:xfrm>
            <a:custGeom>
              <a:rect b="b" l="l" r="r" t="t"/>
              <a:pathLst>
                <a:path extrusionOk="0" h="2566" w="2426">
                  <a:moveTo>
                    <a:pt x="1505" y="0"/>
                  </a:moveTo>
                  <a:cubicBezTo>
                    <a:pt x="1091" y="0"/>
                    <a:pt x="629" y="313"/>
                    <a:pt x="356" y="832"/>
                  </a:cubicBezTo>
                  <a:cubicBezTo>
                    <a:pt x="1" y="1486"/>
                    <a:pt x="104" y="2219"/>
                    <a:pt x="576" y="2483"/>
                  </a:cubicBezTo>
                  <a:cubicBezTo>
                    <a:pt x="683" y="2539"/>
                    <a:pt x="800" y="2566"/>
                    <a:pt x="921" y="2566"/>
                  </a:cubicBezTo>
                  <a:cubicBezTo>
                    <a:pt x="1335" y="2566"/>
                    <a:pt x="1798" y="2253"/>
                    <a:pt x="2070" y="1734"/>
                  </a:cubicBezTo>
                  <a:cubicBezTo>
                    <a:pt x="2426" y="1080"/>
                    <a:pt x="2322" y="347"/>
                    <a:pt x="1850" y="83"/>
                  </a:cubicBezTo>
                  <a:cubicBezTo>
                    <a:pt x="1743" y="27"/>
                    <a:pt x="1626" y="0"/>
                    <a:pt x="1505"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5" name="Google Shape;1575;p33"/>
            <p:cNvSpPr/>
            <p:nvPr/>
          </p:nvSpPr>
          <p:spPr>
            <a:xfrm>
              <a:off x="6377067" y="3515755"/>
              <a:ext cx="148769" cy="180376"/>
            </a:xfrm>
            <a:custGeom>
              <a:rect b="b" l="l" r="r" t="t"/>
              <a:pathLst>
                <a:path extrusionOk="0" h="2705" w="2231">
                  <a:moveTo>
                    <a:pt x="1326" y="0"/>
                  </a:moveTo>
                  <a:cubicBezTo>
                    <a:pt x="876" y="0"/>
                    <a:pt x="408" y="443"/>
                    <a:pt x="212" y="1089"/>
                  </a:cubicBezTo>
                  <a:cubicBezTo>
                    <a:pt x="1" y="1822"/>
                    <a:pt x="224" y="2530"/>
                    <a:pt x="724" y="2674"/>
                  </a:cubicBezTo>
                  <a:cubicBezTo>
                    <a:pt x="788" y="2695"/>
                    <a:pt x="852" y="2704"/>
                    <a:pt x="918" y="2704"/>
                  </a:cubicBezTo>
                  <a:cubicBezTo>
                    <a:pt x="1362" y="2704"/>
                    <a:pt x="1824" y="2255"/>
                    <a:pt x="2007" y="1627"/>
                  </a:cubicBezTo>
                  <a:cubicBezTo>
                    <a:pt x="2231" y="891"/>
                    <a:pt x="1995" y="183"/>
                    <a:pt x="1511" y="26"/>
                  </a:cubicBezTo>
                  <a:cubicBezTo>
                    <a:pt x="1450" y="9"/>
                    <a:pt x="1388" y="0"/>
                    <a:pt x="1326"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6" name="Google Shape;1576;p33"/>
            <p:cNvSpPr/>
            <p:nvPr/>
          </p:nvSpPr>
          <p:spPr>
            <a:xfrm>
              <a:off x="6423412" y="3531493"/>
              <a:ext cx="50012" cy="138099"/>
            </a:xfrm>
            <a:custGeom>
              <a:rect b="b" l="l" r="r" t="t"/>
              <a:pathLst>
                <a:path extrusionOk="0" h="2071" w="750">
                  <a:moveTo>
                    <a:pt x="749" y="13"/>
                  </a:moveTo>
                  <a:cubicBezTo>
                    <a:pt x="749" y="13"/>
                    <a:pt x="709" y="54"/>
                    <a:pt x="658" y="133"/>
                  </a:cubicBezTo>
                  <a:cubicBezTo>
                    <a:pt x="605" y="196"/>
                    <a:pt x="526" y="303"/>
                    <a:pt x="485" y="419"/>
                  </a:cubicBezTo>
                  <a:cubicBezTo>
                    <a:pt x="435" y="551"/>
                    <a:pt x="407" y="696"/>
                    <a:pt x="422" y="841"/>
                  </a:cubicBezTo>
                  <a:cubicBezTo>
                    <a:pt x="422" y="970"/>
                    <a:pt x="473" y="1114"/>
                    <a:pt x="501" y="1246"/>
                  </a:cubicBezTo>
                  <a:cubicBezTo>
                    <a:pt x="539" y="1391"/>
                    <a:pt x="551" y="1548"/>
                    <a:pt x="514" y="1690"/>
                  </a:cubicBezTo>
                  <a:cubicBezTo>
                    <a:pt x="501" y="1756"/>
                    <a:pt x="473" y="1822"/>
                    <a:pt x="435" y="1875"/>
                  </a:cubicBezTo>
                  <a:cubicBezTo>
                    <a:pt x="394" y="1941"/>
                    <a:pt x="356" y="1979"/>
                    <a:pt x="303" y="2004"/>
                  </a:cubicBezTo>
                  <a:cubicBezTo>
                    <a:pt x="212" y="2070"/>
                    <a:pt x="120" y="2070"/>
                    <a:pt x="67" y="2058"/>
                  </a:cubicBezTo>
                  <a:cubicBezTo>
                    <a:pt x="13" y="2033"/>
                    <a:pt x="1" y="2004"/>
                    <a:pt x="1" y="1992"/>
                  </a:cubicBezTo>
                  <a:cubicBezTo>
                    <a:pt x="13" y="1954"/>
                    <a:pt x="108" y="1967"/>
                    <a:pt x="212" y="1875"/>
                  </a:cubicBezTo>
                  <a:cubicBezTo>
                    <a:pt x="265" y="1822"/>
                    <a:pt x="303" y="1756"/>
                    <a:pt x="315" y="1652"/>
                  </a:cubicBezTo>
                  <a:cubicBezTo>
                    <a:pt x="328" y="1561"/>
                    <a:pt x="315" y="1441"/>
                    <a:pt x="290" y="1312"/>
                  </a:cubicBezTo>
                  <a:cubicBezTo>
                    <a:pt x="265" y="1193"/>
                    <a:pt x="224" y="1036"/>
                    <a:pt x="224" y="853"/>
                  </a:cubicBezTo>
                  <a:cubicBezTo>
                    <a:pt x="224" y="668"/>
                    <a:pt x="278" y="498"/>
                    <a:pt x="356" y="353"/>
                  </a:cubicBezTo>
                  <a:cubicBezTo>
                    <a:pt x="435" y="224"/>
                    <a:pt x="539" y="133"/>
                    <a:pt x="605" y="67"/>
                  </a:cubicBezTo>
                  <a:cubicBezTo>
                    <a:pt x="683" y="13"/>
                    <a:pt x="737" y="1"/>
                    <a:pt x="749"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7" name="Google Shape;1577;p33"/>
            <p:cNvSpPr/>
            <p:nvPr/>
          </p:nvSpPr>
          <p:spPr>
            <a:xfrm>
              <a:off x="6628797" y="4530345"/>
              <a:ext cx="205582" cy="161705"/>
            </a:xfrm>
            <a:custGeom>
              <a:rect b="b" l="l" r="r" t="t"/>
              <a:pathLst>
                <a:path extrusionOk="0" h="2425" w="3083">
                  <a:moveTo>
                    <a:pt x="1924" y="0"/>
                  </a:moveTo>
                  <a:cubicBezTo>
                    <a:pt x="1607" y="0"/>
                    <a:pt x="1253" y="109"/>
                    <a:pt x="931" y="330"/>
                  </a:cubicBezTo>
                  <a:cubicBezTo>
                    <a:pt x="277" y="773"/>
                    <a:pt x="0" y="1547"/>
                    <a:pt x="343" y="2031"/>
                  </a:cubicBezTo>
                  <a:cubicBezTo>
                    <a:pt x="521" y="2293"/>
                    <a:pt x="825" y="2425"/>
                    <a:pt x="1170" y="2425"/>
                  </a:cubicBezTo>
                  <a:cubicBezTo>
                    <a:pt x="1484" y="2425"/>
                    <a:pt x="1832" y="2316"/>
                    <a:pt x="2151" y="2097"/>
                  </a:cubicBezTo>
                  <a:cubicBezTo>
                    <a:pt x="2818" y="1638"/>
                    <a:pt x="3082" y="880"/>
                    <a:pt x="2740" y="380"/>
                  </a:cubicBezTo>
                  <a:cubicBezTo>
                    <a:pt x="2569" y="128"/>
                    <a:pt x="2268" y="0"/>
                    <a:pt x="192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8" name="Google Shape;1578;p33"/>
            <p:cNvSpPr/>
            <p:nvPr/>
          </p:nvSpPr>
          <p:spPr>
            <a:xfrm>
              <a:off x="6669007" y="4560886"/>
              <a:ext cx="130364" cy="95289"/>
            </a:xfrm>
            <a:custGeom>
              <a:rect b="b" l="l" r="r" t="t"/>
              <a:pathLst>
                <a:path extrusionOk="0" h="1429" w="1955">
                  <a:moveTo>
                    <a:pt x="1942" y="54"/>
                  </a:moveTo>
                  <a:cubicBezTo>
                    <a:pt x="1942" y="67"/>
                    <a:pt x="1888" y="79"/>
                    <a:pt x="1797" y="92"/>
                  </a:cubicBezTo>
                  <a:cubicBezTo>
                    <a:pt x="1706" y="108"/>
                    <a:pt x="1574" y="145"/>
                    <a:pt x="1457" y="211"/>
                  </a:cubicBezTo>
                  <a:cubicBezTo>
                    <a:pt x="1325" y="277"/>
                    <a:pt x="1206" y="381"/>
                    <a:pt x="1127" y="513"/>
                  </a:cubicBezTo>
                  <a:cubicBezTo>
                    <a:pt x="1036" y="630"/>
                    <a:pt x="985" y="787"/>
                    <a:pt x="932" y="919"/>
                  </a:cubicBezTo>
                  <a:cubicBezTo>
                    <a:pt x="866" y="1064"/>
                    <a:pt x="775" y="1208"/>
                    <a:pt x="655" y="1300"/>
                  </a:cubicBezTo>
                  <a:cubicBezTo>
                    <a:pt x="592" y="1350"/>
                    <a:pt x="539" y="1378"/>
                    <a:pt x="460" y="1403"/>
                  </a:cubicBezTo>
                  <a:cubicBezTo>
                    <a:pt x="394" y="1416"/>
                    <a:pt x="328" y="1429"/>
                    <a:pt x="262" y="1416"/>
                  </a:cubicBezTo>
                  <a:cubicBezTo>
                    <a:pt x="146" y="1403"/>
                    <a:pt x="67" y="1337"/>
                    <a:pt x="26" y="1287"/>
                  </a:cubicBezTo>
                  <a:cubicBezTo>
                    <a:pt x="1" y="1221"/>
                    <a:pt x="1" y="1193"/>
                    <a:pt x="14" y="1180"/>
                  </a:cubicBezTo>
                  <a:cubicBezTo>
                    <a:pt x="54" y="1155"/>
                    <a:pt x="120" y="1246"/>
                    <a:pt x="278" y="1234"/>
                  </a:cubicBezTo>
                  <a:cubicBezTo>
                    <a:pt x="341" y="1221"/>
                    <a:pt x="419" y="1193"/>
                    <a:pt x="498" y="1130"/>
                  </a:cubicBezTo>
                  <a:cubicBezTo>
                    <a:pt x="577" y="1051"/>
                    <a:pt x="643" y="944"/>
                    <a:pt x="709" y="828"/>
                  </a:cubicBezTo>
                  <a:cubicBezTo>
                    <a:pt x="762" y="696"/>
                    <a:pt x="828" y="538"/>
                    <a:pt x="945" y="381"/>
                  </a:cubicBezTo>
                  <a:cubicBezTo>
                    <a:pt x="1064" y="236"/>
                    <a:pt x="1221" y="120"/>
                    <a:pt x="1379" y="67"/>
                  </a:cubicBezTo>
                  <a:cubicBezTo>
                    <a:pt x="1536" y="13"/>
                    <a:pt x="1693" y="1"/>
                    <a:pt x="1784" y="13"/>
                  </a:cubicBezTo>
                  <a:cubicBezTo>
                    <a:pt x="1888" y="29"/>
                    <a:pt x="1954" y="41"/>
                    <a:pt x="1942"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9" name="Google Shape;1579;p33"/>
            <p:cNvSpPr/>
            <p:nvPr/>
          </p:nvSpPr>
          <p:spPr>
            <a:xfrm>
              <a:off x="6293179" y="3842505"/>
              <a:ext cx="154837" cy="187244"/>
            </a:xfrm>
            <a:custGeom>
              <a:rect b="b" l="l" r="r" t="t"/>
              <a:pathLst>
                <a:path extrusionOk="0" h="2808" w="2322">
                  <a:moveTo>
                    <a:pt x="1454" y="1"/>
                  </a:moveTo>
                  <a:cubicBezTo>
                    <a:pt x="1015" y="1"/>
                    <a:pt x="524" y="430"/>
                    <a:pt x="278" y="1077"/>
                  </a:cubicBezTo>
                  <a:cubicBezTo>
                    <a:pt x="1" y="1822"/>
                    <a:pt x="158" y="2583"/>
                    <a:pt x="646" y="2766"/>
                  </a:cubicBezTo>
                  <a:cubicBezTo>
                    <a:pt x="718" y="2794"/>
                    <a:pt x="794" y="2807"/>
                    <a:pt x="871" y="2807"/>
                  </a:cubicBezTo>
                  <a:cubicBezTo>
                    <a:pt x="1307" y="2807"/>
                    <a:pt x="1789" y="2378"/>
                    <a:pt x="2033" y="1731"/>
                  </a:cubicBezTo>
                  <a:cubicBezTo>
                    <a:pt x="2322" y="986"/>
                    <a:pt x="2165" y="225"/>
                    <a:pt x="1680" y="42"/>
                  </a:cubicBezTo>
                  <a:cubicBezTo>
                    <a:pt x="1608" y="14"/>
                    <a:pt x="1532" y="1"/>
                    <a:pt x="145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0" name="Google Shape;1580;p33"/>
            <p:cNvSpPr/>
            <p:nvPr/>
          </p:nvSpPr>
          <p:spPr>
            <a:xfrm>
              <a:off x="6329054" y="3846972"/>
              <a:ext cx="76218" cy="166973"/>
            </a:xfrm>
            <a:custGeom>
              <a:rect b="b" l="l" r="r" t="t"/>
              <a:pathLst>
                <a:path extrusionOk="0" h="2504" w="1143">
                  <a:moveTo>
                    <a:pt x="199" y="2491"/>
                  </a:moveTo>
                  <a:cubicBezTo>
                    <a:pt x="199" y="2504"/>
                    <a:pt x="145" y="2450"/>
                    <a:pt x="92" y="2347"/>
                  </a:cubicBezTo>
                  <a:cubicBezTo>
                    <a:pt x="41" y="2243"/>
                    <a:pt x="1" y="2086"/>
                    <a:pt x="13" y="1900"/>
                  </a:cubicBezTo>
                  <a:cubicBezTo>
                    <a:pt x="13" y="1809"/>
                    <a:pt x="41" y="1705"/>
                    <a:pt x="79" y="1614"/>
                  </a:cubicBezTo>
                  <a:cubicBezTo>
                    <a:pt x="92" y="1560"/>
                    <a:pt x="120" y="1507"/>
                    <a:pt x="170" y="1457"/>
                  </a:cubicBezTo>
                  <a:cubicBezTo>
                    <a:pt x="224" y="1403"/>
                    <a:pt x="277" y="1378"/>
                    <a:pt x="315" y="1362"/>
                  </a:cubicBezTo>
                  <a:cubicBezTo>
                    <a:pt x="369" y="1337"/>
                    <a:pt x="406" y="1324"/>
                    <a:pt x="447" y="1299"/>
                  </a:cubicBezTo>
                  <a:cubicBezTo>
                    <a:pt x="472" y="1271"/>
                    <a:pt x="513" y="1258"/>
                    <a:pt x="538" y="1233"/>
                  </a:cubicBezTo>
                  <a:cubicBezTo>
                    <a:pt x="604" y="1180"/>
                    <a:pt x="658" y="1126"/>
                    <a:pt x="708" y="1063"/>
                  </a:cubicBezTo>
                  <a:cubicBezTo>
                    <a:pt x="894" y="827"/>
                    <a:pt x="932" y="551"/>
                    <a:pt x="919" y="356"/>
                  </a:cubicBezTo>
                  <a:cubicBezTo>
                    <a:pt x="906" y="158"/>
                    <a:pt x="853" y="41"/>
                    <a:pt x="894" y="13"/>
                  </a:cubicBezTo>
                  <a:cubicBezTo>
                    <a:pt x="906" y="0"/>
                    <a:pt x="932" y="25"/>
                    <a:pt x="972" y="79"/>
                  </a:cubicBezTo>
                  <a:cubicBezTo>
                    <a:pt x="1010" y="120"/>
                    <a:pt x="1064" y="211"/>
                    <a:pt x="1089" y="315"/>
                  </a:cubicBezTo>
                  <a:cubicBezTo>
                    <a:pt x="1130" y="434"/>
                    <a:pt x="1142" y="576"/>
                    <a:pt x="1114" y="733"/>
                  </a:cubicBezTo>
                  <a:cubicBezTo>
                    <a:pt x="1089" y="890"/>
                    <a:pt x="1023" y="1063"/>
                    <a:pt x="906" y="1221"/>
                  </a:cubicBezTo>
                  <a:cubicBezTo>
                    <a:pt x="840" y="1284"/>
                    <a:pt x="774" y="1362"/>
                    <a:pt x="683" y="1416"/>
                  </a:cubicBezTo>
                  <a:cubicBezTo>
                    <a:pt x="642" y="1441"/>
                    <a:pt x="604" y="1482"/>
                    <a:pt x="551" y="1494"/>
                  </a:cubicBezTo>
                  <a:cubicBezTo>
                    <a:pt x="513" y="1519"/>
                    <a:pt x="447" y="1548"/>
                    <a:pt x="406" y="1560"/>
                  </a:cubicBezTo>
                  <a:cubicBezTo>
                    <a:pt x="369" y="1573"/>
                    <a:pt x="343" y="1585"/>
                    <a:pt x="315" y="1598"/>
                  </a:cubicBezTo>
                  <a:cubicBezTo>
                    <a:pt x="290" y="1626"/>
                    <a:pt x="277" y="1652"/>
                    <a:pt x="249" y="1692"/>
                  </a:cubicBezTo>
                  <a:cubicBezTo>
                    <a:pt x="211" y="1755"/>
                    <a:pt x="186" y="1834"/>
                    <a:pt x="170" y="1913"/>
                  </a:cubicBezTo>
                  <a:cubicBezTo>
                    <a:pt x="133" y="2070"/>
                    <a:pt x="145" y="2215"/>
                    <a:pt x="170" y="2321"/>
                  </a:cubicBezTo>
                  <a:cubicBezTo>
                    <a:pt x="186" y="2425"/>
                    <a:pt x="211" y="2491"/>
                    <a:pt x="199" y="249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1" name="Google Shape;1581;p33"/>
            <p:cNvSpPr/>
            <p:nvPr/>
          </p:nvSpPr>
          <p:spPr>
            <a:xfrm>
              <a:off x="6222494" y="3658858"/>
              <a:ext cx="145234" cy="145501"/>
            </a:xfrm>
            <a:custGeom>
              <a:rect b="b" l="l" r="r" t="t"/>
              <a:pathLst>
                <a:path extrusionOk="0" h="2182" w="2178">
                  <a:moveTo>
                    <a:pt x="818" y="1"/>
                  </a:moveTo>
                  <a:cubicBezTo>
                    <a:pt x="674" y="1"/>
                    <a:pt x="536" y="40"/>
                    <a:pt x="419" y="123"/>
                  </a:cubicBezTo>
                  <a:cubicBezTo>
                    <a:pt x="26" y="396"/>
                    <a:pt x="1" y="1054"/>
                    <a:pt x="381" y="1588"/>
                  </a:cubicBezTo>
                  <a:cubicBezTo>
                    <a:pt x="637" y="1966"/>
                    <a:pt x="1017" y="2182"/>
                    <a:pt x="1357" y="2182"/>
                  </a:cubicBezTo>
                  <a:cubicBezTo>
                    <a:pt x="1501" y="2182"/>
                    <a:pt x="1638" y="2143"/>
                    <a:pt x="1756" y="2060"/>
                  </a:cubicBezTo>
                  <a:cubicBezTo>
                    <a:pt x="2149" y="1787"/>
                    <a:pt x="2177" y="1132"/>
                    <a:pt x="1797" y="594"/>
                  </a:cubicBezTo>
                  <a:cubicBezTo>
                    <a:pt x="1539" y="217"/>
                    <a:pt x="1158" y="1"/>
                    <a:pt x="8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2" name="Google Shape;1582;p33"/>
            <p:cNvSpPr/>
            <p:nvPr/>
          </p:nvSpPr>
          <p:spPr>
            <a:xfrm>
              <a:off x="6253102" y="3673929"/>
              <a:ext cx="92622" cy="105758"/>
            </a:xfrm>
            <a:custGeom>
              <a:rect b="b" l="l" r="r" t="t"/>
              <a:pathLst>
                <a:path extrusionOk="0" h="1586" w="1389">
                  <a:moveTo>
                    <a:pt x="117" y="0"/>
                  </a:moveTo>
                  <a:cubicBezTo>
                    <a:pt x="130" y="0"/>
                    <a:pt x="130" y="54"/>
                    <a:pt x="130" y="145"/>
                  </a:cubicBezTo>
                  <a:cubicBezTo>
                    <a:pt x="130" y="224"/>
                    <a:pt x="130" y="340"/>
                    <a:pt x="171" y="460"/>
                  </a:cubicBezTo>
                  <a:cubicBezTo>
                    <a:pt x="209" y="576"/>
                    <a:pt x="303" y="683"/>
                    <a:pt x="407" y="733"/>
                  </a:cubicBezTo>
                  <a:cubicBezTo>
                    <a:pt x="444" y="762"/>
                    <a:pt x="498" y="762"/>
                    <a:pt x="577" y="774"/>
                  </a:cubicBezTo>
                  <a:cubicBezTo>
                    <a:pt x="643" y="774"/>
                    <a:pt x="721" y="774"/>
                    <a:pt x="800" y="799"/>
                  </a:cubicBezTo>
                  <a:cubicBezTo>
                    <a:pt x="945" y="828"/>
                    <a:pt x="1074" y="906"/>
                    <a:pt x="1168" y="985"/>
                  </a:cubicBezTo>
                  <a:cubicBezTo>
                    <a:pt x="1218" y="1035"/>
                    <a:pt x="1259" y="1076"/>
                    <a:pt x="1297" y="1126"/>
                  </a:cubicBezTo>
                  <a:cubicBezTo>
                    <a:pt x="1325" y="1180"/>
                    <a:pt x="1350" y="1233"/>
                    <a:pt x="1363" y="1284"/>
                  </a:cubicBezTo>
                  <a:cubicBezTo>
                    <a:pt x="1388" y="1391"/>
                    <a:pt x="1375" y="1482"/>
                    <a:pt x="1338" y="1535"/>
                  </a:cubicBezTo>
                  <a:cubicBezTo>
                    <a:pt x="1297" y="1586"/>
                    <a:pt x="1259" y="1586"/>
                    <a:pt x="1247" y="1573"/>
                  </a:cubicBezTo>
                  <a:cubicBezTo>
                    <a:pt x="1231" y="1561"/>
                    <a:pt x="1231" y="1535"/>
                    <a:pt x="1231" y="1494"/>
                  </a:cubicBezTo>
                  <a:cubicBezTo>
                    <a:pt x="1231" y="1457"/>
                    <a:pt x="1231" y="1416"/>
                    <a:pt x="1193" y="1350"/>
                  </a:cubicBezTo>
                  <a:cubicBezTo>
                    <a:pt x="1168" y="1299"/>
                    <a:pt x="1114" y="1233"/>
                    <a:pt x="1023" y="1167"/>
                  </a:cubicBezTo>
                  <a:cubicBezTo>
                    <a:pt x="945" y="1114"/>
                    <a:pt x="853" y="1064"/>
                    <a:pt x="734" y="1035"/>
                  </a:cubicBezTo>
                  <a:cubicBezTo>
                    <a:pt x="680" y="1023"/>
                    <a:pt x="630" y="1010"/>
                    <a:pt x="551" y="1010"/>
                  </a:cubicBezTo>
                  <a:cubicBezTo>
                    <a:pt x="523" y="998"/>
                    <a:pt x="473" y="998"/>
                    <a:pt x="432" y="985"/>
                  </a:cubicBezTo>
                  <a:cubicBezTo>
                    <a:pt x="394" y="969"/>
                    <a:pt x="341" y="957"/>
                    <a:pt x="303" y="931"/>
                  </a:cubicBezTo>
                  <a:cubicBezTo>
                    <a:pt x="130" y="828"/>
                    <a:pt x="39" y="655"/>
                    <a:pt x="26" y="497"/>
                  </a:cubicBezTo>
                  <a:cubicBezTo>
                    <a:pt x="1" y="340"/>
                    <a:pt x="26" y="211"/>
                    <a:pt x="51" y="133"/>
                  </a:cubicBezTo>
                  <a:cubicBezTo>
                    <a:pt x="80" y="41"/>
                    <a:pt x="105" y="0"/>
                    <a:pt x="117"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3" name="Google Shape;1583;p33"/>
            <p:cNvSpPr/>
            <p:nvPr/>
          </p:nvSpPr>
          <p:spPr>
            <a:xfrm>
              <a:off x="6892797" y="4209397"/>
              <a:ext cx="221986" cy="121962"/>
            </a:xfrm>
            <a:custGeom>
              <a:rect b="b" l="l" r="r" t="t"/>
              <a:pathLst>
                <a:path extrusionOk="0" h="1829" w="3329">
                  <a:moveTo>
                    <a:pt x="2135" y="0"/>
                  </a:moveTo>
                  <a:cubicBezTo>
                    <a:pt x="1984" y="0"/>
                    <a:pt x="1822" y="7"/>
                    <a:pt x="1652" y="16"/>
                  </a:cubicBezTo>
                  <a:cubicBezTo>
                    <a:pt x="759" y="82"/>
                    <a:pt x="1" y="202"/>
                    <a:pt x="39" y="818"/>
                  </a:cubicBezTo>
                  <a:cubicBezTo>
                    <a:pt x="77" y="1398"/>
                    <a:pt x="757" y="1829"/>
                    <a:pt x="1586" y="1829"/>
                  </a:cubicBezTo>
                  <a:cubicBezTo>
                    <a:pt x="1634" y="1829"/>
                    <a:pt x="1682" y="1827"/>
                    <a:pt x="1731" y="1824"/>
                  </a:cubicBezTo>
                  <a:cubicBezTo>
                    <a:pt x="2633" y="1774"/>
                    <a:pt x="3329" y="1236"/>
                    <a:pt x="3291" y="620"/>
                  </a:cubicBezTo>
                  <a:cubicBezTo>
                    <a:pt x="3258" y="119"/>
                    <a:pt x="2793" y="0"/>
                    <a:pt x="213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4" name="Google Shape;1584;p33"/>
            <p:cNvSpPr/>
            <p:nvPr/>
          </p:nvSpPr>
          <p:spPr>
            <a:xfrm>
              <a:off x="6911068" y="4234937"/>
              <a:ext cx="178376" cy="29874"/>
            </a:xfrm>
            <a:custGeom>
              <a:rect b="b" l="l" r="r" t="t"/>
              <a:pathLst>
                <a:path extrusionOk="0" h="448" w="2675">
                  <a:moveTo>
                    <a:pt x="13" y="146"/>
                  </a:moveTo>
                  <a:cubicBezTo>
                    <a:pt x="13" y="146"/>
                    <a:pt x="79" y="171"/>
                    <a:pt x="170" y="183"/>
                  </a:cubicBezTo>
                  <a:cubicBezTo>
                    <a:pt x="265" y="212"/>
                    <a:pt x="394" y="224"/>
                    <a:pt x="564" y="224"/>
                  </a:cubicBezTo>
                  <a:cubicBezTo>
                    <a:pt x="878" y="224"/>
                    <a:pt x="1271" y="199"/>
                    <a:pt x="1561" y="158"/>
                  </a:cubicBezTo>
                  <a:cubicBezTo>
                    <a:pt x="2164" y="92"/>
                    <a:pt x="2649" y="1"/>
                    <a:pt x="2661" y="67"/>
                  </a:cubicBezTo>
                  <a:cubicBezTo>
                    <a:pt x="2674" y="105"/>
                    <a:pt x="2570" y="171"/>
                    <a:pt x="2372" y="237"/>
                  </a:cubicBezTo>
                  <a:cubicBezTo>
                    <a:pt x="2190" y="303"/>
                    <a:pt x="1916" y="369"/>
                    <a:pt x="1586" y="407"/>
                  </a:cubicBezTo>
                  <a:cubicBezTo>
                    <a:pt x="1287" y="448"/>
                    <a:pt x="878" y="435"/>
                    <a:pt x="551" y="382"/>
                  </a:cubicBezTo>
                  <a:cubicBezTo>
                    <a:pt x="381" y="356"/>
                    <a:pt x="236" y="315"/>
                    <a:pt x="145" y="262"/>
                  </a:cubicBezTo>
                  <a:cubicBezTo>
                    <a:pt x="41" y="212"/>
                    <a:pt x="1" y="158"/>
                    <a:pt x="13" y="14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5" name="Google Shape;1585;p33"/>
            <p:cNvSpPr/>
            <p:nvPr/>
          </p:nvSpPr>
          <p:spPr>
            <a:xfrm>
              <a:off x="6762564" y="4364503"/>
              <a:ext cx="153837" cy="176242"/>
            </a:xfrm>
            <a:custGeom>
              <a:rect b="b" l="l" r="r" t="t"/>
              <a:pathLst>
                <a:path extrusionOk="0" h="2643" w="2307">
                  <a:moveTo>
                    <a:pt x="959" y="0"/>
                  </a:moveTo>
                  <a:cubicBezTo>
                    <a:pt x="883" y="0"/>
                    <a:pt x="807" y="12"/>
                    <a:pt x="734" y="36"/>
                  </a:cubicBezTo>
                  <a:cubicBezTo>
                    <a:pt x="224" y="206"/>
                    <a:pt x="1" y="914"/>
                    <a:pt x="237" y="1637"/>
                  </a:cubicBezTo>
                  <a:cubicBezTo>
                    <a:pt x="438" y="2241"/>
                    <a:pt x="907" y="2643"/>
                    <a:pt x="1356" y="2643"/>
                  </a:cubicBezTo>
                  <a:cubicBezTo>
                    <a:pt x="1434" y="2643"/>
                    <a:pt x="1511" y="2631"/>
                    <a:pt x="1586" y="2606"/>
                  </a:cubicBezTo>
                  <a:cubicBezTo>
                    <a:pt x="2083" y="2436"/>
                    <a:pt x="2306" y="1728"/>
                    <a:pt x="2083" y="1021"/>
                  </a:cubicBezTo>
                  <a:cubicBezTo>
                    <a:pt x="1881" y="415"/>
                    <a:pt x="1411" y="0"/>
                    <a:pt x="959"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6" name="Google Shape;1586;p33"/>
            <p:cNvSpPr/>
            <p:nvPr/>
          </p:nvSpPr>
          <p:spPr>
            <a:xfrm>
              <a:off x="6427813" y="3715672"/>
              <a:ext cx="221986" cy="121962"/>
            </a:xfrm>
            <a:custGeom>
              <a:rect b="b" l="l" r="r" t="t"/>
              <a:pathLst>
                <a:path extrusionOk="0" h="1829" w="3329">
                  <a:moveTo>
                    <a:pt x="2145" y="0"/>
                  </a:moveTo>
                  <a:cubicBezTo>
                    <a:pt x="1993" y="0"/>
                    <a:pt x="1832" y="7"/>
                    <a:pt x="1665" y="16"/>
                  </a:cubicBezTo>
                  <a:cubicBezTo>
                    <a:pt x="762" y="82"/>
                    <a:pt x="1" y="202"/>
                    <a:pt x="42" y="815"/>
                  </a:cubicBezTo>
                  <a:cubicBezTo>
                    <a:pt x="78" y="1398"/>
                    <a:pt x="760" y="1829"/>
                    <a:pt x="1587" y="1829"/>
                  </a:cubicBezTo>
                  <a:cubicBezTo>
                    <a:pt x="1634" y="1829"/>
                    <a:pt x="1682" y="1828"/>
                    <a:pt x="1731" y="1825"/>
                  </a:cubicBezTo>
                  <a:cubicBezTo>
                    <a:pt x="2637" y="1774"/>
                    <a:pt x="3329" y="1236"/>
                    <a:pt x="3303" y="620"/>
                  </a:cubicBezTo>
                  <a:cubicBezTo>
                    <a:pt x="3273" y="119"/>
                    <a:pt x="2800" y="0"/>
                    <a:pt x="214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7" name="Google Shape;1587;p33"/>
            <p:cNvSpPr/>
            <p:nvPr/>
          </p:nvSpPr>
          <p:spPr>
            <a:xfrm>
              <a:off x="6446284" y="3741279"/>
              <a:ext cx="179176" cy="29807"/>
            </a:xfrm>
            <a:custGeom>
              <a:rect b="b" l="l" r="r" t="t"/>
              <a:pathLst>
                <a:path extrusionOk="0" h="447" w="2687">
                  <a:moveTo>
                    <a:pt x="13" y="145"/>
                  </a:moveTo>
                  <a:cubicBezTo>
                    <a:pt x="26" y="145"/>
                    <a:pt x="79" y="170"/>
                    <a:pt x="171" y="183"/>
                  </a:cubicBezTo>
                  <a:cubicBezTo>
                    <a:pt x="262" y="211"/>
                    <a:pt x="406" y="223"/>
                    <a:pt x="564" y="223"/>
                  </a:cubicBezTo>
                  <a:cubicBezTo>
                    <a:pt x="878" y="223"/>
                    <a:pt x="1271" y="195"/>
                    <a:pt x="1558" y="157"/>
                  </a:cubicBezTo>
                  <a:cubicBezTo>
                    <a:pt x="2162" y="91"/>
                    <a:pt x="2646" y="0"/>
                    <a:pt x="2674" y="66"/>
                  </a:cubicBezTo>
                  <a:cubicBezTo>
                    <a:pt x="2687" y="104"/>
                    <a:pt x="2567" y="170"/>
                    <a:pt x="2385" y="236"/>
                  </a:cubicBezTo>
                  <a:cubicBezTo>
                    <a:pt x="2187" y="302"/>
                    <a:pt x="1913" y="368"/>
                    <a:pt x="1599" y="406"/>
                  </a:cubicBezTo>
                  <a:cubicBezTo>
                    <a:pt x="1284" y="447"/>
                    <a:pt x="878" y="431"/>
                    <a:pt x="551" y="381"/>
                  </a:cubicBezTo>
                  <a:cubicBezTo>
                    <a:pt x="394" y="352"/>
                    <a:pt x="237" y="315"/>
                    <a:pt x="142" y="261"/>
                  </a:cubicBezTo>
                  <a:cubicBezTo>
                    <a:pt x="51" y="211"/>
                    <a:pt x="1" y="157"/>
                    <a:pt x="13" y="14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8" name="Google Shape;1588;p33"/>
            <p:cNvSpPr/>
            <p:nvPr/>
          </p:nvSpPr>
          <p:spPr>
            <a:xfrm>
              <a:off x="6506499" y="4124042"/>
              <a:ext cx="178309" cy="183510"/>
            </a:xfrm>
            <a:custGeom>
              <a:rect b="b" l="l" r="r" t="t"/>
              <a:pathLst>
                <a:path extrusionOk="0" h="2752" w="2674">
                  <a:moveTo>
                    <a:pt x="1648" y="0"/>
                  </a:moveTo>
                  <a:cubicBezTo>
                    <a:pt x="1202" y="0"/>
                    <a:pt x="703" y="315"/>
                    <a:pt x="406" y="840"/>
                  </a:cubicBezTo>
                  <a:cubicBezTo>
                    <a:pt x="0" y="1548"/>
                    <a:pt x="104" y="2346"/>
                    <a:pt x="617" y="2648"/>
                  </a:cubicBezTo>
                  <a:cubicBezTo>
                    <a:pt x="742" y="2719"/>
                    <a:pt x="881" y="2752"/>
                    <a:pt x="1026" y="2752"/>
                  </a:cubicBezTo>
                  <a:cubicBezTo>
                    <a:pt x="1472" y="2752"/>
                    <a:pt x="1971" y="2437"/>
                    <a:pt x="2268" y="1912"/>
                  </a:cubicBezTo>
                  <a:cubicBezTo>
                    <a:pt x="2674" y="1205"/>
                    <a:pt x="2570" y="406"/>
                    <a:pt x="2057" y="104"/>
                  </a:cubicBezTo>
                  <a:cubicBezTo>
                    <a:pt x="1932" y="34"/>
                    <a:pt x="1793" y="0"/>
                    <a:pt x="164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9" name="Google Shape;1589;p33"/>
            <p:cNvSpPr/>
            <p:nvPr/>
          </p:nvSpPr>
          <p:spPr>
            <a:xfrm>
              <a:off x="6555378" y="4153783"/>
              <a:ext cx="83953" cy="133698"/>
            </a:xfrm>
            <a:custGeom>
              <a:rect b="b" l="l" r="r" t="t"/>
              <a:pathLst>
                <a:path extrusionOk="0" h="2005" w="1259">
                  <a:moveTo>
                    <a:pt x="0" y="1992"/>
                  </a:moveTo>
                  <a:cubicBezTo>
                    <a:pt x="0" y="1979"/>
                    <a:pt x="54" y="1951"/>
                    <a:pt x="132" y="1900"/>
                  </a:cubicBezTo>
                  <a:cubicBezTo>
                    <a:pt x="198" y="1847"/>
                    <a:pt x="302" y="1756"/>
                    <a:pt x="381" y="1636"/>
                  </a:cubicBezTo>
                  <a:cubicBezTo>
                    <a:pt x="459" y="1520"/>
                    <a:pt x="526" y="1375"/>
                    <a:pt x="551" y="1231"/>
                  </a:cubicBezTo>
                  <a:cubicBezTo>
                    <a:pt x="566" y="1086"/>
                    <a:pt x="538" y="916"/>
                    <a:pt x="538" y="771"/>
                  </a:cubicBezTo>
                  <a:cubicBezTo>
                    <a:pt x="538" y="614"/>
                    <a:pt x="551" y="457"/>
                    <a:pt x="617" y="315"/>
                  </a:cubicBezTo>
                  <a:cubicBezTo>
                    <a:pt x="658" y="249"/>
                    <a:pt x="695" y="183"/>
                    <a:pt x="749" y="130"/>
                  </a:cubicBezTo>
                  <a:cubicBezTo>
                    <a:pt x="802" y="92"/>
                    <a:pt x="865" y="51"/>
                    <a:pt x="919" y="38"/>
                  </a:cubicBezTo>
                  <a:cubicBezTo>
                    <a:pt x="1038" y="1"/>
                    <a:pt x="1129" y="26"/>
                    <a:pt x="1195" y="51"/>
                  </a:cubicBezTo>
                  <a:cubicBezTo>
                    <a:pt x="1246" y="92"/>
                    <a:pt x="1258" y="130"/>
                    <a:pt x="1246" y="142"/>
                  </a:cubicBezTo>
                  <a:cubicBezTo>
                    <a:pt x="1233" y="171"/>
                    <a:pt x="1129" y="130"/>
                    <a:pt x="997" y="208"/>
                  </a:cubicBezTo>
                  <a:cubicBezTo>
                    <a:pt x="931" y="249"/>
                    <a:pt x="865" y="300"/>
                    <a:pt x="840" y="406"/>
                  </a:cubicBezTo>
                  <a:cubicBezTo>
                    <a:pt x="802" y="498"/>
                    <a:pt x="787" y="630"/>
                    <a:pt x="787" y="759"/>
                  </a:cubicBezTo>
                  <a:cubicBezTo>
                    <a:pt x="787" y="903"/>
                    <a:pt x="802" y="1073"/>
                    <a:pt x="761" y="1271"/>
                  </a:cubicBezTo>
                  <a:cubicBezTo>
                    <a:pt x="724" y="1454"/>
                    <a:pt x="617" y="1624"/>
                    <a:pt x="500" y="1743"/>
                  </a:cubicBezTo>
                  <a:cubicBezTo>
                    <a:pt x="393" y="1860"/>
                    <a:pt x="264" y="1938"/>
                    <a:pt x="158" y="1966"/>
                  </a:cubicBezTo>
                  <a:cubicBezTo>
                    <a:pt x="66" y="2004"/>
                    <a:pt x="0" y="2004"/>
                    <a:pt x="0" y="199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0" name="Google Shape;1590;p33"/>
            <p:cNvSpPr/>
            <p:nvPr/>
          </p:nvSpPr>
          <p:spPr>
            <a:xfrm>
              <a:off x="6734690" y="3844772"/>
              <a:ext cx="181710" cy="176642"/>
            </a:xfrm>
            <a:custGeom>
              <a:rect b="b" l="l" r="r" t="t"/>
              <a:pathLst>
                <a:path extrusionOk="0" h="2649" w="2725">
                  <a:moveTo>
                    <a:pt x="1001" y="0"/>
                  </a:moveTo>
                  <a:cubicBezTo>
                    <a:pt x="800" y="0"/>
                    <a:pt x="611" y="57"/>
                    <a:pt x="456" y="178"/>
                  </a:cubicBezTo>
                  <a:cubicBezTo>
                    <a:pt x="0" y="546"/>
                    <a:pt x="13" y="1345"/>
                    <a:pt x="510" y="1986"/>
                  </a:cubicBezTo>
                  <a:cubicBezTo>
                    <a:pt x="844" y="2409"/>
                    <a:pt x="1303" y="2649"/>
                    <a:pt x="1711" y="2649"/>
                  </a:cubicBezTo>
                  <a:cubicBezTo>
                    <a:pt x="1910" y="2649"/>
                    <a:pt x="2098" y="2592"/>
                    <a:pt x="2252" y="2471"/>
                  </a:cubicBezTo>
                  <a:cubicBezTo>
                    <a:pt x="2724" y="2103"/>
                    <a:pt x="2699" y="1304"/>
                    <a:pt x="2202" y="662"/>
                  </a:cubicBezTo>
                  <a:cubicBezTo>
                    <a:pt x="1875" y="240"/>
                    <a:pt x="1412" y="0"/>
                    <a:pt x="100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1" name="Google Shape;1591;p33"/>
            <p:cNvSpPr/>
            <p:nvPr/>
          </p:nvSpPr>
          <p:spPr>
            <a:xfrm>
              <a:off x="6778301" y="3872312"/>
              <a:ext cx="99690" cy="125096"/>
            </a:xfrm>
            <a:custGeom>
              <a:rect b="b" l="l" r="r" t="t"/>
              <a:pathLst>
                <a:path extrusionOk="0" h="1876" w="1495">
                  <a:moveTo>
                    <a:pt x="1454" y="1875"/>
                  </a:moveTo>
                  <a:cubicBezTo>
                    <a:pt x="1441" y="1875"/>
                    <a:pt x="1441" y="1809"/>
                    <a:pt x="1416" y="1718"/>
                  </a:cubicBezTo>
                  <a:cubicBezTo>
                    <a:pt x="1391" y="1627"/>
                    <a:pt x="1350" y="1507"/>
                    <a:pt x="1271" y="1391"/>
                  </a:cubicBezTo>
                  <a:cubicBezTo>
                    <a:pt x="1205" y="1272"/>
                    <a:pt x="1089" y="1155"/>
                    <a:pt x="957" y="1077"/>
                  </a:cubicBezTo>
                  <a:cubicBezTo>
                    <a:pt x="825" y="1010"/>
                    <a:pt x="667" y="970"/>
                    <a:pt x="538" y="904"/>
                  </a:cubicBezTo>
                  <a:cubicBezTo>
                    <a:pt x="394" y="853"/>
                    <a:pt x="249" y="775"/>
                    <a:pt x="145" y="668"/>
                  </a:cubicBezTo>
                  <a:cubicBezTo>
                    <a:pt x="92" y="605"/>
                    <a:pt x="54" y="539"/>
                    <a:pt x="26" y="473"/>
                  </a:cubicBezTo>
                  <a:cubicBezTo>
                    <a:pt x="1" y="407"/>
                    <a:pt x="1" y="341"/>
                    <a:pt x="1" y="275"/>
                  </a:cubicBezTo>
                  <a:cubicBezTo>
                    <a:pt x="13" y="158"/>
                    <a:pt x="67" y="79"/>
                    <a:pt x="117" y="39"/>
                  </a:cubicBezTo>
                  <a:cubicBezTo>
                    <a:pt x="170" y="1"/>
                    <a:pt x="211" y="1"/>
                    <a:pt x="224" y="13"/>
                  </a:cubicBezTo>
                  <a:cubicBezTo>
                    <a:pt x="249" y="54"/>
                    <a:pt x="170" y="117"/>
                    <a:pt x="183" y="275"/>
                  </a:cubicBezTo>
                  <a:cubicBezTo>
                    <a:pt x="196" y="353"/>
                    <a:pt x="224" y="419"/>
                    <a:pt x="303" y="498"/>
                  </a:cubicBezTo>
                  <a:cubicBezTo>
                    <a:pt x="381" y="564"/>
                    <a:pt x="485" y="630"/>
                    <a:pt x="617" y="683"/>
                  </a:cubicBezTo>
                  <a:cubicBezTo>
                    <a:pt x="746" y="734"/>
                    <a:pt x="919" y="787"/>
                    <a:pt x="1076" y="891"/>
                  </a:cubicBezTo>
                  <a:cubicBezTo>
                    <a:pt x="1234" y="1010"/>
                    <a:pt x="1350" y="1155"/>
                    <a:pt x="1416" y="1312"/>
                  </a:cubicBezTo>
                  <a:cubicBezTo>
                    <a:pt x="1482" y="1470"/>
                    <a:pt x="1495" y="1611"/>
                    <a:pt x="1495" y="1718"/>
                  </a:cubicBezTo>
                  <a:cubicBezTo>
                    <a:pt x="1495" y="1822"/>
                    <a:pt x="1469" y="1875"/>
                    <a:pt x="1454" y="187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2" name="Google Shape;1592;p33"/>
            <p:cNvSpPr/>
            <p:nvPr/>
          </p:nvSpPr>
          <p:spPr>
            <a:xfrm>
              <a:off x="6604457" y="4272480"/>
              <a:ext cx="229921" cy="157037"/>
            </a:xfrm>
            <a:custGeom>
              <a:rect b="b" l="l" r="r" t="t"/>
              <a:pathLst>
                <a:path extrusionOk="0" h="2355" w="3448">
                  <a:moveTo>
                    <a:pt x="2208" y="0"/>
                  </a:moveTo>
                  <a:cubicBezTo>
                    <a:pt x="1885" y="0"/>
                    <a:pt x="1523" y="95"/>
                    <a:pt x="1180" y="290"/>
                  </a:cubicBezTo>
                  <a:cubicBezTo>
                    <a:pt x="393" y="737"/>
                    <a:pt x="0" y="1523"/>
                    <a:pt x="302" y="2058"/>
                  </a:cubicBezTo>
                  <a:cubicBezTo>
                    <a:pt x="419" y="2269"/>
                    <a:pt x="589" y="2355"/>
                    <a:pt x="800" y="2355"/>
                  </a:cubicBezTo>
                  <a:cubicBezTo>
                    <a:pt x="1128" y="2355"/>
                    <a:pt x="1554" y="2147"/>
                    <a:pt x="2032" y="1875"/>
                  </a:cubicBezTo>
                  <a:cubicBezTo>
                    <a:pt x="2818" y="1429"/>
                    <a:pt x="3447" y="985"/>
                    <a:pt x="3145" y="460"/>
                  </a:cubicBezTo>
                  <a:cubicBezTo>
                    <a:pt x="2976" y="157"/>
                    <a:pt x="2623" y="0"/>
                    <a:pt x="220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3" name="Google Shape;1593;p33"/>
            <p:cNvSpPr/>
            <p:nvPr/>
          </p:nvSpPr>
          <p:spPr>
            <a:xfrm>
              <a:off x="6648935" y="4324093"/>
              <a:ext cx="158171" cy="89221"/>
            </a:xfrm>
            <a:custGeom>
              <a:rect b="b" l="l" r="r" t="t"/>
              <a:pathLst>
                <a:path extrusionOk="0" h="1338" w="2372">
                  <a:moveTo>
                    <a:pt x="2372" y="42"/>
                  </a:moveTo>
                  <a:cubicBezTo>
                    <a:pt x="2372" y="54"/>
                    <a:pt x="2309" y="54"/>
                    <a:pt x="2214" y="79"/>
                  </a:cubicBezTo>
                  <a:cubicBezTo>
                    <a:pt x="2123" y="104"/>
                    <a:pt x="1994" y="145"/>
                    <a:pt x="1849" y="224"/>
                  </a:cubicBezTo>
                  <a:cubicBezTo>
                    <a:pt x="1560" y="356"/>
                    <a:pt x="1220" y="551"/>
                    <a:pt x="972" y="708"/>
                  </a:cubicBezTo>
                  <a:cubicBezTo>
                    <a:pt x="459" y="1048"/>
                    <a:pt x="79" y="1337"/>
                    <a:pt x="28" y="1284"/>
                  </a:cubicBezTo>
                  <a:cubicBezTo>
                    <a:pt x="0" y="1246"/>
                    <a:pt x="66" y="1142"/>
                    <a:pt x="211" y="998"/>
                  </a:cubicBezTo>
                  <a:cubicBezTo>
                    <a:pt x="355" y="853"/>
                    <a:pt x="563" y="683"/>
                    <a:pt x="840" y="513"/>
                  </a:cubicBezTo>
                  <a:cubicBezTo>
                    <a:pt x="1101" y="340"/>
                    <a:pt x="1481" y="170"/>
                    <a:pt x="1796" y="79"/>
                  </a:cubicBezTo>
                  <a:cubicBezTo>
                    <a:pt x="1941" y="26"/>
                    <a:pt x="2098" y="1"/>
                    <a:pt x="2202" y="1"/>
                  </a:cubicBezTo>
                  <a:cubicBezTo>
                    <a:pt x="2321" y="1"/>
                    <a:pt x="2372" y="42"/>
                    <a:pt x="2372" y="4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4" name="Google Shape;1594;p33"/>
            <p:cNvSpPr/>
            <p:nvPr/>
          </p:nvSpPr>
          <p:spPr>
            <a:xfrm>
              <a:off x="6692746" y="4029819"/>
              <a:ext cx="177309" cy="157637"/>
            </a:xfrm>
            <a:custGeom>
              <a:rect b="b" l="l" r="r" t="t"/>
              <a:pathLst>
                <a:path extrusionOk="0" h="2364" w="2659">
                  <a:moveTo>
                    <a:pt x="948" y="0"/>
                  </a:moveTo>
                  <a:cubicBezTo>
                    <a:pt x="728" y="0"/>
                    <a:pt x="528" y="68"/>
                    <a:pt x="378" y="209"/>
                  </a:cubicBezTo>
                  <a:cubicBezTo>
                    <a:pt x="0" y="586"/>
                    <a:pt x="117" y="1322"/>
                    <a:pt x="629" y="1860"/>
                  </a:cubicBezTo>
                  <a:cubicBezTo>
                    <a:pt x="949" y="2187"/>
                    <a:pt x="1350" y="2364"/>
                    <a:pt x="1702" y="2364"/>
                  </a:cubicBezTo>
                  <a:cubicBezTo>
                    <a:pt x="1925" y="2364"/>
                    <a:pt x="2128" y="2293"/>
                    <a:pt x="2281" y="2146"/>
                  </a:cubicBezTo>
                  <a:cubicBezTo>
                    <a:pt x="2658" y="1781"/>
                    <a:pt x="2542" y="1045"/>
                    <a:pt x="2029" y="507"/>
                  </a:cubicBezTo>
                  <a:cubicBezTo>
                    <a:pt x="1706" y="177"/>
                    <a:pt x="1302" y="0"/>
                    <a:pt x="948"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5" name="Google Shape;1595;p33"/>
            <p:cNvSpPr/>
            <p:nvPr/>
          </p:nvSpPr>
          <p:spPr>
            <a:xfrm>
              <a:off x="6475025" y="3886316"/>
              <a:ext cx="229921" cy="157104"/>
            </a:xfrm>
            <a:custGeom>
              <a:rect b="b" l="l" r="r" t="t"/>
              <a:pathLst>
                <a:path extrusionOk="0" h="2356" w="3448">
                  <a:moveTo>
                    <a:pt x="2202" y="0"/>
                  </a:moveTo>
                  <a:cubicBezTo>
                    <a:pt x="1878" y="0"/>
                    <a:pt x="1518" y="94"/>
                    <a:pt x="1180" y="288"/>
                  </a:cubicBezTo>
                  <a:cubicBezTo>
                    <a:pt x="394" y="734"/>
                    <a:pt x="1" y="1521"/>
                    <a:pt x="303" y="2059"/>
                  </a:cubicBezTo>
                  <a:cubicBezTo>
                    <a:pt x="421" y="2270"/>
                    <a:pt x="592" y="2355"/>
                    <a:pt x="803" y="2355"/>
                  </a:cubicBezTo>
                  <a:cubicBezTo>
                    <a:pt x="1131" y="2355"/>
                    <a:pt x="1555" y="2150"/>
                    <a:pt x="2032" y="1889"/>
                  </a:cubicBezTo>
                  <a:cubicBezTo>
                    <a:pt x="2819" y="1442"/>
                    <a:pt x="3448" y="995"/>
                    <a:pt x="3146" y="458"/>
                  </a:cubicBezTo>
                  <a:cubicBezTo>
                    <a:pt x="2976" y="156"/>
                    <a:pt x="2619" y="0"/>
                    <a:pt x="2202"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6" name="Google Shape;1596;p33"/>
            <p:cNvSpPr/>
            <p:nvPr/>
          </p:nvSpPr>
          <p:spPr>
            <a:xfrm>
              <a:off x="6519703" y="3937795"/>
              <a:ext cx="158238" cy="89155"/>
            </a:xfrm>
            <a:custGeom>
              <a:rect b="b" l="l" r="r" t="t"/>
              <a:pathLst>
                <a:path extrusionOk="0" h="1337" w="2373">
                  <a:moveTo>
                    <a:pt x="2372" y="54"/>
                  </a:moveTo>
                  <a:cubicBezTo>
                    <a:pt x="2372" y="66"/>
                    <a:pt x="2306" y="66"/>
                    <a:pt x="2215" y="79"/>
                  </a:cubicBezTo>
                  <a:cubicBezTo>
                    <a:pt x="2124" y="107"/>
                    <a:pt x="1992" y="157"/>
                    <a:pt x="1847" y="223"/>
                  </a:cubicBezTo>
                  <a:cubicBezTo>
                    <a:pt x="1557" y="368"/>
                    <a:pt x="1218" y="551"/>
                    <a:pt x="969" y="724"/>
                  </a:cubicBezTo>
                  <a:cubicBezTo>
                    <a:pt x="457" y="1051"/>
                    <a:pt x="79" y="1337"/>
                    <a:pt x="26" y="1287"/>
                  </a:cubicBezTo>
                  <a:cubicBezTo>
                    <a:pt x="1" y="1258"/>
                    <a:pt x="63" y="1154"/>
                    <a:pt x="208" y="1010"/>
                  </a:cubicBezTo>
                  <a:cubicBezTo>
                    <a:pt x="353" y="865"/>
                    <a:pt x="564" y="683"/>
                    <a:pt x="837" y="513"/>
                  </a:cubicBezTo>
                  <a:cubicBezTo>
                    <a:pt x="1101" y="343"/>
                    <a:pt x="1479" y="173"/>
                    <a:pt x="1793" y="79"/>
                  </a:cubicBezTo>
                  <a:cubicBezTo>
                    <a:pt x="1938" y="28"/>
                    <a:pt x="2095" y="0"/>
                    <a:pt x="2202" y="0"/>
                  </a:cubicBezTo>
                  <a:cubicBezTo>
                    <a:pt x="2319" y="16"/>
                    <a:pt x="2372" y="41"/>
                    <a:pt x="2372"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97" name="Google Shape;1597;p33"/>
          <p:cNvGrpSpPr/>
          <p:nvPr/>
        </p:nvGrpSpPr>
        <p:grpSpPr>
          <a:xfrm>
            <a:off x="-104134" y="-535553"/>
            <a:ext cx="1689143" cy="2074199"/>
            <a:chOff x="4376828" y="3926459"/>
            <a:chExt cx="991107" cy="1217038"/>
          </a:xfrm>
        </p:grpSpPr>
        <p:sp>
          <p:nvSpPr>
            <p:cNvPr id="1598" name="Google Shape;1598;p33"/>
            <p:cNvSpPr/>
            <p:nvPr/>
          </p:nvSpPr>
          <p:spPr>
            <a:xfrm>
              <a:off x="4630225" y="3926459"/>
              <a:ext cx="148769" cy="195713"/>
            </a:xfrm>
            <a:custGeom>
              <a:rect b="b" l="l" r="r" t="t"/>
              <a:pathLst>
                <a:path extrusionOk="0" h="2935" w="2231">
                  <a:moveTo>
                    <a:pt x="224" y="1205"/>
                  </a:moveTo>
                  <a:cubicBezTo>
                    <a:pt x="0" y="1941"/>
                    <a:pt x="224" y="2649"/>
                    <a:pt x="721" y="2793"/>
                  </a:cubicBezTo>
                  <a:cubicBezTo>
                    <a:pt x="1221" y="2935"/>
                    <a:pt x="1796" y="2463"/>
                    <a:pt x="2007" y="1730"/>
                  </a:cubicBezTo>
                  <a:cubicBezTo>
                    <a:pt x="2230" y="997"/>
                    <a:pt x="2007" y="290"/>
                    <a:pt x="1507" y="145"/>
                  </a:cubicBezTo>
                  <a:cubicBezTo>
                    <a:pt x="1010" y="0"/>
                    <a:pt x="434" y="472"/>
                    <a:pt x="224" y="120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9" name="Google Shape;1599;p33"/>
            <p:cNvSpPr/>
            <p:nvPr/>
          </p:nvSpPr>
          <p:spPr>
            <a:xfrm>
              <a:off x="4881889" y="4939248"/>
              <a:ext cx="205382" cy="179176"/>
            </a:xfrm>
            <a:custGeom>
              <a:rect b="b" l="l" r="r" t="t"/>
              <a:pathLst>
                <a:path extrusionOk="0" h="2687" w="3080">
                  <a:moveTo>
                    <a:pt x="932" y="460"/>
                  </a:moveTo>
                  <a:cubicBezTo>
                    <a:pt x="277" y="919"/>
                    <a:pt x="1" y="1680"/>
                    <a:pt x="343" y="2177"/>
                  </a:cubicBezTo>
                  <a:cubicBezTo>
                    <a:pt x="683" y="2662"/>
                    <a:pt x="1482" y="2687"/>
                    <a:pt x="2152" y="2243"/>
                  </a:cubicBezTo>
                  <a:cubicBezTo>
                    <a:pt x="2819" y="1784"/>
                    <a:pt x="3080" y="1010"/>
                    <a:pt x="2740" y="526"/>
                  </a:cubicBezTo>
                  <a:cubicBezTo>
                    <a:pt x="2413" y="42"/>
                    <a:pt x="1601" y="1"/>
                    <a:pt x="932" y="46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0" name="Google Shape;1600;p33"/>
            <p:cNvSpPr/>
            <p:nvPr/>
          </p:nvSpPr>
          <p:spPr>
            <a:xfrm>
              <a:off x="4546337" y="4251541"/>
              <a:ext cx="154837" cy="206249"/>
            </a:xfrm>
            <a:custGeom>
              <a:rect b="b" l="l" r="r" t="t"/>
              <a:pathLst>
                <a:path extrusionOk="0" h="3093" w="2322">
                  <a:moveTo>
                    <a:pt x="1680" y="183"/>
                  </a:moveTo>
                  <a:cubicBezTo>
                    <a:pt x="1192" y="1"/>
                    <a:pt x="563" y="460"/>
                    <a:pt x="290" y="1205"/>
                  </a:cubicBezTo>
                  <a:cubicBezTo>
                    <a:pt x="0" y="1966"/>
                    <a:pt x="157" y="2715"/>
                    <a:pt x="642" y="2910"/>
                  </a:cubicBezTo>
                  <a:cubicBezTo>
                    <a:pt x="1129" y="3092"/>
                    <a:pt x="1743" y="2620"/>
                    <a:pt x="2032" y="1875"/>
                  </a:cubicBezTo>
                  <a:cubicBezTo>
                    <a:pt x="2321" y="1127"/>
                    <a:pt x="2164" y="369"/>
                    <a:pt x="1680" y="18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1" name="Google Shape;1601;p33"/>
            <p:cNvSpPr/>
            <p:nvPr/>
          </p:nvSpPr>
          <p:spPr>
            <a:xfrm>
              <a:off x="4475653" y="4067161"/>
              <a:ext cx="144968" cy="165173"/>
            </a:xfrm>
            <a:custGeom>
              <a:rect b="b" l="l" r="r" t="t"/>
              <a:pathLst>
                <a:path extrusionOk="0" h="2477" w="2174">
                  <a:moveTo>
                    <a:pt x="1768" y="2203"/>
                  </a:moveTo>
                  <a:cubicBezTo>
                    <a:pt x="2161" y="1941"/>
                    <a:pt x="2174" y="1284"/>
                    <a:pt x="1796" y="746"/>
                  </a:cubicBezTo>
                  <a:cubicBezTo>
                    <a:pt x="1428" y="212"/>
                    <a:pt x="812" y="1"/>
                    <a:pt x="419" y="275"/>
                  </a:cubicBezTo>
                  <a:cubicBezTo>
                    <a:pt x="25" y="539"/>
                    <a:pt x="0" y="1193"/>
                    <a:pt x="381" y="1731"/>
                  </a:cubicBezTo>
                  <a:cubicBezTo>
                    <a:pt x="746" y="2269"/>
                    <a:pt x="1375" y="2476"/>
                    <a:pt x="1768" y="220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2" name="Google Shape;1602;p33"/>
            <p:cNvSpPr/>
            <p:nvPr/>
          </p:nvSpPr>
          <p:spPr>
            <a:xfrm>
              <a:off x="4695842" y="4249874"/>
              <a:ext cx="672093" cy="768916"/>
            </a:xfrm>
            <a:custGeom>
              <a:rect b="b" l="l" r="r" t="t"/>
              <a:pathLst>
                <a:path extrusionOk="0" h="11531" w="10079">
                  <a:moveTo>
                    <a:pt x="8414" y="5687"/>
                  </a:moveTo>
                  <a:cubicBezTo>
                    <a:pt x="8229" y="5699"/>
                    <a:pt x="8059" y="5712"/>
                    <a:pt x="7902" y="5728"/>
                  </a:cubicBezTo>
                  <a:cubicBezTo>
                    <a:pt x="7942" y="5674"/>
                    <a:pt x="7968" y="5621"/>
                    <a:pt x="8009" y="5571"/>
                  </a:cubicBezTo>
                  <a:cubicBezTo>
                    <a:pt x="8361" y="4901"/>
                    <a:pt x="8257" y="4168"/>
                    <a:pt x="7785" y="3919"/>
                  </a:cubicBezTo>
                  <a:cubicBezTo>
                    <a:pt x="7313" y="3655"/>
                    <a:pt x="6643" y="3998"/>
                    <a:pt x="6291" y="4652"/>
                  </a:cubicBezTo>
                  <a:cubicBezTo>
                    <a:pt x="6250" y="4718"/>
                    <a:pt x="6225" y="4784"/>
                    <a:pt x="6200" y="4847"/>
                  </a:cubicBezTo>
                  <a:cubicBezTo>
                    <a:pt x="6342" y="4454"/>
                    <a:pt x="6184" y="3904"/>
                    <a:pt x="5779" y="3473"/>
                  </a:cubicBezTo>
                  <a:cubicBezTo>
                    <a:pt x="5584" y="3275"/>
                    <a:pt x="5360" y="3133"/>
                    <a:pt x="5149" y="3054"/>
                  </a:cubicBezTo>
                  <a:cubicBezTo>
                    <a:pt x="5269" y="2935"/>
                    <a:pt x="5373" y="2803"/>
                    <a:pt x="5451" y="2674"/>
                  </a:cubicBezTo>
                  <a:cubicBezTo>
                    <a:pt x="5857" y="2897"/>
                    <a:pt x="6316" y="2910"/>
                    <a:pt x="6631" y="2674"/>
                  </a:cubicBezTo>
                  <a:cubicBezTo>
                    <a:pt x="7103" y="2306"/>
                    <a:pt x="7078" y="1494"/>
                    <a:pt x="6593" y="865"/>
                  </a:cubicBezTo>
                  <a:cubicBezTo>
                    <a:pt x="6093" y="224"/>
                    <a:pt x="5307" y="0"/>
                    <a:pt x="4848" y="365"/>
                  </a:cubicBezTo>
                  <a:cubicBezTo>
                    <a:pt x="4586" y="563"/>
                    <a:pt x="4483" y="890"/>
                    <a:pt x="4508" y="1246"/>
                  </a:cubicBezTo>
                  <a:cubicBezTo>
                    <a:pt x="4259" y="1309"/>
                    <a:pt x="4011" y="1453"/>
                    <a:pt x="3788" y="1664"/>
                  </a:cubicBezTo>
                  <a:cubicBezTo>
                    <a:pt x="3722" y="1730"/>
                    <a:pt x="3656" y="1796"/>
                    <a:pt x="3605" y="1859"/>
                  </a:cubicBezTo>
                  <a:cubicBezTo>
                    <a:pt x="3722" y="1677"/>
                    <a:pt x="3747" y="1482"/>
                    <a:pt x="3630" y="1271"/>
                  </a:cubicBezTo>
                  <a:cubicBezTo>
                    <a:pt x="3328" y="746"/>
                    <a:pt x="2451" y="667"/>
                    <a:pt x="1665" y="1114"/>
                  </a:cubicBezTo>
                  <a:cubicBezTo>
                    <a:pt x="878" y="1560"/>
                    <a:pt x="485" y="2347"/>
                    <a:pt x="787" y="2881"/>
                  </a:cubicBezTo>
                  <a:cubicBezTo>
                    <a:pt x="837" y="2976"/>
                    <a:pt x="903" y="3054"/>
                    <a:pt x="982" y="3092"/>
                  </a:cubicBezTo>
                  <a:cubicBezTo>
                    <a:pt x="734" y="3237"/>
                    <a:pt x="510" y="3473"/>
                    <a:pt x="340" y="3775"/>
                  </a:cubicBezTo>
                  <a:cubicBezTo>
                    <a:pt x="1" y="4441"/>
                    <a:pt x="92" y="5177"/>
                    <a:pt x="564" y="5426"/>
                  </a:cubicBezTo>
                  <a:cubicBezTo>
                    <a:pt x="774" y="5542"/>
                    <a:pt x="1010" y="5542"/>
                    <a:pt x="1259" y="5451"/>
                  </a:cubicBezTo>
                  <a:cubicBezTo>
                    <a:pt x="982" y="6093"/>
                    <a:pt x="1114" y="6763"/>
                    <a:pt x="1573" y="7024"/>
                  </a:cubicBezTo>
                  <a:cubicBezTo>
                    <a:pt x="2083" y="7313"/>
                    <a:pt x="2803" y="6998"/>
                    <a:pt x="3212" y="6329"/>
                  </a:cubicBezTo>
                  <a:cubicBezTo>
                    <a:pt x="3382" y="6527"/>
                    <a:pt x="3656" y="6671"/>
                    <a:pt x="3970" y="6722"/>
                  </a:cubicBezTo>
                  <a:cubicBezTo>
                    <a:pt x="3854" y="6775"/>
                    <a:pt x="3722" y="6829"/>
                    <a:pt x="3605" y="6892"/>
                  </a:cubicBezTo>
                  <a:cubicBezTo>
                    <a:pt x="2819" y="7338"/>
                    <a:pt x="2426" y="8137"/>
                    <a:pt x="2725" y="8662"/>
                  </a:cubicBezTo>
                  <a:cubicBezTo>
                    <a:pt x="2753" y="8728"/>
                    <a:pt x="2791" y="8766"/>
                    <a:pt x="2831" y="8807"/>
                  </a:cubicBezTo>
                  <a:cubicBezTo>
                    <a:pt x="2426" y="8820"/>
                    <a:pt x="1979" y="9134"/>
                    <a:pt x="1702" y="9631"/>
                  </a:cubicBezTo>
                  <a:cubicBezTo>
                    <a:pt x="1350" y="10301"/>
                    <a:pt x="1454" y="11034"/>
                    <a:pt x="1926" y="11282"/>
                  </a:cubicBezTo>
                  <a:cubicBezTo>
                    <a:pt x="2397" y="11531"/>
                    <a:pt x="3067" y="11204"/>
                    <a:pt x="3420" y="10549"/>
                  </a:cubicBezTo>
                  <a:cubicBezTo>
                    <a:pt x="3747" y="9933"/>
                    <a:pt x="3684" y="9250"/>
                    <a:pt x="3303" y="8964"/>
                  </a:cubicBezTo>
                  <a:cubicBezTo>
                    <a:pt x="3618" y="8936"/>
                    <a:pt x="4011" y="8741"/>
                    <a:pt x="4454" y="8492"/>
                  </a:cubicBezTo>
                  <a:cubicBezTo>
                    <a:pt x="5241" y="8046"/>
                    <a:pt x="5870" y="7599"/>
                    <a:pt x="5571" y="7065"/>
                  </a:cubicBezTo>
                  <a:cubicBezTo>
                    <a:pt x="5439" y="6841"/>
                    <a:pt x="5203" y="6697"/>
                    <a:pt x="4914" y="6630"/>
                  </a:cubicBezTo>
                  <a:cubicBezTo>
                    <a:pt x="5426" y="6448"/>
                    <a:pt x="5766" y="6042"/>
                    <a:pt x="5712" y="5621"/>
                  </a:cubicBezTo>
                  <a:cubicBezTo>
                    <a:pt x="5700" y="5517"/>
                    <a:pt x="5675" y="5413"/>
                    <a:pt x="5609" y="5319"/>
                  </a:cubicBezTo>
                  <a:cubicBezTo>
                    <a:pt x="5766" y="5294"/>
                    <a:pt x="5911" y="5228"/>
                    <a:pt x="6027" y="5124"/>
                  </a:cubicBezTo>
                  <a:cubicBezTo>
                    <a:pt x="6093" y="5058"/>
                    <a:pt x="6147" y="4979"/>
                    <a:pt x="6184" y="4901"/>
                  </a:cubicBezTo>
                  <a:cubicBezTo>
                    <a:pt x="5964" y="5492"/>
                    <a:pt x="6093" y="6080"/>
                    <a:pt x="6515" y="6303"/>
                  </a:cubicBezTo>
                  <a:cubicBezTo>
                    <a:pt x="6593" y="6341"/>
                    <a:pt x="6697" y="6369"/>
                    <a:pt x="6788" y="6382"/>
                  </a:cubicBezTo>
                  <a:lnTo>
                    <a:pt x="6788" y="6486"/>
                  </a:lnTo>
                  <a:cubicBezTo>
                    <a:pt x="6801" y="6684"/>
                    <a:pt x="6879" y="6854"/>
                    <a:pt x="7024" y="7011"/>
                  </a:cubicBezTo>
                  <a:cubicBezTo>
                    <a:pt x="6933" y="7115"/>
                    <a:pt x="6842" y="7247"/>
                    <a:pt x="6763" y="7379"/>
                  </a:cubicBezTo>
                  <a:cubicBezTo>
                    <a:pt x="6565" y="7744"/>
                    <a:pt x="6515" y="8137"/>
                    <a:pt x="6577" y="8464"/>
                  </a:cubicBezTo>
                  <a:cubicBezTo>
                    <a:pt x="6291" y="8099"/>
                    <a:pt x="5885" y="7914"/>
                    <a:pt x="5530" y="8033"/>
                  </a:cubicBezTo>
                  <a:cubicBezTo>
                    <a:pt x="5021" y="8203"/>
                    <a:pt x="4797" y="8911"/>
                    <a:pt x="5033" y="9618"/>
                  </a:cubicBezTo>
                  <a:cubicBezTo>
                    <a:pt x="5269" y="10326"/>
                    <a:pt x="5870" y="10773"/>
                    <a:pt x="6382" y="10603"/>
                  </a:cubicBezTo>
                  <a:cubicBezTo>
                    <a:pt x="6892" y="10430"/>
                    <a:pt x="7115" y="9722"/>
                    <a:pt x="6879" y="9002"/>
                  </a:cubicBezTo>
                  <a:cubicBezTo>
                    <a:pt x="6867" y="8989"/>
                    <a:pt x="6854" y="8964"/>
                    <a:pt x="6854" y="8936"/>
                  </a:cubicBezTo>
                  <a:cubicBezTo>
                    <a:pt x="6892" y="8977"/>
                    <a:pt x="6933" y="9002"/>
                    <a:pt x="6986" y="9030"/>
                  </a:cubicBezTo>
                  <a:cubicBezTo>
                    <a:pt x="7458" y="9279"/>
                    <a:pt x="8125" y="8952"/>
                    <a:pt x="8480" y="8294"/>
                  </a:cubicBezTo>
                  <a:cubicBezTo>
                    <a:pt x="8622" y="8021"/>
                    <a:pt x="8688" y="7731"/>
                    <a:pt x="8688" y="7470"/>
                  </a:cubicBezTo>
                  <a:cubicBezTo>
                    <a:pt x="9487" y="7351"/>
                    <a:pt x="10078" y="6841"/>
                    <a:pt x="10037" y="6278"/>
                  </a:cubicBezTo>
                  <a:cubicBezTo>
                    <a:pt x="10012" y="5674"/>
                    <a:pt x="9304" y="5633"/>
                    <a:pt x="8414" y="5687"/>
                  </a:cubicBezTo>
                  <a:close/>
                  <a:moveTo>
                    <a:pt x="2149" y="4482"/>
                  </a:moveTo>
                  <a:cubicBezTo>
                    <a:pt x="2385" y="3878"/>
                    <a:pt x="2268" y="3262"/>
                    <a:pt x="1834" y="3039"/>
                  </a:cubicBezTo>
                  <a:cubicBezTo>
                    <a:pt x="2045" y="2947"/>
                    <a:pt x="2281" y="2831"/>
                    <a:pt x="2517" y="2699"/>
                  </a:cubicBezTo>
                  <a:cubicBezTo>
                    <a:pt x="2935" y="2463"/>
                    <a:pt x="3316" y="2227"/>
                    <a:pt x="3527" y="1966"/>
                  </a:cubicBezTo>
                  <a:cubicBezTo>
                    <a:pt x="3212" y="2438"/>
                    <a:pt x="3171" y="2976"/>
                    <a:pt x="3473" y="3290"/>
                  </a:cubicBezTo>
                  <a:cubicBezTo>
                    <a:pt x="3589" y="3419"/>
                    <a:pt x="3762" y="3498"/>
                    <a:pt x="3945" y="3526"/>
                  </a:cubicBezTo>
                  <a:cubicBezTo>
                    <a:pt x="3841" y="3904"/>
                    <a:pt x="3983" y="4404"/>
                    <a:pt x="4351" y="4797"/>
                  </a:cubicBezTo>
                  <a:cubicBezTo>
                    <a:pt x="4325" y="4797"/>
                    <a:pt x="4297" y="4809"/>
                    <a:pt x="4259" y="4809"/>
                  </a:cubicBezTo>
                  <a:cubicBezTo>
                    <a:pt x="3945" y="4847"/>
                    <a:pt x="3656" y="4954"/>
                    <a:pt x="3448" y="5124"/>
                  </a:cubicBezTo>
                  <a:cubicBezTo>
                    <a:pt x="3382" y="4847"/>
                    <a:pt x="3237" y="4627"/>
                    <a:pt x="3014" y="4495"/>
                  </a:cubicBezTo>
                  <a:cubicBezTo>
                    <a:pt x="2765" y="4350"/>
                    <a:pt x="2451" y="4350"/>
                    <a:pt x="2149" y="4482"/>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3" name="Google Shape;1603;p33"/>
            <p:cNvSpPr/>
            <p:nvPr/>
          </p:nvSpPr>
          <p:spPr>
            <a:xfrm>
              <a:off x="4680971" y="4131778"/>
              <a:ext cx="222786" cy="127830"/>
            </a:xfrm>
            <a:custGeom>
              <a:rect b="b" l="l" r="r" t="t"/>
              <a:pathLst>
                <a:path extrusionOk="0" h="1917" w="3341">
                  <a:moveTo>
                    <a:pt x="1743" y="1863"/>
                  </a:moveTo>
                  <a:cubicBezTo>
                    <a:pt x="2633" y="1797"/>
                    <a:pt x="3341" y="1259"/>
                    <a:pt x="3303" y="642"/>
                  </a:cubicBezTo>
                  <a:cubicBezTo>
                    <a:pt x="3262" y="41"/>
                    <a:pt x="2554" y="1"/>
                    <a:pt x="1664" y="54"/>
                  </a:cubicBezTo>
                  <a:cubicBezTo>
                    <a:pt x="762" y="108"/>
                    <a:pt x="0" y="236"/>
                    <a:pt x="38" y="853"/>
                  </a:cubicBezTo>
                  <a:cubicBezTo>
                    <a:pt x="79" y="1457"/>
                    <a:pt x="840" y="1916"/>
                    <a:pt x="1743" y="186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4" name="Google Shape;1604;p33"/>
            <p:cNvSpPr/>
            <p:nvPr/>
          </p:nvSpPr>
          <p:spPr>
            <a:xfrm>
              <a:off x="4794667" y="4602963"/>
              <a:ext cx="187778" cy="130898"/>
            </a:xfrm>
            <a:custGeom>
              <a:rect b="b" l="l" r="r" t="t"/>
              <a:pathLst>
                <a:path extrusionOk="0" h="1963" w="2816">
                  <a:moveTo>
                    <a:pt x="1498" y="0"/>
                  </a:moveTo>
                  <a:cubicBezTo>
                    <a:pt x="1432" y="0"/>
                    <a:pt x="1364" y="4"/>
                    <a:pt x="1296" y="11"/>
                  </a:cubicBezTo>
                  <a:cubicBezTo>
                    <a:pt x="551" y="103"/>
                    <a:pt x="0" y="603"/>
                    <a:pt x="63" y="1140"/>
                  </a:cubicBezTo>
                  <a:cubicBezTo>
                    <a:pt x="123" y="1625"/>
                    <a:pt x="656" y="1963"/>
                    <a:pt x="1313" y="1963"/>
                  </a:cubicBezTo>
                  <a:cubicBezTo>
                    <a:pt x="1381" y="1963"/>
                    <a:pt x="1450" y="1959"/>
                    <a:pt x="1519" y="1952"/>
                  </a:cubicBezTo>
                  <a:cubicBezTo>
                    <a:pt x="2265" y="1861"/>
                    <a:pt x="2815" y="1361"/>
                    <a:pt x="2752" y="826"/>
                  </a:cubicBezTo>
                  <a:cubicBezTo>
                    <a:pt x="2692" y="338"/>
                    <a:pt x="2146" y="0"/>
                    <a:pt x="1498"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5" name="Google Shape;1605;p33"/>
            <p:cNvSpPr/>
            <p:nvPr/>
          </p:nvSpPr>
          <p:spPr>
            <a:xfrm>
              <a:off x="4804069" y="4363169"/>
              <a:ext cx="180243" cy="156037"/>
            </a:xfrm>
            <a:custGeom>
              <a:rect b="b" l="l" r="r" t="t"/>
              <a:pathLst>
                <a:path extrusionOk="0" h="2340" w="2703">
                  <a:moveTo>
                    <a:pt x="1737" y="1"/>
                  </a:moveTo>
                  <a:cubicBezTo>
                    <a:pt x="1397" y="1"/>
                    <a:pt x="1008" y="161"/>
                    <a:pt x="683" y="462"/>
                  </a:cubicBezTo>
                  <a:cubicBezTo>
                    <a:pt x="145" y="975"/>
                    <a:pt x="1" y="1708"/>
                    <a:pt x="369" y="2101"/>
                  </a:cubicBezTo>
                  <a:cubicBezTo>
                    <a:pt x="520" y="2262"/>
                    <a:pt x="732" y="2340"/>
                    <a:pt x="968" y="2340"/>
                  </a:cubicBezTo>
                  <a:cubicBezTo>
                    <a:pt x="1308" y="2340"/>
                    <a:pt x="1695" y="2180"/>
                    <a:pt x="2020" y="1877"/>
                  </a:cubicBezTo>
                  <a:cubicBezTo>
                    <a:pt x="2558" y="1368"/>
                    <a:pt x="2702" y="632"/>
                    <a:pt x="2334" y="239"/>
                  </a:cubicBezTo>
                  <a:cubicBezTo>
                    <a:pt x="2184" y="78"/>
                    <a:pt x="1972" y="1"/>
                    <a:pt x="173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6" name="Google Shape;1606;p33"/>
            <p:cNvSpPr/>
            <p:nvPr/>
          </p:nvSpPr>
          <p:spPr>
            <a:xfrm>
              <a:off x="4596216" y="4480266"/>
              <a:ext cx="161772" cy="170974"/>
            </a:xfrm>
            <a:custGeom>
              <a:rect b="b" l="l" r="r" t="t"/>
              <a:pathLst>
                <a:path extrusionOk="0" h="2564" w="2426">
                  <a:moveTo>
                    <a:pt x="1503" y="1"/>
                  </a:moveTo>
                  <a:cubicBezTo>
                    <a:pt x="1089" y="1"/>
                    <a:pt x="628" y="313"/>
                    <a:pt x="353" y="829"/>
                  </a:cubicBezTo>
                  <a:cubicBezTo>
                    <a:pt x="1" y="1486"/>
                    <a:pt x="105" y="2219"/>
                    <a:pt x="576" y="2480"/>
                  </a:cubicBezTo>
                  <a:cubicBezTo>
                    <a:pt x="683" y="2537"/>
                    <a:pt x="800" y="2563"/>
                    <a:pt x="921" y="2563"/>
                  </a:cubicBezTo>
                  <a:cubicBezTo>
                    <a:pt x="1335" y="2563"/>
                    <a:pt x="1798" y="2251"/>
                    <a:pt x="2070" y="1735"/>
                  </a:cubicBezTo>
                  <a:cubicBezTo>
                    <a:pt x="2426" y="1078"/>
                    <a:pt x="2319" y="345"/>
                    <a:pt x="1847" y="84"/>
                  </a:cubicBezTo>
                  <a:cubicBezTo>
                    <a:pt x="1740" y="27"/>
                    <a:pt x="1623" y="1"/>
                    <a:pt x="1503"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7" name="Google Shape;1607;p33"/>
            <p:cNvSpPr/>
            <p:nvPr/>
          </p:nvSpPr>
          <p:spPr>
            <a:xfrm>
              <a:off x="5024325" y="4720526"/>
              <a:ext cx="161772" cy="171041"/>
            </a:xfrm>
            <a:custGeom>
              <a:rect b="b" l="l" r="r" t="t"/>
              <a:pathLst>
                <a:path extrusionOk="0" h="2565" w="2426">
                  <a:moveTo>
                    <a:pt x="1504" y="1"/>
                  </a:moveTo>
                  <a:cubicBezTo>
                    <a:pt x="1090" y="1"/>
                    <a:pt x="628" y="315"/>
                    <a:pt x="356" y="831"/>
                  </a:cubicBezTo>
                  <a:cubicBezTo>
                    <a:pt x="0" y="1485"/>
                    <a:pt x="107" y="2221"/>
                    <a:pt x="579" y="2482"/>
                  </a:cubicBezTo>
                  <a:cubicBezTo>
                    <a:pt x="686" y="2538"/>
                    <a:pt x="802" y="2565"/>
                    <a:pt x="923" y="2565"/>
                  </a:cubicBezTo>
                  <a:cubicBezTo>
                    <a:pt x="1337" y="2565"/>
                    <a:pt x="1798" y="2252"/>
                    <a:pt x="2073" y="1736"/>
                  </a:cubicBezTo>
                  <a:cubicBezTo>
                    <a:pt x="2425" y="1079"/>
                    <a:pt x="2321" y="346"/>
                    <a:pt x="1850" y="85"/>
                  </a:cubicBezTo>
                  <a:cubicBezTo>
                    <a:pt x="1742" y="28"/>
                    <a:pt x="1625" y="1"/>
                    <a:pt x="150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8" name="Google Shape;1608;p33"/>
            <p:cNvSpPr/>
            <p:nvPr/>
          </p:nvSpPr>
          <p:spPr>
            <a:xfrm>
              <a:off x="4992850" y="4538814"/>
              <a:ext cx="160905" cy="170507"/>
            </a:xfrm>
            <a:custGeom>
              <a:rect b="b" l="l" r="r" t="t"/>
              <a:pathLst>
                <a:path extrusionOk="0" h="2557" w="2413">
                  <a:moveTo>
                    <a:pt x="1504" y="0"/>
                  </a:moveTo>
                  <a:cubicBezTo>
                    <a:pt x="1090" y="0"/>
                    <a:pt x="628" y="310"/>
                    <a:pt x="356" y="816"/>
                  </a:cubicBezTo>
                  <a:cubicBezTo>
                    <a:pt x="0" y="1486"/>
                    <a:pt x="95" y="2219"/>
                    <a:pt x="579" y="2467"/>
                  </a:cubicBezTo>
                  <a:cubicBezTo>
                    <a:pt x="688" y="2528"/>
                    <a:pt x="807" y="2557"/>
                    <a:pt x="930" y="2557"/>
                  </a:cubicBezTo>
                  <a:cubicBezTo>
                    <a:pt x="1342" y="2557"/>
                    <a:pt x="1800" y="2238"/>
                    <a:pt x="2073" y="1734"/>
                  </a:cubicBezTo>
                  <a:cubicBezTo>
                    <a:pt x="2413" y="1080"/>
                    <a:pt x="2322" y="332"/>
                    <a:pt x="1850" y="83"/>
                  </a:cubicBezTo>
                  <a:cubicBezTo>
                    <a:pt x="1743" y="27"/>
                    <a:pt x="1625" y="0"/>
                    <a:pt x="150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9" name="Google Shape;1609;p33"/>
            <p:cNvSpPr/>
            <p:nvPr/>
          </p:nvSpPr>
          <p:spPr>
            <a:xfrm>
              <a:off x="4687039" y="4870831"/>
              <a:ext cx="161772" cy="171107"/>
            </a:xfrm>
            <a:custGeom>
              <a:rect b="b" l="l" r="r" t="t"/>
              <a:pathLst>
                <a:path extrusionOk="0" h="2566" w="2426">
                  <a:moveTo>
                    <a:pt x="1505" y="0"/>
                  </a:moveTo>
                  <a:cubicBezTo>
                    <a:pt x="1091" y="0"/>
                    <a:pt x="629" y="313"/>
                    <a:pt x="356" y="832"/>
                  </a:cubicBezTo>
                  <a:cubicBezTo>
                    <a:pt x="1" y="1486"/>
                    <a:pt x="104" y="2219"/>
                    <a:pt x="576" y="2483"/>
                  </a:cubicBezTo>
                  <a:cubicBezTo>
                    <a:pt x="683" y="2539"/>
                    <a:pt x="800" y="2566"/>
                    <a:pt x="921" y="2566"/>
                  </a:cubicBezTo>
                  <a:cubicBezTo>
                    <a:pt x="1335" y="2566"/>
                    <a:pt x="1798" y="2253"/>
                    <a:pt x="2070" y="1734"/>
                  </a:cubicBezTo>
                  <a:cubicBezTo>
                    <a:pt x="2426" y="1080"/>
                    <a:pt x="2322" y="347"/>
                    <a:pt x="1850" y="83"/>
                  </a:cubicBezTo>
                  <a:cubicBezTo>
                    <a:pt x="1743" y="27"/>
                    <a:pt x="1626" y="0"/>
                    <a:pt x="150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0" name="Google Shape;1610;p33"/>
            <p:cNvSpPr/>
            <p:nvPr/>
          </p:nvSpPr>
          <p:spPr>
            <a:xfrm>
              <a:off x="4531400" y="3967469"/>
              <a:ext cx="148769" cy="180443"/>
            </a:xfrm>
            <a:custGeom>
              <a:rect b="b" l="l" r="r" t="t"/>
              <a:pathLst>
                <a:path extrusionOk="0" h="2706" w="2231">
                  <a:moveTo>
                    <a:pt x="1326" y="1"/>
                  </a:moveTo>
                  <a:cubicBezTo>
                    <a:pt x="876" y="1"/>
                    <a:pt x="408" y="444"/>
                    <a:pt x="212" y="1090"/>
                  </a:cubicBezTo>
                  <a:cubicBezTo>
                    <a:pt x="1" y="1823"/>
                    <a:pt x="224" y="2531"/>
                    <a:pt x="724" y="2675"/>
                  </a:cubicBezTo>
                  <a:cubicBezTo>
                    <a:pt x="788" y="2695"/>
                    <a:pt x="853" y="2705"/>
                    <a:pt x="918" y="2705"/>
                  </a:cubicBezTo>
                  <a:cubicBezTo>
                    <a:pt x="1362" y="2705"/>
                    <a:pt x="1824" y="2256"/>
                    <a:pt x="2008" y="1628"/>
                  </a:cubicBezTo>
                  <a:cubicBezTo>
                    <a:pt x="2231" y="892"/>
                    <a:pt x="1995" y="184"/>
                    <a:pt x="1511" y="27"/>
                  </a:cubicBezTo>
                  <a:cubicBezTo>
                    <a:pt x="1450" y="9"/>
                    <a:pt x="1388" y="1"/>
                    <a:pt x="132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1" name="Google Shape;1611;p33"/>
            <p:cNvSpPr/>
            <p:nvPr/>
          </p:nvSpPr>
          <p:spPr>
            <a:xfrm>
              <a:off x="4577745" y="3983273"/>
              <a:ext cx="50012" cy="138099"/>
            </a:xfrm>
            <a:custGeom>
              <a:rect b="b" l="l" r="r" t="t"/>
              <a:pathLst>
                <a:path extrusionOk="0" h="2071" w="750">
                  <a:moveTo>
                    <a:pt x="737" y="1"/>
                  </a:moveTo>
                  <a:cubicBezTo>
                    <a:pt x="750" y="13"/>
                    <a:pt x="709" y="54"/>
                    <a:pt x="658" y="117"/>
                  </a:cubicBezTo>
                  <a:cubicBezTo>
                    <a:pt x="592" y="196"/>
                    <a:pt x="526" y="290"/>
                    <a:pt x="485" y="419"/>
                  </a:cubicBezTo>
                  <a:cubicBezTo>
                    <a:pt x="435" y="551"/>
                    <a:pt x="407" y="696"/>
                    <a:pt x="407" y="841"/>
                  </a:cubicBezTo>
                  <a:cubicBezTo>
                    <a:pt x="422" y="970"/>
                    <a:pt x="473" y="1114"/>
                    <a:pt x="501" y="1246"/>
                  </a:cubicBezTo>
                  <a:cubicBezTo>
                    <a:pt x="539" y="1391"/>
                    <a:pt x="551" y="1548"/>
                    <a:pt x="514" y="1677"/>
                  </a:cubicBezTo>
                  <a:cubicBezTo>
                    <a:pt x="501" y="1756"/>
                    <a:pt x="473" y="1822"/>
                    <a:pt x="435" y="1875"/>
                  </a:cubicBezTo>
                  <a:cubicBezTo>
                    <a:pt x="394" y="1926"/>
                    <a:pt x="356" y="1979"/>
                    <a:pt x="303" y="2004"/>
                  </a:cubicBezTo>
                  <a:cubicBezTo>
                    <a:pt x="212" y="2058"/>
                    <a:pt x="121" y="2070"/>
                    <a:pt x="67" y="2058"/>
                  </a:cubicBezTo>
                  <a:cubicBezTo>
                    <a:pt x="14" y="2033"/>
                    <a:pt x="1" y="2004"/>
                    <a:pt x="1" y="1992"/>
                  </a:cubicBezTo>
                  <a:cubicBezTo>
                    <a:pt x="14" y="1954"/>
                    <a:pt x="108" y="1967"/>
                    <a:pt x="212" y="1875"/>
                  </a:cubicBezTo>
                  <a:cubicBezTo>
                    <a:pt x="265" y="1822"/>
                    <a:pt x="303" y="1756"/>
                    <a:pt x="316" y="1652"/>
                  </a:cubicBezTo>
                  <a:cubicBezTo>
                    <a:pt x="328" y="1561"/>
                    <a:pt x="316" y="1441"/>
                    <a:pt x="290" y="1312"/>
                  </a:cubicBezTo>
                  <a:cubicBezTo>
                    <a:pt x="265" y="1193"/>
                    <a:pt x="224" y="1036"/>
                    <a:pt x="224" y="853"/>
                  </a:cubicBezTo>
                  <a:cubicBezTo>
                    <a:pt x="224" y="668"/>
                    <a:pt x="278" y="498"/>
                    <a:pt x="356" y="353"/>
                  </a:cubicBezTo>
                  <a:cubicBezTo>
                    <a:pt x="435" y="224"/>
                    <a:pt x="539" y="117"/>
                    <a:pt x="605" y="67"/>
                  </a:cubicBezTo>
                  <a:cubicBezTo>
                    <a:pt x="684" y="13"/>
                    <a:pt x="737" y="1"/>
                    <a:pt x="73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2" name="Google Shape;1612;p33"/>
            <p:cNvSpPr/>
            <p:nvPr/>
          </p:nvSpPr>
          <p:spPr>
            <a:xfrm>
              <a:off x="4783130" y="4981993"/>
              <a:ext cx="205582" cy="161505"/>
            </a:xfrm>
            <a:custGeom>
              <a:rect b="b" l="l" r="r" t="t"/>
              <a:pathLst>
                <a:path extrusionOk="0" h="2422" w="3083">
                  <a:moveTo>
                    <a:pt x="1915" y="0"/>
                  </a:moveTo>
                  <a:cubicBezTo>
                    <a:pt x="1600" y="0"/>
                    <a:pt x="1250" y="105"/>
                    <a:pt x="931" y="316"/>
                  </a:cubicBezTo>
                  <a:cubicBezTo>
                    <a:pt x="264" y="775"/>
                    <a:pt x="0" y="1549"/>
                    <a:pt x="343" y="2033"/>
                  </a:cubicBezTo>
                  <a:cubicBezTo>
                    <a:pt x="516" y="2289"/>
                    <a:pt x="824" y="2421"/>
                    <a:pt x="1175" y="2421"/>
                  </a:cubicBezTo>
                  <a:cubicBezTo>
                    <a:pt x="1488" y="2421"/>
                    <a:pt x="1835" y="2316"/>
                    <a:pt x="2152" y="2099"/>
                  </a:cubicBezTo>
                  <a:cubicBezTo>
                    <a:pt x="2818" y="1640"/>
                    <a:pt x="3082" y="882"/>
                    <a:pt x="2740" y="382"/>
                  </a:cubicBezTo>
                  <a:cubicBezTo>
                    <a:pt x="2568" y="128"/>
                    <a:pt x="2263" y="0"/>
                    <a:pt x="191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3" name="Google Shape;1613;p33"/>
            <p:cNvSpPr/>
            <p:nvPr/>
          </p:nvSpPr>
          <p:spPr>
            <a:xfrm>
              <a:off x="4823407" y="5012667"/>
              <a:ext cx="129431" cy="94422"/>
            </a:xfrm>
            <a:custGeom>
              <a:rect b="b" l="l" r="r" t="t"/>
              <a:pathLst>
                <a:path extrusionOk="0" h="1416" w="1941">
                  <a:moveTo>
                    <a:pt x="1941" y="54"/>
                  </a:moveTo>
                  <a:cubicBezTo>
                    <a:pt x="1941" y="67"/>
                    <a:pt x="1887" y="67"/>
                    <a:pt x="1796" y="92"/>
                  </a:cubicBezTo>
                  <a:cubicBezTo>
                    <a:pt x="1705" y="107"/>
                    <a:pt x="1573" y="145"/>
                    <a:pt x="1441" y="211"/>
                  </a:cubicBezTo>
                  <a:cubicBezTo>
                    <a:pt x="1324" y="277"/>
                    <a:pt x="1205" y="381"/>
                    <a:pt x="1126" y="513"/>
                  </a:cubicBezTo>
                  <a:cubicBezTo>
                    <a:pt x="1035" y="630"/>
                    <a:pt x="985" y="787"/>
                    <a:pt x="931" y="919"/>
                  </a:cubicBezTo>
                  <a:cubicBezTo>
                    <a:pt x="865" y="1064"/>
                    <a:pt x="774" y="1208"/>
                    <a:pt x="654" y="1299"/>
                  </a:cubicBezTo>
                  <a:cubicBezTo>
                    <a:pt x="591" y="1350"/>
                    <a:pt x="525" y="1378"/>
                    <a:pt x="459" y="1403"/>
                  </a:cubicBezTo>
                  <a:cubicBezTo>
                    <a:pt x="393" y="1416"/>
                    <a:pt x="327" y="1416"/>
                    <a:pt x="261" y="1416"/>
                  </a:cubicBezTo>
                  <a:cubicBezTo>
                    <a:pt x="145" y="1391"/>
                    <a:pt x="66" y="1337"/>
                    <a:pt x="25" y="1287"/>
                  </a:cubicBezTo>
                  <a:cubicBezTo>
                    <a:pt x="0" y="1221"/>
                    <a:pt x="0" y="1180"/>
                    <a:pt x="13" y="1180"/>
                  </a:cubicBezTo>
                  <a:cubicBezTo>
                    <a:pt x="54" y="1155"/>
                    <a:pt x="120" y="1246"/>
                    <a:pt x="277" y="1233"/>
                  </a:cubicBezTo>
                  <a:cubicBezTo>
                    <a:pt x="340" y="1221"/>
                    <a:pt x="418" y="1193"/>
                    <a:pt x="497" y="1130"/>
                  </a:cubicBezTo>
                  <a:cubicBezTo>
                    <a:pt x="576" y="1051"/>
                    <a:pt x="642" y="944"/>
                    <a:pt x="695" y="828"/>
                  </a:cubicBezTo>
                  <a:cubicBezTo>
                    <a:pt x="761" y="696"/>
                    <a:pt x="827" y="538"/>
                    <a:pt x="944" y="381"/>
                  </a:cubicBezTo>
                  <a:cubicBezTo>
                    <a:pt x="1063" y="224"/>
                    <a:pt x="1220" y="120"/>
                    <a:pt x="1378" y="67"/>
                  </a:cubicBezTo>
                  <a:cubicBezTo>
                    <a:pt x="1535" y="0"/>
                    <a:pt x="1692" y="0"/>
                    <a:pt x="1783" y="13"/>
                  </a:cubicBezTo>
                  <a:cubicBezTo>
                    <a:pt x="1887" y="13"/>
                    <a:pt x="1941" y="41"/>
                    <a:pt x="1941"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4" name="Google Shape;1614;p33"/>
            <p:cNvSpPr/>
            <p:nvPr/>
          </p:nvSpPr>
          <p:spPr>
            <a:xfrm>
              <a:off x="4447512" y="4294285"/>
              <a:ext cx="154837" cy="187178"/>
            </a:xfrm>
            <a:custGeom>
              <a:rect b="b" l="l" r="r" t="t"/>
              <a:pathLst>
                <a:path extrusionOk="0" h="2807" w="2322">
                  <a:moveTo>
                    <a:pt x="1454" y="1"/>
                  </a:moveTo>
                  <a:cubicBezTo>
                    <a:pt x="1015" y="1"/>
                    <a:pt x="524" y="428"/>
                    <a:pt x="278" y="1064"/>
                  </a:cubicBezTo>
                  <a:cubicBezTo>
                    <a:pt x="1" y="1822"/>
                    <a:pt x="158" y="2583"/>
                    <a:pt x="646" y="2766"/>
                  </a:cubicBezTo>
                  <a:cubicBezTo>
                    <a:pt x="718" y="2794"/>
                    <a:pt x="794" y="2807"/>
                    <a:pt x="871" y="2807"/>
                  </a:cubicBezTo>
                  <a:cubicBezTo>
                    <a:pt x="1307" y="2807"/>
                    <a:pt x="1789" y="2378"/>
                    <a:pt x="2033" y="1731"/>
                  </a:cubicBezTo>
                  <a:cubicBezTo>
                    <a:pt x="2322" y="986"/>
                    <a:pt x="2165" y="224"/>
                    <a:pt x="1680" y="42"/>
                  </a:cubicBezTo>
                  <a:cubicBezTo>
                    <a:pt x="1608" y="14"/>
                    <a:pt x="1532" y="1"/>
                    <a:pt x="145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5" name="Google Shape;1615;p33"/>
            <p:cNvSpPr/>
            <p:nvPr/>
          </p:nvSpPr>
          <p:spPr>
            <a:xfrm>
              <a:off x="4483388" y="4298753"/>
              <a:ext cx="76218" cy="166973"/>
            </a:xfrm>
            <a:custGeom>
              <a:rect b="b" l="l" r="r" t="t"/>
              <a:pathLst>
                <a:path extrusionOk="0" h="2504" w="1143">
                  <a:moveTo>
                    <a:pt x="199" y="2491"/>
                  </a:moveTo>
                  <a:cubicBezTo>
                    <a:pt x="186" y="2504"/>
                    <a:pt x="145" y="2450"/>
                    <a:pt x="92" y="2347"/>
                  </a:cubicBezTo>
                  <a:cubicBezTo>
                    <a:pt x="42" y="2243"/>
                    <a:pt x="1" y="2085"/>
                    <a:pt x="13" y="1900"/>
                  </a:cubicBezTo>
                  <a:cubicBezTo>
                    <a:pt x="13" y="1796"/>
                    <a:pt x="42" y="1705"/>
                    <a:pt x="79" y="1598"/>
                  </a:cubicBezTo>
                  <a:cubicBezTo>
                    <a:pt x="92" y="1560"/>
                    <a:pt x="120" y="1507"/>
                    <a:pt x="170" y="1456"/>
                  </a:cubicBezTo>
                  <a:cubicBezTo>
                    <a:pt x="224" y="1403"/>
                    <a:pt x="277" y="1378"/>
                    <a:pt x="315" y="1349"/>
                  </a:cubicBezTo>
                  <a:cubicBezTo>
                    <a:pt x="369" y="1337"/>
                    <a:pt x="406" y="1324"/>
                    <a:pt x="435" y="1299"/>
                  </a:cubicBezTo>
                  <a:cubicBezTo>
                    <a:pt x="472" y="1271"/>
                    <a:pt x="513" y="1258"/>
                    <a:pt x="538" y="1233"/>
                  </a:cubicBezTo>
                  <a:cubicBezTo>
                    <a:pt x="605" y="1180"/>
                    <a:pt x="658" y="1126"/>
                    <a:pt x="708" y="1063"/>
                  </a:cubicBezTo>
                  <a:cubicBezTo>
                    <a:pt x="894" y="827"/>
                    <a:pt x="932" y="551"/>
                    <a:pt x="919" y="356"/>
                  </a:cubicBezTo>
                  <a:cubicBezTo>
                    <a:pt x="906" y="157"/>
                    <a:pt x="853" y="41"/>
                    <a:pt x="878" y="13"/>
                  </a:cubicBezTo>
                  <a:cubicBezTo>
                    <a:pt x="906" y="0"/>
                    <a:pt x="932" y="25"/>
                    <a:pt x="973" y="79"/>
                  </a:cubicBezTo>
                  <a:cubicBezTo>
                    <a:pt x="1010" y="120"/>
                    <a:pt x="1064" y="211"/>
                    <a:pt x="1089" y="315"/>
                  </a:cubicBezTo>
                  <a:cubicBezTo>
                    <a:pt x="1130" y="434"/>
                    <a:pt x="1142" y="576"/>
                    <a:pt x="1114" y="733"/>
                  </a:cubicBezTo>
                  <a:cubicBezTo>
                    <a:pt x="1089" y="890"/>
                    <a:pt x="1023" y="1063"/>
                    <a:pt x="906" y="1221"/>
                  </a:cubicBezTo>
                  <a:cubicBezTo>
                    <a:pt x="840" y="1283"/>
                    <a:pt x="774" y="1349"/>
                    <a:pt x="683" y="1416"/>
                  </a:cubicBezTo>
                  <a:cubicBezTo>
                    <a:pt x="642" y="1441"/>
                    <a:pt x="605" y="1469"/>
                    <a:pt x="551" y="1494"/>
                  </a:cubicBezTo>
                  <a:cubicBezTo>
                    <a:pt x="513" y="1519"/>
                    <a:pt x="447" y="1548"/>
                    <a:pt x="406" y="1560"/>
                  </a:cubicBezTo>
                  <a:cubicBezTo>
                    <a:pt x="369" y="1573"/>
                    <a:pt x="328" y="1585"/>
                    <a:pt x="315" y="1598"/>
                  </a:cubicBezTo>
                  <a:cubicBezTo>
                    <a:pt x="290" y="1626"/>
                    <a:pt x="265" y="1651"/>
                    <a:pt x="249" y="1677"/>
                  </a:cubicBezTo>
                  <a:cubicBezTo>
                    <a:pt x="211" y="1755"/>
                    <a:pt x="186" y="1834"/>
                    <a:pt x="170" y="1912"/>
                  </a:cubicBezTo>
                  <a:cubicBezTo>
                    <a:pt x="133" y="2070"/>
                    <a:pt x="145" y="2214"/>
                    <a:pt x="170" y="2321"/>
                  </a:cubicBezTo>
                  <a:cubicBezTo>
                    <a:pt x="186" y="2425"/>
                    <a:pt x="211" y="2491"/>
                    <a:pt x="199" y="249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6" name="Google Shape;1616;p33"/>
            <p:cNvSpPr/>
            <p:nvPr/>
          </p:nvSpPr>
          <p:spPr>
            <a:xfrm>
              <a:off x="4376828" y="4110639"/>
              <a:ext cx="145234" cy="145368"/>
            </a:xfrm>
            <a:custGeom>
              <a:rect b="b" l="l" r="r" t="t"/>
              <a:pathLst>
                <a:path extrusionOk="0" h="2180" w="2178">
                  <a:moveTo>
                    <a:pt x="818" y="1"/>
                  </a:moveTo>
                  <a:cubicBezTo>
                    <a:pt x="674" y="1"/>
                    <a:pt x="537" y="40"/>
                    <a:pt x="419" y="123"/>
                  </a:cubicBezTo>
                  <a:cubicBezTo>
                    <a:pt x="26" y="396"/>
                    <a:pt x="1" y="1054"/>
                    <a:pt x="381" y="1588"/>
                  </a:cubicBezTo>
                  <a:cubicBezTo>
                    <a:pt x="639" y="1959"/>
                    <a:pt x="1022" y="2180"/>
                    <a:pt x="1364" y="2180"/>
                  </a:cubicBezTo>
                  <a:cubicBezTo>
                    <a:pt x="1506" y="2180"/>
                    <a:pt x="1640" y="2141"/>
                    <a:pt x="1756" y="2060"/>
                  </a:cubicBezTo>
                  <a:cubicBezTo>
                    <a:pt x="2149" y="1786"/>
                    <a:pt x="2177" y="1132"/>
                    <a:pt x="1797" y="594"/>
                  </a:cubicBezTo>
                  <a:cubicBezTo>
                    <a:pt x="1539" y="217"/>
                    <a:pt x="1158" y="1"/>
                    <a:pt x="8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7" name="Google Shape;1617;p33"/>
            <p:cNvSpPr/>
            <p:nvPr/>
          </p:nvSpPr>
          <p:spPr>
            <a:xfrm>
              <a:off x="4407502" y="4125709"/>
              <a:ext cx="92555" cy="105758"/>
            </a:xfrm>
            <a:custGeom>
              <a:rect b="b" l="l" r="r" t="t"/>
              <a:pathLst>
                <a:path extrusionOk="0" h="1586" w="1388">
                  <a:moveTo>
                    <a:pt x="116" y="0"/>
                  </a:moveTo>
                  <a:cubicBezTo>
                    <a:pt x="129" y="0"/>
                    <a:pt x="129" y="54"/>
                    <a:pt x="129" y="145"/>
                  </a:cubicBezTo>
                  <a:cubicBezTo>
                    <a:pt x="129" y="224"/>
                    <a:pt x="129" y="340"/>
                    <a:pt x="170" y="460"/>
                  </a:cubicBezTo>
                  <a:cubicBezTo>
                    <a:pt x="208" y="576"/>
                    <a:pt x="302" y="683"/>
                    <a:pt x="406" y="733"/>
                  </a:cubicBezTo>
                  <a:cubicBezTo>
                    <a:pt x="444" y="762"/>
                    <a:pt x="497" y="762"/>
                    <a:pt x="576" y="762"/>
                  </a:cubicBezTo>
                  <a:cubicBezTo>
                    <a:pt x="642" y="774"/>
                    <a:pt x="720" y="774"/>
                    <a:pt x="799" y="787"/>
                  </a:cubicBezTo>
                  <a:cubicBezTo>
                    <a:pt x="944" y="828"/>
                    <a:pt x="1073" y="906"/>
                    <a:pt x="1167" y="985"/>
                  </a:cubicBezTo>
                  <a:cubicBezTo>
                    <a:pt x="1217" y="1035"/>
                    <a:pt x="1258" y="1076"/>
                    <a:pt x="1296" y="1126"/>
                  </a:cubicBezTo>
                  <a:cubicBezTo>
                    <a:pt x="1324" y="1180"/>
                    <a:pt x="1349" y="1233"/>
                    <a:pt x="1362" y="1284"/>
                  </a:cubicBezTo>
                  <a:cubicBezTo>
                    <a:pt x="1387" y="1378"/>
                    <a:pt x="1375" y="1482"/>
                    <a:pt x="1337" y="1535"/>
                  </a:cubicBezTo>
                  <a:cubicBezTo>
                    <a:pt x="1296" y="1573"/>
                    <a:pt x="1258" y="1586"/>
                    <a:pt x="1246" y="1573"/>
                  </a:cubicBezTo>
                  <a:cubicBezTo>
                    <a:pt x="1230" y="1560"/>
                    <a:pt x="1230" y="1535"/>
                    <a:pt x="1230" y="1494"/>
                  </a:cubicBezTo>
                  <a:cubicBezTo>
                    <a:pt x="1230" y="1457"/>
                    <a:pt x="1230" y="1416"/>
                    <a:pt x="1192" y="1350"/>
                  </a:cubicBezTo>
                  <a:cubicBezTo>
                    <a:pt x="1167" y="1284"/>
                    <a:pt x="1101" y="1233"/>
                    <a:pt x="1022" y="1167"/>
                  </a:cubicBezTo>
                  <a:cubicBezTo>
                    <a:pt x="944" y="1114"/>
                    <a:pt x="852" y="1063"/>
                    <a:pt x="733" y="1035"/>
                  </a:cubicBezTo>
                  <a:cubicBezTo>
                    <a:pt x="679" y="1023"/>
                    <a:pt x="629" y="1010"/>
                    <a:pt x="550" y="997"/>
                  </a:cubicBezTo>
                  <a:cubicBezTo>
                    <a:pt x="510" y="997"/>
                    <a:pt x="472" y="997"/>
                    <a:pt x="431" y="985"/>
                  </a:cubicBezTo>
                  <a:cubicBezTo>
                    <a:pt x="381" y="969"/>
                    <a:pt x="340" y="957"/>
                    <a:pt x="302" y="931"/>
                  </a:cubicBezTo>
                  <a:cubicBezTo>
                    <a:pt x="129" y="828"/>
                    <a:pt x="38" y="655"/>
                    <a:pt x="25" y="497"/>
                  </a:cubicBezTo>
                  <a:cubicBezTo>
                    <a:pt x="0" y="340"/>
                    <a:pt x="25" y="211"/>
                    <a:pt x="50" y="132"/>
                  </a:cubicBezTo>
                  <a:cubicBezTo>
                    <a:pt x="79" y="41"/>
                    <a:pt x="104" y="0"/>
                    <a:pt x="116"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8" name="Google Shape;1618;p33"/>
            <p:cNvSpPr/>
            <p:nvPr/>
          </p:nvSpPr>
          <p:spPr>
            <a:xfrm>
              <a:off x="5047197" y="4661178"/>
              <a:ext cx="221919" cy="121962"/>
            </a:xfrm>
            <a:custGeom>
              <a:rect b="b" l="l" r="r" t="t"/>
              <a:pathLst>
                <a:path extrusionOk="0" h="1829" w="3328">
                  <a:moveTo>
                    <a:pt x="2135" y="0"/>
                  </a:moveTo>
                  <a:cubicBezTo>
                    <a:pt x="1983" y="0"/>
                    <a:pt x="1821" y="6"/>
                    <a:pt x="1651" y="16"/>
                  </a:cubicBezTo>
                  <a:cubicBezTo>
                    <a:pt x="758" y="82"/>
                    <a:pt x="0" y="201"/>
                    <a:pt x="38" y="818"/>
                  </a:cubicBezTo>
                  <a:cubicBezTo>
                    <a:pt x="76" y="1398"/>
                    <a:pt x="756" y="1829"/>
                    <a:pt x="1585" y="1829"/>
                  </a:cubicBezTo>
                  <a:cubicBezTo>
                    <a:pt x="1633" y="1829"/>
                    <a:pt x="1681" y="1827"/>
                    <a:pt x="1730" y="1824"/>
                  </a:cubicBezTo>
                  <a:cubicBezTo>
                    <a:pt x="2633" y="1774"/>
                    <a:pt x="3328" y="1224"/>
                    <a:pt x="3290" y="620"/>
                  </a:cubicBezTo>
                  <a:cubicBezTo>
                    <a:pt x="3257" y="119"/>
                    <a:pt x="2792" y="0"/>
                    <a:pt x="213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9" name="Google Shape;1619;p33"/>
            <p:cNvSpPr/>
            <p:nvPr/>
          </p:nvSpPr>
          <p:spPr>
            <a:xfrm>
              <a:off x="5065402" y="4685918"/>
              <a:ext cx="178376" cy="29807"/>
            </a:xfrm>
            <a:custGeom>
              <a:rect b="b" l="l" r="r" t="t"/>
              <a:pathLst>
                <a:path extrusionOk="0" h="447" w="2675">
                  <a:moveTo>
                    <a:pt x="13" y="158"/>
                  </a:moveTo>
                  <a:cubicBezTo>
                    <a:pt x="13" y="145"/>
                    <a:pt x="79" y="183"/>
                    <a:pt x="170" y="195"/>
                  </a:cubicBezTo>
                  <a:cubicBezTo>
                    <a:pt x="265" y="224"/>
                    <a:pt x="394" y="236"/>
                    <a:pt x="564" y="236"/>
                  </a:cubicBezTo>
                  <a:cubicBezTo>
                    <a:pt x="878" y="236"/>
                    <a:pt x="1259" y="211"/>
                    <a:pt x="1561" y="170"/>
                  </a:cubicBezTo>
                  <a:cubicBezTo>
                    <a:pt x="2165" y="104"/>
                    <a:pt x="2636" y="0"/>
                    <a:pt x="2662" y="79"/>
                  </a:cubicBezTo>
                  <a:cubicBezTo>
                    <a:pt x="2674" y="117"/>
                    <a:pt x="2570" y="183"/>
                    <a:pt x="2372" y="249"/>
                  </a:cubicBezTo>
                  <a:cubicBezTo>
                    <a:pt x="2190" y="315"/>
                    <a:pt x="1916" y="381"/>
                    <a:pt x="1586" y="419"/>
                  </a:cubicBezTo>
                  <a:cubicBezTo>
                    <a:pt x="1287" y="447"/>
                    <a:pt x="878" y="447"/>
                    <a:pt x="551" y="393"/>
                  </a:cubicBezTo>
                  <a:cubicBezTo>
                    <a:pt x="381" y="368"/>
                    <a:pt x="237" y="327"/>
                    <a:pt x="145" y="274"/>
                  </a:cubicBezTo>
                  <a:cubicBezTo>
                    <a:pt x="42" y="224"/>
                    <a:pt x="1" y="170"/>
                    <a:pt x="13" y="158"/>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0" name="Google Shape;1620;p33"/>
            <p:cNvSpPr/>
            <p:nvPr/>
          </p:nvSpPr>
          <p:spPr>
            <a:xfrm>
              <a:off x="4916897" y="4816284"/>
              <a:ext cx="153837" cy="176242"/>
            </a:xfrm>
            <a:custGeom>
              <a:rect b="b" l="l" r="r" t="t"/>
              <a:pathLst>
                <a:path extrusionOk="0" h="2643" w="2307">
                  <a:moveTo>
                    <a:pt x="955" y="0"/>
                  </a:moveTo>
                  <a:cubicBezTo>
                    <a:pt x="880" y="0"/>
                    <a:pt x="806" y="12"/>
                    <a:pt x="734" y="36"/>
                  </a:cubicBezTo>
                  <a:cubicBezTo>
                    <a:pt x="224" y="206"/>
                    <a:pt x="1" y="914"/>
                    <a:pt x="237" y="1621"/>
                  </a:cubicBezTo>
                  <a:cubicBezTo>
                    <a:pt x="438" y="2238"/>
                    <a:pt x="907" y="2643"/>
                    <a:pt x="1357" y="2643"/>
                  </a:cubicBezTo>
                  <a:cubicBezTo>
                    <a:pt x="1434" y="2643"/>
                    <a:pt x="1511" y="2631"/>
                    <a:pt x="1586" y="2606"/>
                  </a:cubicBezTo>
                  <a:cubicBezTo>
                    <a:pt x="2083" y="2436"/>
                    <a:pt x="2306" y="1728"/>
                    <a:pt x="2070" y="1021"/>
                  </a:cubicBezTo>
                  <a:cubicBezTo>
                    <a:pt x="1879" y="415"/>
                    <a:pt x="1402" y="0"/>
                    <a:pt x="955"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1" name="Google Shape;1621;p33"/>
            <p:cNvSpPr/>
            <p:nvPr/>
          </p:nvSpPr>
          <p:spPr>
            <a:xfrm>
              <a:off x="4582213" y="4167453"/>
              <a:ext cx="221919" cy="121962"/>
            </a:xfrm>
            <a:custGeom>
              <a:rect b="b" l="l" r="r" t="t"/>
              <a:pathLst>
                <a:path extrusionOk="0" h="1829" w="3328">
                  <a:moveTo>
                    <a:pt x="2144" y="0"/>
                  </a:moveTo>
                  <a:cubicBezTo>
                    <a:pt x="1993" y="0"/>
                    <a:pt x="1831" y="7"/>
                    <a:pt x="1664" y="16"/>
                  </a:cubicBezTo>
                  <a:cubicBezTo>
                    <a:pt x="761" y="82"/>
                    <a:pt x="0" y="202"/>
                    <a:pt x="41" y="815"/>
                  </a:cubicBezTo>
                  <a:cubicBezTo>
                    <a:pt x="77" y="1398"/>
                    <a:pt x="759" y="1829"/>
                    <a:pt x="1586" y="1829"/>
                  </a:cubicBezTo>
                  <a:cubicBezTo>
                    <a:pt x="1633" y="1829"/>
                    <a:pt x="1681" y="1827"/>
                    <a:pt x="1730" y="1825"/>
                  </a:cubicBezTo>
                  <a:cubicBezTo>
                    <a:pt x="2636" y="1774"/>
                    <a:pt x="3328" y="1224"/>
                    <a:pt x="3290" y="620"/>
                  </a:cubicBezTo>
                  <a:cubicBezTo>
                    <a:pt x="3270" y="119"/>
                    <a:pt x="2799" y="0"/>
                    <a:pt x="214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2" name="Google Shape;1622;p33"/>
            <p:cNvSpPr/>
            <p:nvPr/>
          </p:nvSpPr>
          <p:spPr>
            <a:xfrm>
              <a:off x="4600618" y="4192193"/>
              <a:ext cx="178376" cy="29607"/>
            </a:xfrm>
            <a:custGeom>
              <a:rect b="b" l="l" r="r" t="t"/>
              <a:pathLst>
                <a:path extrusionOk="0" h="444" w="2675">
                  <a:moveTo>
                    <a:pt x="13" y="158"/>
                  </a:moveTo>
                  <a:cubicBezTo>
                    <a:pt x="26" y="145"/>
                    <a:pt x="79" y="183"/>
                    <a:pt x="171" y="195"/>
                  </a:cubicBezTo>
                  <a:cubicBezTo>
                    <a:pt x="262" y="224"/>
                    <a:pt x="407" y="236"/>
                    <a:pt x="564" y="236"/>
                  </a:cubicBezTo>
                  <a:cubicBezTo>
                    <a:pt x="878" y="236"/>
                    <a:pt x="1271" y="208"/>
                    <a:pt x="1558" y="170"/>
                  </a:cubicBezTo>
                  <a:cubicBezTo>
                    <a:pt x="2162" y="104"/>
                    <a:pt x="2646" y="0"/>
                    <a:pt x="2674" y="79"/>
                  </a:cubicBezTo>
                  <a:cubicBezTo>
                    <a:pt x="2674" y="117"/>
                    <a:pt x="2567" y="183"/>
                    <a:pt x="2385" y="249"/>
                  </a:cubicBezTo>
                  <a:cubicBezTo>
                    <a:pt x="2187" y="315"/>
                    <a:pt x="1913" y="381"/>
                    <a:pt x="1599" y="419"/>
                  </a:cubicBezTo>
                  <a:cubicBezTo>
                    <a:pt x="1284" y="444"/>
                    <a:pt x="878" y="444"/>
                    <a:pt x="551" y="394"/>
                  </a:cubicBezTo>
                  <a:cubicBezTo>
                    <a:pt x="394" y="365"/>
                    <a:pt x="237" y="328"/>
                    <a:pt x="142" y="274"/>
                  </a:cubicBezTo>
                  <a:cubicBezTo>
                    <a:pt x="51" y="224"/>
                    <a:pt x="1" y="170"/>
                    <a:pt x="13" y="158"/>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3" name="Google Shape;1623;p33"/>
            <p:cNvSpPr/>
            <p:nvPr/>
          </p:nvSpPr>
          <p:spPr>
            <a:xfrm>
              <a:off x="4660833" y="4575823"/>
              <a:ext cx="178309" cy="183510"/>
            </a:xfrm>
            <a:custGeom>
              <a:rect b="b" l="l" r="r" t="t"/>
              <a:pathLst>
                <a:path extrusionOk="0" h="2752" w="2674">
                  <a:moveTo>
                    <a:pt x="1648" y="0"/>
                  </a:moveTo>
                  <a:cubicBezTo>
                    <a:pt x="1202" y="0"/>
                    <a:pt x="703" y="315"/>
                    <a:pt x="406" y="840"/>
                  </a:cubicBezTo>
                  <a:cubicBezTo>
                    <a:pt x="1" y="1547"/>
                    <a:pt x="104" y="2346"/>
                    <a:pt x="617" y="2648"/>
                  </a:cubicBezTo>
                  <a:cubicBezTo>
                    <a:pt x="742" y="2719"/>
                    <a:pt x="881" y="2752"/>
                    <a:pt x="1026" y="2752"/>
                  </a:cubicBezTo>
                  <a:cubicBezTo>
                    <a:pt x="1472" y="2752"/>
                    <a:pt x="1972" y="2437"/>
                    <a:pt x="2268" y="1912"/>
                  </a:cubicBezTo>
                  <a:cubicBezTo>
                    <a:pt x="2674" y="1205"/>
                    <a:pt x="2570" y="406"/>
                    <a:pt x="2057" y="104"/>
                  </a:cubicBezTo>
                  <a:cubicBezTo>
                    <a:pt x="1932" y="34"/>
                    <a:pt x="1793" y="0"/>
                    <a:pt x="164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4" name="Google Shape;1624;p33"/>
            <p:cNvSpPr/>
            <p:nvPr/>
          </p:nvSpPr>
          <p:spPr>
            <a:xfrm>
              <a:off x="4709712" y="4605564"/>
              <a:ext cx="83953" cy="133698"/>
            </a:xfrm>
            <a:custGeom>
              <a:rect b="b" l="l" r="r" t="t"/>
              <a:pathLst>
                <a:path extrusionOk="0" h="2005" w="1259">
                  <a:moveTo>
                    <a:pt x="0" y="1992"/>
                  </a:moveTo>
                  <a:cubicBezTo>
                    <a:pt x="0" y="1979"/>
                    <a:pt x="54" y="1951"/>
                    <a:pt x="132" y="1900"/>
                  </a:cubicBezTo>
                  <a:cubicBezTo>
                    <a:pt x="198" y="1847"/>
                    <a:pt x="302" y="1756"/>
                    <a:pt x="381" y="1636"/>
                  </a:cubicBezTo>
                  <a:cubicBezTo>
                    <a:pt x="460" y="1520"/>
                    <a:pt x="526" y="1375"/>
                    <a:pt x="538" y="1230"/>
                  </a:cubicBezTo>
                  <a:cubicBezTo>
                    <a:pt x="566" y="1073"/>
                    <a:pt x="538" y="916"/>
                    <a:pt x="538" y="771"/>
                  </a:cubicBezTo>
                  <a:cubicBezTo>
                    <a:pt x="538" y="614"/>
                    <a:pt x="551" y="457"/>
                    <a:pt x="617" y="315"/>
                  </a:cubicBezTo>
                  <a:cubicBezTo>
                    <a:pt x="658" y="249"/>
                    <a:pt x="695" y="183"/>
                    <a:pt x="749" y="130"/>
                  </a:cubicBezTo>
                  <a:cubicBezTo>
                    <a:pt x="802" y="92"/>
                    <a:pt x="865" y="51"/>
                    <a:pt x="919" y="38"/>
                  </a:cubicBezTo>
                  <a:cubicBezTo>
                    <a:pt x="1038" y="1"/>
                    <a:pt x="1129" y="26"/>
                    <a:pt x="1196" y="51"/>
                  </a:cubicBezTo>
                  <a:cubicBezTo>
                    <a:pt x="1246" y="92"/>
                    <a:pt x="1258" y="130"/>
                    <a:pt x="1246" y="142"/>
                  </a:cubicBezTo>
                  <a:cubicBezTo>
                    <a:pt x="1221" y="170"/>
                    <a:pt x="1129" y="130"/>
                    <a:pt x="997" y="208"/>
                  </a:cubicBezTo>
                  <a:cubicBezTo>
                    <a:pt x="931" y="249"/>
                    <a:pt x="865" y="299"/>
                    <a:pt x="840" y="406"/>
                  </a:cubicBezTo>
                  <a:cubicBezTo>
                    <a:pt x="802" y="498"/>
                    <a:pt x="787" y="614"/>
                    <a:pt x="787" y="759"/>
                  </a:cubicBezTo>
                  <a:cubicBezTo>
                    <a:pt x="787" y="903"/>
                    <a:pt x="802" y="1073"/>
                    <a:pt x="761" y="1259"/>
                  </a:cubicBezTo>
                  <a:cubicBezTo>
                    <a:pt x="724" y="1454"/>
                    <a:pt x="617" y="1624"/>
                    <a:pt x="500" y="1743"/>
                  </a:cubicBezTo>
                  <a:cubicBezTo>
                    <a:pt x="393" y="1859"/>
                    <a:pt x="265" y="1926"/>
                    <a:pt x="158" y="1966"/>
                  </a:cubicBezTo>
                  <a:cubicBezTo>
                    <a:pt x="66" y="2004"/>
                    <a:pt x="0" y="2004"/>
                    <a:pt x="0" y="199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5" name="Google Shape;1625;p33"/>
            <p:cNvSpPr/>
            <p:nvPr/>
          </p:nvSpPr>
          <p:spPr>
            <a:xfrm>
              <a:off x="4889024" y="4296353"/>
              <a:ext cx="181710" cy="176842"/>
            </a:xfrm>
            <a:custGeom>
              <a:rect b="b" l="l" r="r" t="t"/>
              <a:pathLst>
                <a:path extrusionOk="0" h="2652" w="2725">
                  <a:moveTo>
                    <a:pt x="1008" y="0"/>
                  </a:moveTo>
                  <a:cubicBezTo>
                    <a:pt x="805" y="0"/>
                    <a:pt x="613" y="59"/>
                    <a:pt x="457" y="181"/>
                  </a:cubicBezTo>
                  <a:cubicBezTo>
                    <a:pt x="1" y="533"/>
                    <a:pt x="13" y="1348"/>
                    <a:pt x="510" y="1989"/>
                  </a:cubicBezTo>
                  <a:cubicBezTo>
                    <a:pt x="844" y="2412"/>
                    <a:pt x="1303" y="2652"/>
                    <a:pt x="1711" y="2652"/>
                  </a:cubicBezTo>
                  <a:cubicBezTo>
                    <a:pt x="1910" y="2652"/>
                    <a:pt x="2098" y="2594"/>
                    <a:pt x="2252" y="2474"/>
                  </a:cubicBezTo>
                  <a:cubicBezTo>
                    <a:pt x="2724" y="2106"/>
                    <a:pt x="2699" y="1294"/>
                    <a:pt x="2202" y="665"/>
                  </a:cubicBezTo>
                  <a:cubicBezTo>
                    <a:pt x="1877" y="237"/>
                    <a:pt x="1418" y="0"/>
                    <a:pt x="100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6" name="Google Shape;1626;p33"/>
            <p:cNvSpPr/>
            <p:nvPr/>
          </p:nvSpPr>
          <p:spPr>
            <a:xfrm>
              <a:off x="4932635" y="4324093"/>
              <a:ext cx="99690" cy="125096"/>
            </a:xfrm>
            <a:custGeom>
              <a:rect b="b" l="l" r="r" t="t"/>
              <a:pathLst>
                <a:path extrusionOk="0" h="1876" w="1495">
                  <a:moveTo>
                    <a:pt x="1454" y="1875"/>
                  </a:moveTo>
                  <a:cubicBezTo>
                    <a:pt x="1441" y="1875"/>
                    <a:pt x="1441" y="1809"/>
                    <a:pt x="1416" y="1718"/>
                  </a:cubicBezTo>
                  <a:cubicBezTo>
                    <a:pt x="1391" y="1627"/>
                    <a:pt x="1350" y="1507"/>
                    <a:pt x="1271" y="1391"/>
                  </a:cubicBezTo>
                  <a:cubicBezTo>
                    <a:pt x="1193" y="1271"/>
                    <a:pt x="1089" y="1155"/>
                    <a:pt x="957" y="1076"/>
                  </a:cubicBezTo>
                  <a:cubicBezTo>
                    <a:pt x="825" y="1010"/>
                    <a:pt x="668" y="957"/>
                    <a:pt x="526" y="903"/>
                  </a:cubicBezTo>
                  <a:cubicBezTo>
                    <a:pt x="381" y="853"/>
                    <a:pt x="249" y="774"/>
                    <a:pt x="145" y="655"/>
                  </a:cubicBezTo>
                  <a:cubicBezTo>
                    <a:pt x="92" y="605"/>
                    <a:pt x="54" y="539"/>
                    <a:pt x="26" y="473"/>
                  </a:cubicBezTo>
                  <a:cubicBezTo>
                    <a:pt x="1" y="406"/>
                    <a:pt x="1" y="340"/>
                    <a:pt x="1" y="274"/>
                  </a:cubicBezTo>
                  <a:cubicBezTo>
                    <a:pt x="13" y="158"/>
                    <a:pt x="67" y="79"/>
                    <a:pt x="117" y="39"/>
                  </a:cubicBezTo>
                  <a:cubicBezTo>
                    <a:pt x="171" y="1"/>
                    <a:pt x="211" y="1"/>
                    <a:pt x="224" y="13"/>
                  </a:cubicBezTo>
                  <a:cubicBezTo>
                    <a:pt x="249" y="39"/>
                    <a:pt x="158" y="117"/>
                    <a:pt x="183" y="274"/>
                  </a:cubicBezTo>
                  <a:cubicBezTo>
                    <a:pt x="196" y="353"/>
                    <a:pt x="224" y="419"/>
                    <a:pt x="303" y="498"/>
                  </a:cubicBezTo>
                  <a:cubicBezTo>
                    <a:pt x="381" y="564"/>
                    <a:pt x="485" y="630"/>
                    <a:pt x="617" y="683"/>
                  </a:cubicBezTo>
                  <a:cubicBezTo>
                    <a:pt x="746" y="734"/>
                    <a:pt x="919" y="787"/>
                    <a:pt x="1076" y="891"/>
                  </a:cubicBezTo>
                  <a:cubicBezTo>
                    <a:pt x="1234" y="998"/>
                    <a:pt x="1350" y="1155"/>
                    <a:pt x="1416" y="1312"/>
                  </a:cubicBezTo>
                  <a:cubicBezTo>
                    <a:pt x="1482" y="1470"/>
                    <a:pt x="1495" y="1611"/>
                    <a:pt x="1495" y="1718"/>
                  </a:cubicBezTo>
                  <a:cubicBezTo>
                    <a:pt x="1495" y="1809"/>
                    <a:pt x="1470" y="1875"/>
                    <a:pt x="1454" y="187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7" name="Google Shape;1627;p33"/>
            <p:cNvSpPr/>
            <p:nvPr/>
          </p:nvSpPr>
          <p:spPr>
            <a:xfrm>
              <a:off x="4758791" y="4724261"/>
              <a:ext cx="229921" cy="157037"/>
            </a:xfrm>
            <a:custGeom>
              <a:rect b="b" l="l" r="r" t="t"/>
              <a:pathLst>
                <a:path extrusionOk="0" h="2355" w="3448">
                  <a:moveTo>
                    <a:pt x="2202" y="0"/>
                  </a:moveTo>
                  <a:cubicBezTo>
                    <a:pt x="1879" y="0"/>
                    <a:pt x="1518" y="95"/>
                    <a:pt x="1180" y="290"/>
                  </a:cubicBezTo>
                  <a:cubicBezTo>
                    <a:pt x="393" y="737"/>
                    <a:pt x="0" y="1523"/>
                    <a:pt x="302" y="2058"/>
                  </a:cubicBezTo>
                  <a:cubicBezTo>
                    <a:pt x="419" y="2269"/>
                    <a:pt x="589" y="2355"/>
                    <a:pt x="800" y="2355"/>
                  </a:cubicBezTo>
                  <a:cubicBezTo>
                    <a:pt x="1128" y="2355"/>
                    <a:pt x="1554" y="2147"/>
                    <a:pt x="2032" y="1875"/>
                  </a:cubicBezTo>
                  <a:cubicBezTo>
                    <a:pt x="2818" y="1429"/>
                    <a:pt x="3447" y="985"/>
                    <a:pt x="3146" y="460"/>
                  </a:cubicBezTo>
                  <a:cubicBezTo>
                    <a:pt x="2976" y="157"/>
                    <a:pt x="2619" y="0"/>
                    <a:pt x="2202"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8" name="Google Shape;1628;p33"/>
            <p:cNvSpPr/>
            <p:nvPr/>
          </p:nvSpPr>
          <p:spPr>
            <a:xfrm>
              <a:off x="4803269" y="4775007"/>
              <a:ext cx="158171" cy="90088"/>
            </a:xfrm>
            <a:custGeom>
              <a:rect b="b" l="l" r="r" t="t"/>
              <a:pathLst>
                <a:path extrusionOk="0" h="1351" w="2372">
                  <a:moveTo>
                    <a:pt x="2372" y="54"/>
                  </a:moveTo>
                  <a:cubicBezTo>
                    <a:pt x="2372" y="67"/>
                    <a:pt x="2309" y="67"/>
                    <a:pt x="2214" y="92"/>
                  </a:cubicBezTo>
                  <a:cubicBezTo>
                    <a:pt x="2123" y="105"/>
                    <a:pt x="1994" y="158"/>
                    <a:pt x="1850" y="237"/>
                  </a:cubicBezTo>
                  <a:cubicBezTo>
                    <a:pt x="1560" y="369"/>
                    <a:pt x="1220" y="564"/>
                    <a:pt x="972" y="721"/>
                  </a:cubicBezTo>
                  <a:cubicBezTo>
                    <a:pt x="459" y="1048"/>
                    <a:pt x="79" y="1350"/>
                    <a:pt x="28" y="1284"/>
                  </a:cubicBezTo>
                  <a:cubicBezTo>
                    <a:pt x="0" y="1259"/>
                    <a:pt x="66" y="1155"/>
                    <a:pt x="211" y="1011"/>
                  </a:cubicBezTo>
                  <a:cubicBezTo>
                    <a:pt x="356" y="866"/>
                    <a:pt x="563" y="696"/>
                    <a:pt x="840" y="526"/>
                  </a:cubicBezTo>
                  <a:cubicBezTo>
                    <a:pt x="1101" y="353"/>
                    <a:pt x="1482" y="183"/>
                    <a:pt x="1783" y="92"/>
                  </a:cubicBezTo>
                  <a:cubicBezTo>
                    <a:pt x="1941" y="39"/>
                    <a:pt x="2098" y="1"/>
                    <a:pt x="2202" y="14"/>
                  </a:cubicBezTo>
                  <a:cubicBezTo>
                    <a:pt x="2321" y="14"/>
                    <a:pt x="2372" y="54"/>
                    <a:pt x="2372"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9" name="Google Shape;1629;p33"/>
            <p:cNvSpPr/>
            <p:nvPr/>
          </p:nvSpPr>
          <p:spPr>
            <a:xfrm>
              <a:off x="4847080" y="4481599"/>
              <a:ext cx="177309" cy="157637"/>
            </a:xfrm>
            <a:custGeom>
              <a:rect b="b" l="l" r="r" t="t"/>
              <a:pathLst>
                <a:path extrusionOk="0" h="2364" w="2659">
                  <a:moveTo>
                    <a:pt x="948" y="0"/>
                  </a:moveTo>
                  <a:cubicBezTo>
                    <a:pt x="728" y="0"/>
                    <a:pt x="528" y="68"/>
                    <a:pt x="378" y="208"/>
                  </a:cubicBezTo>
                  <a:cubicBezTo>
                    <a:pt x="0" y="586"/>
                    <a:pt x="117" y="1322"/>
                    <a:pt x="630" y="1860"/>
                  </a:cubicBezTo>
                  <a:cubicBezTo>
                    <a:pt x="949" y="2187"/>
                    <a:pt x="1350" y="2364"/>
                    <a:pt x="1702" y="2364"/>
                  </a:cubicBezTo>
                  <a:cubicBezTo>
                    <a:pt x="1925" y="2364"/>
                    <a:pt x="2129" y="2293"/>
                    <a:pt x="2281" y="2146"/>
                  </a:cubicBezTo>
                  <a:cubicBezTo>
                    <a:pt x="2658" y="1781"/>
                    <a:pt x="2542" y="1032"/>
                    <a:pt x="2029" y="507"/>
                  </a:cubicBezTo>
                  <a:cubicBezTo>
                    <a:pt x="1707" y="177"/>
                    <a:pt x="1302" y="0"/>
                    <a:pt x="948"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0" name="Google Shape;1630;p33"/>
            <p:cNvSpPr/>
            <p:nvPr/>
          </p:nvSpPr>
          <p:spPr>
            <a:xfrm>
              <a:off x="4629358" y="4338030"/>
              <a:ext cx="229921" cy="157104"/>
            </a:xfrm>
            <a:custGeom>
              <a:rect b="b" l="l" r="r" t="t"/>
              <a:pathLst>
                <a:path extrusionOk="0" h="2356" w="3448">
                  <a:moveTo>
                    <a:pt x="2202" y="1"/>
                  </a:moveTo>
                  <a:cubicBezTo>
                    <a:pt x="1878" y="1"/>
                    <a:pt x="1518" y="95"/>
                    <a:pt x="1180" y="289"/>
                  </a:cubicBezTo>
                  <a:cubicBezTo>
                    <a:pt x="394" y="735"/>
                    <a:pt x="1" y="1522"/>
                    <a:pt x="303" y="2059"/>
                  </a:cubicBezTo>
                  <a:cubicBezTo>
                    <a:pt x="421" y="2269"/>
                    <a:pt x="590" y="2355"/>
                    <a:pt x="800" y="2355"/>
                  </a:cubicBezTo>
                  <a:cubicBezTo>
                    <a:pt x="1128" y="2355"/>
                    <a:pt x="1553" y="2146"/>
                    <a:pt x="2033" y="1874"/>
                  </a:cubicBezTo>
                  <a:cubicBezTo>
                    <a:pt x="2819" y="1443"/>
                    <a:pt x="3448" y="996"/>
                    <a:pt x="3146" y="459"/>
                  </a:cubicBezTo>
                  <a:cubicBezTo>
                    <a:pt x="2976" y="157"/>
                    <a:pt x="2619" y="1"/>
                    <a:pt x="2202"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1" name="Google Shape;1631;p33"/>
            <p:cNvSpPr/>
            <p:nvPr/>
          </p:nvSpPr>
          <p:spPr>
            <a:xfrm>
              <a:off x="4672969" y="4389576"/>
              <a:ext cx="159304" cy="89155"/>
            </a:xfrm>
            <a:custGeom>
              <a:rect b="b" l="l" r="r" t="t"/>
              <a:pathLst>
                <a:path extrusionOk="0" h="1337" w="2389">
                  <a:moveTo>
                    <a:pt x="2388" y="54"/>
                  </a:moveTo>
                  <a:cubicBezTo>
                    <a:pt x="2388" y="66"/>
                    <a:pt x="2322" y="66"/>
                    <a:pt x="2231" y="79"/>
                  </a:cubicBezTo>
                  <a:cubicBezTo>
                    <a:pt x="2124" y="107"/>
                    <a:pt x="2008" y="157"/>
                    <a:pt x="1863" y="223"/>
                  </a:cubicBezTo>
                  <a:cubicBezTo>
                    <a:pt x="1574" y="355"/>
                    <a:pt x="1234" y="550"/>
                    <a:pt x="985" y="723"/>
                  </a:cubicBezTo>
                  <a:cubicBezTo>
                    <a:pt x="473" y="1051"/>
                    <a:pt x="95" y="1337"/>
                    <a:pt x="29" y="1286"/>
                  </a:cubicBezTo>
                  <a:cubicBezTo>
                    <a:pt x="1" y="1258"/>
                    <a:pt x="80" y="1154"/>
                    <a:pt x="224" y="1010"/>
                  </a:cubicBezTo>
                  <a:cubicBezTo>
                    <a:pt x="369" y="865"/>
                    <a:pt x="580" y="683"/>
                    <a:pt x="853" y="513"/>
                  </a:cubicBezTo>
                  <a:cubicBezTo>
                    <a:pt x="1117" y="343"/>
                    <a:pt x="1482" y="173"/>
                    <a:pt x="1797" y="79"/>
                  </a:cubicBezTo>
                  <a:cubicBezTo>
                    <a:pt x="1954" y="28"/>
                    <a:pt x="2111" y="0"/>
                    <a:pt x="2218" y="0"/>
                  </a:cubicBezTo>
                  <a:cubicBezTo>
                    <a:pt x="2335" y="16"/>
                    <a:pt x="2388" y="41"/>
                    <a:pt x="2388"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2" name="Google Shape;1632;p33"/>
          <p:cNvGrpSpPr/>
          <p:nvPr/>
        </p:nvGrpSpPr>
        <p:grpSpPr>
          <a:xfrm>
            <a:off x="3933422" y="4470463"/>
            <a:ext cx="1675228" cy="1003099"/>
            <a:chOff x="6784369" y="2225096"/>
            <a:chExt cx="1144047" cy="685036"/>
          </a:xfrm>
        </p:grpSpPr>
        <p:sp>
          <p:nvSpPr>
            <p:cNvPr id="1633" name="Google Shape;1633;p33"/>
            <p:cNvSpPr/>
            <p:nvPr/>
          </p:nvSpPr>
          <p:spPr>
            <a:xfrm>
              <a:off x="6855109" y="2378001"/>
              <a:ext cx="503386" cy="498185"/>
            </a:xfrm>
            <a:custGeom>
              <a:rect b="b" l="l" r="r" t="t"/>
              <a:pathLst>
                <a:path extrusionOk="0" h="7471" w="7549">
                  <a:moveTo>
                    <a:pt x="5215" y="2529"/>
                  </a:moveTo>
                  <a:cubicBezTo>
                    <a:pt x="4706" y="2765"/>
                    <a:pt x="4378" y="3158"/>
                    <a:pt x="4180" y="3460"/>
                  </a:cubicBezTo>
                  <a:cubicBezTo>
                    <a:pt x="4312" y="3146"/>
                    <a:pt x="4429" y="2686"/>
                    <a:pt x="4378" y="2149"/>
                  </a:cubicBezTo>
                  <a:cubicBezTo>
                    <a:pt x="4272" y="1151"/>
                    <a:pt x="3514" y="104"/>
                    <a:pt x="3435" y="0"/>
                  </a:cubicBezTo>
                  <a:lnTo>
                    <a:pt x="3435" y="0"/>
                  </a:lnTo>
                  <a:cubicBezTo>
                    <a:pt x="3435" y="0"/>
                    <a:pt x="2844" y="1246"/>
                    <a:pt x="2963" y="2306"/>
                  </a:cubicBezTo>
                  <a:cubicBezTo>
                    <a:pt x="3013" y="2856"/>
                    <a:pt x="3290" y="3290"/>
                    <a:pt x="3526" y="3576"/>
                  </a:cubicBezTo>
                  <a:cubicBezTo>
                    <a:pt x="3262" y="3353"/>
                    <a:pt x="2869" y="3092"/>
                    <a:pt x="2334" y="2988"/>
                  </a:cubicBezTo>
                  <a:cubicBezTo>
                    <a:pt x="1350" y="2778"/>
                    <a:pt x="117" y="3171"/>
                    <a:pt x="13" y="3212"/>
                  </a:cubicBezTo>
                  <a:lnTo>
                    <a:pt x="0" y="3212"/>
                  </a:lnTo>
                  <a:cubicBezTo>
                    <a:pt x="0" y="3212"/>
                    <a:pt x="1010" y="4155"/>
                    <a:pt x="2045" y="4375"/>
                  </a:cubicBezTo>
                  <a:cubicBezTo>
                    <a:pt x="2595" y="4495"/>
                    <a:pt x="3092" y="4363"/>
                    <a:pt x="3435" y="4234"/>
                  </a:cubicBezTo>
                  <a:cubicBezTo>
                    <a:pt x="3133" y="4404"/>
                    <a:pt x="2765" y="4706"/>
                    <a:pt x="2504" y="5177"/>
                  </a:cubicBezTo>
                  <a:cubicBezTo>
                    <a:pt x="1991" y="6055"/>
                    <a:pt x="1991" y="7338"/>
                    <a:pt x="1991" y="7458"/>
                  </a:cubicBezTo>
                  <a:lnTo>
                    <a:pt x="1991" y="7470"/>
                  </a:lnTo>
                  <a:cubicBezTo>
                    <a:pt x="1991" y="7470"/>
                    <a:pt x="3199" y="6800"/>
                    <a:pt x="3734" y="5885"/>
                  </a:cubicBezTo>
                  <a:cubicBezTo>
                    <a:pt x="4010" y="5398"/>
                    <a:pt x="4048" y="4888"/>
                    <a:pt x="4023" y="4520"/>
                  </a:cubicBezTo>
                  <a:cubicBezTo>
                    <a:pt x="4102" y="4863"/>
                    <a:pt x="4272" y="5294"/>
                    <a:pt x="4640" y="5699"/>
                  </a:cubicBezTo>
                  <a:cubicBezTo>
                    <a:pt x="5306" y="6448"/>
                    <a:pt x="6539" y="6854"/>
                    <a:pt x="6659" y="6892"/>
                  </a:cubicBezTo>
                  <a:lnTo>
                    <a:pt x="6659" y="6892"/>
                  </a:lnTo>
                  <a:cubicBezTo>
                    <a:pt x="6659" y="6892"/>
                    <a:pt x="6395" y="5530"/>
                    <a:pt x="5687" y="4743"/>
                  </a:cubicBezTo>
                  <a:cubicBezTo>
                    <a:pt x="5322" y="4325"/>
                    <a:pt x="4835" y="4139"/>
                    <a:pt x="4482" y="4048"/>
                  </a:cubicBezTo>
                  <a:cubicBezTo>
                    <a:pt x="4822" y="4077"/>
                    <a:pt x="5294" y="4048"/>
                    <a:pt x="5794" y="3825"/>
                  </a:cubicBezTo>
                  <a:cubicBezTo>
                    <a:pt x="6709" y="3419"/>
                    <a:pt x="7470" y="2372"/>
                    <a:pt x="7549" y="2281"/>
                  </a:cubicBezTo>
                  <a:lnTo>
                    <a:pt x="7549" y="2268"/>
                  </a:lnTo>
                  <a:cubicBezTo>
                    <a:pt x="7549" y="2268"/>
                    <a:pt x="6187" y="2095"/>
                    <a:pt x="5215" y="2529"/>
                  </a:cubicBezTo>
                  <a:close/>
                  <a:moveTo>
                    <a:pt x="3957" y="3970"/>
                  </a:moveTo>
                  <a:lnTo>
                    <a:pt x="3957" y="3982"/>
                  </a:lnTo>
                  <a:lnTo>
                    <a:pt x="3944" y="3982"/>
                  </a:lnTo>
                  <a:lnTo>
                    <a:pt x="3944" y="4061"/>
                  </a:lnTo>
                  <a:cubicBezTo>
                    <a:pt x="3944" y="4036"/>
                    <a:pt x="3944" y="4023"/>
                    <a:pt x="3932" y="4010"/>
                  </a:cubicBezTo>
                  <a:lnTo>
                    <a:pt x="3932" y="3998"/>
                  </a:lnTo>
                  <a:lnTo>
                    <a:pt x="3919" y="3998"/>
                  </a:lnTo>
                  <a:lnTo>
                    <a:pt x="3919" y="3982"/>
                  </a:lnTo>
                  <a:cubicBezTo>
                    <a:pt x="3919" y="3982"/>
                    <a:pt x="3891" y="3998"/>
                    <a:pt x="3853" y="4010"/>
                  </a:cubicBezTo>
                  <a:cubicBezTo>
                    <a:pt x="3866" y="4010"/>
                    <a:pt x="3878" y="3998"/>
                    <a:pt x="3878" y="3998"/>
                  </a:cubicBezTo>
                  <a:cubicBezTo>
                    <a:pt x="3891" y="3982"/>
                    <a:pt x="3907" y="3982"/>
                    <a:pt x="3907" y="3982"/>
                  </a:cubicBezTo>
                  <a:lnTo>
                    <a:pt x="3907" y="3970"/>
                  </a:lnTo>
                  <a:lnTo>
                    <a:pt x="3907" y="3970"/>
                  </a:lnTo>
                  <a:cubicBezTo>
                    <a:pt x="3907" y="3970"/>
                    <a:pt x="3891" y="3944"/>
                    <a:pt x="3866" y="3904"/>
                  </a:cubicBezTo>
                  <a:cubicBezTo>
                    <a:pt x="3878" y="3919"/>
                    <a:pt x="3878" y="3932"/>
                    <a:pt x="3891" y="3932"/>
                  </a:cubicBezTo>
                  <a:lnTo>
                    <a:pt x="3907" y="3944"/>
                  </a:lnTo>
                  <a:lnTo>
                    <a:pt x="3919" y="3944"/>
                  </a:lnTo>
                  <a:lnTo>
                    <a:pt x="3919" y="3944"/>
                  </a:lnTo>
                  <a:cubicBezTo>
                    <a:pt x="3919" y="3944"/>
                    <a:pt x="3932" y="3932"/>
                    <a:pt x="3957" y="3891"/>
                  </a:cubicBezTo>
                  <a:cubicBezTo>
                    <a:pt x="3957" y="3904"/>
                    <a:pt x="3957" y="3919"/>
                    <a:pt x="3944" y="3932"/>
                  </a:cubicBezTo>
                  <a:lnTo>
                    <a:pt x="3944" y="3944"/>
                  </a:lnTo>
                  <a:lnTo>
                    <a:pt x="3944" y="3944"/>
                  </a:lnTo>
                  <a:lnTo>
                    <a:pt x="3944" y="3957"/>
                  </a:lnTo>
                  <a:cubicBezTo>
                    <a:pt x="3944" y="3957"/>
                    <a:pt x="3970" y="3970"/>
                    <a:pt x="4023" y="3970"/>
                  </a:cubicBezTo>
                  <a:lnTo>
                    <a:pt x="3970" y="3970"/>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4" name="Google Shape;1634;p33"/>
            <p:cNvSpPr/>
            <p:nvPr/>
          </p:nvSpPr>
          <p:spPr>
            <a:xfrm>
              <a:off x="7349746" y="2225096"/>
              <a:ext cx="578671" cy="574070"/>
            </a:xfrm>
            <a:custGeom>
              <a:rect b="b" l="l" r="r" t="t"/>
              <a:pathLst>
                <a:path extrusionOk="0" h="8609" w="8678">
                  <a:moveTo>
                    <a:pt x="6004" y="3341"/>
                  </a:moveTo>
                  <a:cubicBezTo>
                    <a:pt x="5363" y="3444"/>
                    <a:pt x="4875" y="3787"/>
                    <a:pt x="4577" y="4074"/>
                  </a:cubicBezTo>
                  <a:cubicBezTo>
                    <a:pt x="4812" y="3759"/>
                    <a:pt x="5086" y="3287"/>
                    <a:pt x="5177" y="2674"/>
                  </a:cubicBezTo>
                  <a:cubicBezTo>
                    <a:pt x="5347" y="1520"/>
                    <a:pt x="4812" y="142"/>
                    <a:pt x="4759" y="13"/>
                  </a:cubicBezTo>
                  <a:lnTo>
                    <a:pt x="4759" y="0"/>
                  </a:lnTo>
                  <a:cubicBezTo>
                    <a:pt x="4759" y="0"/>
                    <a:pt x="3737" y="1218"/>
                    <a:pt x="3554" y="2422"/>
                  </a:cubicBezTo>
                  <a:cubicBezTo>
                    <a:pt x="3460" y="3067"/>
                    <a:pt x="3633" y="3617"/>
                    <a:pt x="3815" y="4011"/>
                  </a:cubicBezTo>
                  <a:cubicBezTo>
                    <a:pt x="3592" y="3680"/>
                    <a:pt x="3224" y="3275"/>
                    <a:pt x="2661" y="3001"/>
                  </a:cubicBezTo>
                  <a:cubicBezTo>
                    <a:pt x="1626" y="2476"/>
                    <a:pt x="145" y="2567"/>
                    <a:pt x="16" y="2567"/>
                  </a:cubicBezTo>
                  <a:lnTo>
                    <a:pt x="0" y="2567"/>
                  </a:lnTo>
                  <a:cubicBezTo>
                    <a:pt x="0" y="2567"/>
                    <a:pt x="840" y="3916"/>
                    <a:pt x="1928" y="4454"/>
                  </a:cubicBezTo>
                  <a:cubicBezTo>
                    <a:pt x="2504" y="4756"/>
                    <a:pt x="3095" y="4756"/>
                    <a:pt x="3513" y="4703"/>
                  </a:cubicBezTo>
                  <a:cubicBezTo>
                    <a:pt x="3133" y="4822"/>
                    <a:pt x="2636" y="5045"/>
                    <a:pt x="2202" y="5489"/>
                  </a:cubicBezTo>
                  <a:cubicBezTo>
                    <a:pt x="1390" y="6303"/>
                    <a:pt x="1010" y="7744"/>
                    <a:pt x="972" y="7876"/>
                  </a:cubicBezTo>
                  <a:lnTo>
                    <a:pt x="972" y="7889"/>
                  </a:lnTo>
                  <a:cubicBezTo>
                    <a:pt x="972" y="7889"/>
                    <a:pt x="2516" y="7496"/>
                    <a:pt x="3369" y="6631"/>
                  </a:cubicBezTo>
                  <a:cubicBezTo>
                    <a:pt x="3828" y="6171"/>
                    <a:pt x="4010" y="5621"/>
                    <a:pt x="4089" y="5203"/>
                  </a:cubicBezTo>
                  <a:cubicBezTo>
                    <a:pt x="4076" y="5596"/>
                    <a:pt x="4142" y="6146"/>
                    <a:pt x="4432" y="6697"/>
                  </a:cubicBezTo>
                  <a:cubicBezTo>
                    <a:pt x="4954" y="7719"/>
                    <a:pt x="6212" y="8530"/>
                    <a:pt x="6332" y="8596"/>
                  </a:cubicBezTo>
                  <a:lnTo>
                    <a:pt x="6332" y="8609"/>
                  </a:lnTo>
                  <a:cubicBezTo>
                    <a:pt x="6332" y="8609"/>
                    <a:pt x="6435" y="7024"/>
                    <a:pt x="5885" y="5936"/>
                  </a:cubicBezTo>
                  <a:cubicBezTo>
                    <a:pt x="5583" y="5373"/>
                    <a:pt x="5111" y="5017"/>
                    <a:pt x="4746" y="4810"/>
                  </a:cubicBezTo>
                  <a:cubicBezTo>
                    <a:pt x="5111" y="4938"/>
                    <a:pt x="5649" y="5058"/>
                    <a:pt x="6266" y="4954"/>
                  </a:cubicBezTo>
                  <a:cubicBezTo>
                    <a:pt x="7407" y="4769"/>
                    <a:pt x="8558" y="3825"/>
                    <a:pt x="8665" y="3734"/>
                  </a:cubicBezTo>
                  <a:lnTo>
                    <a:pt x="8678" y="3734"/>
                  </a:lnTo>
                  <a:cubicBezTo>
                    <a:pt x="8678" y="3734"/>
                    <a:pt x="7197" y="3146"/>
                    <a:pt x="6004" y="3341"/>
                  </a:cubicBezTo>
                  <a:close/>
                  <a:moveTo>
                    <a:pt x="4168" y="4574"/>
                  </a:moveTo>
                  <a:cubicBezTo>
                    <a:pt x="4168" y="4574"/>
                    <a:pt x="4155" y="4611"/>
                    <a:pt x="4142" y="4665"/>
                  </a:cubicBezTo>
                  <a:lnTo>
                    <a:pt x="4142" y="4611"/>
                  </a:lnTo>
                  <a:lnTo>
                    <a:pt x="4142" y="4586"/>
                  </a:lnTo>
                  <a:lnTo>
                    <a:pt x="4130" y="4586"/>
                  </a:lnTo>
                  <a:lnTo>
                    <a:pt x="4130" y="4586"/>
                  </a:lnTo>
                  <a:lnTo>
                    <a:pt x="4051" y="4586"/>
                  </a:lnTo>
                  <a:cubicBezTo>
                    <a:pt x="4064" y="4586"/>
                    <a:pt x="4076" y="4574"/>
                    <a:pt x="4089" y="4574"/>
                  </a:cubicBezTo>
                  <a:cubicBezTo>
                    <a:pt x="4105" y="4574"/>
                    <a:pt x="4117" y="4561"/>
                    <a:pt x="4117" y="4561"/>
                  </a:cubicBezTo>
                  <a:lnTo>
                    <a:pt x="4117" y="4561"/>
                  </a:lnTo>
                  <a:lnTo>
                    <a:pt x="4117" y="4561"/>
                  </a:lnTo>
                  <a:cubicBezTo>
                    <a:pt x="4117" y="4561"/>
                    <a:pt x="4117" y="4520"/>
                    <a:pt x="4089" y="4467"/>
                  </a:cubicBezTo>
                  <a:cubicBezTo>
                    <a:pt x="4105" y="4495"/>
                    <a:pt x="4105" y="4508"/>
                    <a:pt x="4117" y="4508"/>
                  </a:cubicBezTo>
                  <a:cubicBezTo>
                    <a:pt x="4130" y="4520"/>
                    <a:pt x="4130" y="4533"/>
                    <a:pt x="4130" y="4533"/>
                  </a:cubicBezTo>
                  <a:lnTo>
                    <a:pt x="4142" y="4533"/>
                  </a:lnTo>
                  <a:lnTo>
                    <a:pt x="4142" y="4533"/>
                  </a:lnTo>
                  <a:cubicBezTo>
                    <a:pt x="4142" y="4533"/>
                    <a:pt x="4168" y="4520"/>
                    <a:pt x="4209" y="4482"/>
                  </a:cubicBezTo>
                  <a:cubicBezTo>
                    <a:pt x="4196" y="4495"/>
                    <a:pt x="4196" y="4508"/>
                    <a:pt x="4183" y="4520"/>
                  </a:cubicBezTo>
                  <a:lnTo>
                    <a:pt x="4168" y="4533"/>
                  </a:lnTo>
                  <a:lnTo>
                    <a:pt x="4168" y="4545"/>
                  </a:lnTo>
                  <a:lnTo>
                    <a:pt x="4168" y="4545"/>
                  </a:lnTo>
                  <a:cubicBezTo>
                    <a:pt x="4168" y="4545"/>
                    <a:pt x="4196" y="4574"/>
                    <a:pt x="4246" y="4599"/>
                  </a:cubicBezTo>
                  <a:cubicBezTo>
                    <a:pt x="4221" y="4586"/>
                    <a:pt x="4209" y="4586"/>
                    <a:pt x="4196" y="4586"/>
                  </a:cubicBezTo>
                  <a:cubicBezTo>
                    <a:pt x="4183" y="4574"/>
                    <a:pt x="4168" y="4574"/>
                    <a:pt x="4168" y="4574"/>
                  </a:cubicBezTo>
                  <a:lnTo>
                    <a:pt x="4168" y="4586"/>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5" name="Google Shape;1635;p33"/>
            <p:cNvSpPr/>
            <p:nvPr/>
          </p:nvSpPr>
          <p:spPr>
            <a:xfrm>
              <a:off x="6917136" y="2677677"/>
              <a:ext cx="147968" cy="232455"/>
            </a:xfrm>
            <a:custGeom>
              <a:rect b="b" l="l" r="r" t="t"/>
              <a:pathLst>
                <a:path extrusionOk="0" h="3486" w="2219">
                  <a:moveTo>
                    <a:pt x="1929" y="1"/>
                  </a:moveTo>
                  <a:cubicBezTo>
                    <a:pt x="1929" y="1"/>
                    <a:pt x="1039" y="274"/>
                    <a:pt x="501" y="1180"/>
                  </a:cubicBezTo>
                  <a:cubicBezTo>
                    <a:pt x="1" y="2058"/>
                    <a:pt x="1" y="3357"/>
                    <a:pt x="1" y="3473"/>
                  </a:cubicBezTo>
                  <a:lnTo>
                    <a:pt x="1" y="3486"/>
                  </a:lnTo>
                  <a:cubicBezTo>
                    <a:pt x="1" y="3486"/>
                    <a:pt x="1209" y="2806"/>
                    <a:pt x="1731" y="1901"/>
                  </a:cubicBezTo>
                  <a:cubicBezTo>
                    <a:pt x="2218" y="1061"/>
                    <a:pt x="1982" y="183"/>
                    <a:pt x="1941" y="26"/>
                  </a:cubicBezTo>
                  <a:lnTo>
                    <a:pt x="1929"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6" name="Google Shape;1636;p33"/>
            <p:cNvSpPr/>
            <p:nvPr/>
          </p:nvSpPr>
          <p:spPr>
            <a:xfrm>
              <a:off x="6932874" y="2677677"/>
              <a:ext cx="129497" cy="205382"/>
            </a:xfrm>
            <a:custGeom>
              <a:rect b="b" l="l" r="r" t="t"/>
              <a:pathLst>
                <a:path extrusionOk="0" h="3080" w="1942">
                  <a:moveTo>
                    <a:pt x="1705" y="1"/>
                  </a:moveTo>
                  <a:cubicBezTo>
                    <a:pt x="1705" y="1"/>
                    <a:pt x="919" y="249"/>
                    <a:pt x="447" y="1048"/>
                  </a:cubicBezTo>
                  <a:cubicBezTo>
                    <a:pt x="1" y="1822"/>
                    <a:pt x="1" y="2964"/>
                    <a:pt x="1" y="3067"/>
                  </a:cubicBezTo>
                  <a:lnTo>
                    <a:pt x="1" y="3080"/>
                  </a:lnTo>
                  <a:cubicBezTo>
                    <a:pt x="1" y="3080"/>
                    <a:pt x="1051" y="2476"/>
                    <a:pt x="1523" y="1677"/>
                  </a:cubicBezTo>
                  <a:cubicBezTo>
                    <a:pt x="1941" y="944"/>
                    <a:pt x="1746" y="171"/>
                    <a:pt x="1705" y="26"/>
                  </a:cubicBezTo>
                  <a:lnTo>
                    <a:pt x="1705"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7" name="Google Shape;1637;p33"/>
            <p:cNvSpPr/>
            <p:nvPr/>
          </p:nvSpPr>
          <p:spPr>
            <a:xfrm>
              <a:off x="6961014" y="2692614"/>
              <a:ext cx="85620" cy="139700"/>
            </a:xfrm>
            <a:custGeom>
              <a:rect b="b" l="l" r="r" t="t"/>
              <a:pathLst>
                <a:path extrusionOk="0" h="2095" w="1284">
                  <a:moveTo>
                    <a:pt x="1167" y="0"/>
                  </a:moveTo>
                  <a:cubicBezTo>
                    <a:pt x="1167" y="0"/>
                    <a:pt x="680" y="195"/>
                    <a:pt x="365" y="746"/>
                  </a:cubicBezTo>
                  <a:cubicBezTo>
                    <a:pt x="51" y="1271"/>
                    <a:pt x="0" y="2016"/>
                    <a:pt x="0" y="2095"/>
                  </a:cubicBezTo>
                  <a:cubicBezTo>
                    <a:pt x="0" y="2095"/>
                    <a:pt x="667" y="1664"/>
                    <a:pt x="982" y="1101"/>
                  </a:cubicBezTo>
                  <a:cubicBezTo>
                    <a:pt x="1283" y="601"/>
                    <a:pt x="1192" y="104"/>
                    <a:pt x="1180" y="13"/>
                  </a:cubicBezTo>
                  <a:lnTo>
                    <a:pt x="1167"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8" name="Google Shape;1638;p33"/>
            <p:cNvSpPr/>
            <p:nvPr/>
          </p:nvSpPr>
          <p:spPr>
            <a:xfrm>
              <a:off x="7046569" y="2676877"/>
              <a:ext cx="181910" cy="194046"/>
            </a:xfrm>
            <a:custGeom>
              <a:rect b="b" l="l" r="r" t="t"/>
              <a:pathLst>
                <a:path extrusionOk="0" h="2910" w="2728">
                  <a:moveTo>
                    <a:pt x="13" y="0"/>
                  </a:moveTo>
                  <a:cubicBezTo>
                    <a:pt x="13" y="0"/>
                    <a:pt x="0" y="944"/>
                    <a:pt x="696" y="1718"/>
                  </a:cubicBezTo>
                  <a:cubicBezTo>
                    <a:pt x="1378" y="2476"/>
                    <a:pt x="2608" y="2869"/>
                    <a:pt x="2715" y="2910"/>
                  </a:cubicBezTo>
                  <a:lnTo>
                    <a:pt x="2727" y="2910"/>
                  </a:lnTo>
                  <a:cubicBezTo>
                    <a:pt x="2727" y="2910"/>
                    <a:pt x="2463" y="1560"/>
                    <a:pt x="1755" y="774"/>
                  </a:cubicBezTo>
                  <a:cubicBezTo>
                    <a:pt x="1114" y="66"/>
                    <a:pt x="211" y="0"/>
                    <a:pt x="41"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9" name="Google Shape;1639;p33"/>
            <p:cNvSpPr/>
            <p:nvPr/>
          </p:nvSpPr>
          <p:spPr>
            <a:xfrm>
              <a:off x="7047436" y="2676877"/>
              <a:ext cx="160038" cy="171174"/>
            </a:xfrm>
            <a:custGeom>
              <a:rect b="b" l="l" r="r" t="t"/>
              <a:pathLst>
                <a:path extrusionOk="0" h="2567" w="2400">
                  <a:moveTo>
                    <a:pt x="0" y="0"/>
                  </a:moveTo>
                  <a:cubicBezTo>
                    <a:pt x="0" y="0"/>
                    <a:pt x="0" y="812"/>
                    <a:pt x="616" y="1507"/>
                  </a:cubicBezTo>
                  <a:cubicBezTo>
                    <a:pt x="1220" y="2174"/>
                    <a:pt x="2293" y="2529"/>
                    <a:pt x="2400" y="2567"/>
                  </a:cubicBezTo>
                  <a:cubicBezTo>
                    <a:pt x="2400" y="2567"/>
                    <a:pt x="2164" y="1375"/>
                    <a:pt x="1547" y="680"/>
                  </a:cubicBezTo>
                  <a:cubicBezTo>
                    <a:pt x="972" y="51"/>
                    <a:pt x="170" y="0"/>
                    <a:pt x="2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0" name="Google Shape;1640;p33"/>
            <p:cNvSpPr/>
            <p:nvPr/>
          </p:nvSpPr>
          <p:spPr>
            <a:xfrm>
              <a:off x="7058705" y="2688213"/>
              <a:ext cx="109359" cy="117094"/>
            </a:xfrm>
            <a:custGeom>
              <a:rect b="b" l="l" r="r" t="t"/>
              <a:pathLst>
                <a:path extrusionOk="0" h="1756" w="1640">
                  <a:moveTo>
                    <a:pt x="1" y="0"/>
                  </a:moveTo>
                  <a:cubicBezTo>
                    <a:pt x="1" y="0"/>
                    <a:pt x="42" y="525"/>
                    <a:pt x="473" y="997"/>
                  </a:cubicBezTo>
                  <a:cubicBezTo>
                    <a:pt x="882" y="1453"/>
                    <a:pt x="1573" y="1730"/>
                    <a:pt x="1640" y="1755"/>
                  </a:cubicBezTo>
                  <a:cubicBezTo>
                    <a:pt x="1640" y="1755"/>
                    <a:pt x="1432" y="981"/>
                    <a:pt x="1010" y="510"/>
                  </a:cubicBezTo>
                  <a:cubicBezTo>
                    <a:pt x="617" y="79"/>
                    <a:pt x="120" y="13"/>
                    <a:pt x="29"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1" name="Google Shape;1641;p33"/>
            <p:cNvSpPr/>
            <p:nvPr/>
          </p:nvSpPr>
          <p:spPr>
            <a:xfrm>
              <a:off x="7047436" y="2560981"/>
              <a:ext cx="240390" cy="121429"/>
            </a:xfrm>
            <a:custGeom>
              <a:rect b="b" l="l" r="r" t="t"/>
              <a:pathLst>
                <a:path extrusionOk="0" h="1821" w="3605">
                  <a:moveTo>
                    <a:pt x="2957" y="1"/>
                  </a:moveTo>
                  <a:cubicBezTo>
                    <a:pt x="2473" y="1"/>
                    <a:pt x="1807" y="54"/>
                    <a:pt x="1271" y="295"/>
                  </a:cubicBezTo>
                  <a:cubicBezTo>
                    <a:pt x="393" y="675"/>
                    <a:pt x="66" y="1528"/>
                    <a:pt x="0" y="1685"/>
                  </a:cubicBezTo>
                  <a:lnTo>
                    <a:pt x="0" y="1710"/>
                  </a:lnTo>
                  <a:cubicBezTo>
                    <a:pt x="0" y="1710"/>
                    <a:pt x="309" y="1821"/>
                    <a:pt x="764" y="1821"/>
                  </a:cubicBezTo>
                  <a:cubicBezTo>
                    <a:pt x="1075" y="1821"/>
                    <a:pt x="1454" y="1769"/>
                    <a:pt x="1849" y="1594"/>
                  </a:cubicBezTo>
                  <a:cubicBezTo>
                    <a:pt x="2765" y="1188"/>
                    <a:pt x="3526" y="137"/>
                    <a:pt x="3604" y="34"/>
                  </a:cubicBezTo>
                  <a:cubicBezTo>
                    <a:pt x="3604" y="34"/>
                    <a:pt x="3337" y="1"/>
                    <a:pt x="295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2" name="Google Shape;1642;p33"/>
            <p:cNvSpPr/>
            <p:nvPr/>
          </p:nvSpPr>
          <p:spPr>
            <a:xfrm>
              <a:off x="7047436" y="2573584"/>
              <a:ext cx="212517" cy="107426"/>
            </a:xfrm>
            <a:custGeom>
              <a:rect b="b" l="l" r="r" t="t"/>
              <a:pathLst>
                <a:path extrusionOk="0" h="1611" w="3187">
                  <a:moveTo>
                    <a:pt x="2644" y="1"/>
                  </a:moveTo>
                  <a:cubicBezTo>
                    <a:pt x="2217" y="1"/>
                    <a:pt x="1614" y="47"/>
                    <a:pt x="1129" y="263"/>
                  </a:cubicBezTo>
                  <a:cubicBezTo>
                    <a:pt x="355" y="618"/>
                    <a:pt x="53" y="1351"/>
                    <a:pt x="0" y="1496"/>
                  </a:cubicBezTo>
                  <a:lnTo>
                    <a:pt x="0" y="1521"/>
                  </a:lnTo>
                  <a:cubicBezTo>
                    <a:pt x="0" y="1521"/>
                    <a:pt x="261" y="1610"/>
                    <a:pt x="648" y="1610"/>
                  </a:cubicBezTo>
                  <a:cubicBezTo>
                    <a:pt x="926" y="1610"/>
                    <a:pt x="1269" y="1564"/>
                    <a:pt x="1626" y="1405"/>
                  </a:cubicBezTo>
                  <a:cubicBezTo>
                    <a:pt x="2438" y="1037"/>
                    <a:pt x="3120" y="121"/>
                    <a:pt x="3174" y="43"/>
                  </a:cubicBezTo>
                  <a:lnTo>
                    <a:pt x="3186" y="27"/>
                  </a:lnTo>
                  <a:cubicBezTo>
                    <a:pt x="3186" y="27"/>
                    <a:pt x="2964" y="1"/>
                    <a:pt x="264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3" name="Google Shape;1643;p33"/>
            <p:cNvSpPr/>
            <p:nvPr/>
          </p:nvSpPr>
          <p:spPr>
            <a:xfrm>
              <a:off x="7061440" y="2599790"/>
              <a:ext cx="146035" cy="69683"/>
            </a:xfrm>
            <a:custGeom>
              <a:rect b="b" l="l" r="r" t="t"/>
              <a:pathLst>
                <a:path extrusionOk="0" h="1045" w="2190">
                  <a:moveTo>
                    <a:pt x="2081" y="0"/>
                  </a:moveTo>
                  <a:cubicBezTo>
                    <a:pt x="1842" y="0"/>
                    <a:pt x="1258" y="23"/>
                    <a:pt x="800" y="225"/>
                  </a:cubicBezTo>
                  <a:cubicBezTo>
                    <a:pt x="274" y="461"/>
                    <a:pt x="39" y="920"/>
                    <a:pt x="1" y="999"/>
                  </a:cubicBezTo>
                  <a:lnTo>
                    <a:pt x="1" y="1012"/>
                  </a:lnTo>
                  <a:cubicBezTo>
                    <a:pt x="1" y="1012"/>
                    <a:pt x="128" y="1045"/>
                    <a:pt x="328" y="1045"/>
                  </a:cubicBezTo>
                  <a:cubicBezTo>
                    <a:pt x="528" y="1045"/>
                    <a:pt x="800" y="1012"/>
                    <a:pt x="1089" y="879"/>
                  </a:cubicBezTo>
                  <a:cubicBezTo>
                    <a:pt x="1652" y="631"/>
                    <a:pt x="2136" y="55"/>
                    <a:pt x="2177" y="2"/>
                  </a:cubicBezTo>
                  <a:lnTo>
                    <a:pt x="2190" y="2"/>
                  </a:lnTo>
                  <a:cubicBezTo>
                    <a:pt x="2190" y="2"/>
                    <a:pt x="2150" y="0"/>
                    <a:pt x="208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4" name="Google Shape;1644;p33"/>
            <p:cNvSpPr/>
            <p:nvPr/>
          </p:nvSpPr>
          <p:spPr>
            <a:xfrm>
              <a:off x="6974017" y="2411143"/>
              <a:ext cx="109293" cy="263863"/>
            </a:xfrm>
            <a:custGeom>
              <a:rect b="b" l="l" r="r" t="t"/>
              <a:pathLst>
                <a:path extrusionOk="0" h="3957" w="1639">
                  <a:moveTo>
                    <a:pt x="592" y="0"/>
                  </a:moveTo>
                  <a:cubicBezTo>
                    <a:pt x="592" y="0"/>
                    <a:pt x="0" y="1258"/>
                    <a:pt x="120" y="2306"/>
                  </a:cubicBezTo>
                  <a:cubicBezTo>
                    <a:pt x="211" y="3265"/>
                    <a:pt x="919" y="3841"/>
                    <a:pt x="1051" y="3932"/>
                  </a:cubicBezTo>
                  <a:lnTo>
                    <a:pt x="1076" y="3957"/>
                  </a:lnTo>
                  <a:cubicBezTo>
                    <a:pt x="1076" y="3957"/>
                    <a:pt x="1639" y="3212"/>
                    <a:pt x="1535" y="2164"/>
                  </a:cubicBezTo>
                  <a:cubicBezTo>
                    <a:pt x="1428" y="1155"/>
                    <a:pt x="670" y="104"/>
                    <a:pt x="592" y="13"/>
                  </a:cubicBezTo>
                  <a:lnTo>
                    <a:pt x="592"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5" name="Google Shape;1645;p33"/>
            <p:cNvSpPr/>
            <p:nvPr/>
          </p:nvSpPr>
          <p:spPr>
            <a:xfrm>
              <a:off x="6982820" y="2441750"/>
              <a:ext cx="95289" cy="233255"/>
            </a:xfrm>
            <a:custGeom>
              <a:rect b="b" l="l" r="r" t="t"/>
              <a:pathLst>
                <a:path extrusionOk="0" h="3498" w="1429">
                  <a:moveTo>
                    <a:pt x="497" y="0"/>
                  </a:moveTo>
                  <a:cubicBezTo>
                    <a:pt x="497" y="0"/>
                    <a:pt x="0" y="1114"/>
                    <a:pt x="92" y="2045"/>
                  </a:cubicBezTo>
                  <a:cubicBezTo>
                    <a:pt x="183" y="2885"/>
                    <a:pt x="799" y="3394"/>
                    <a:pt x="919" y="3485"/>
                  </a:cubicBezTo>
                  <a:cubicBezTo>
                    <a:pt x="931" y="3485"/>
                    <a:pt x="931" y="3498"/>
                    <a:pt x="931" y="3498"/>
                  </a:cubicBezTo>
                  <a:cubicBezTo>
                    <a:pt x="931" y="3498"/>
                    <a:pt x="1428" y="2844"/>
                    <a:pt x="1324" y="1913"/>
                  </a:cubicBezTo>
                  <a:cubicBezTo>
                    <a:pt x="1233" y="1023"/>
                    <a:pt x="576" y="92"/>
                    <a:pt x="510" y="13"/>
                  </a:cubicBezTo>
                  <a:lnTo>
                    <a:pt x="497" y="0"/>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6" name="Google Shape;1646;p33"/>
            <p:cNvSpPr/>
            <p:nvPr/>
          </p:nvSpPr>
          <p:spPr>
            <a:xfrm>
              <a:off x="7004625" y="2499432"/>
              <a:ext cx="56880" cy="159038"/>
            </a:xfrm>
            <a:custGeom>
              <a:rect b="b" l="l" r="r" t="t"/>
              <a:pathLst>
                <a:path extrusionOk="0" h="2385" w="853">
                  <a:moveTo>
                    <a:pt x="277" y="0"/>
                  </a:moveTo>
                  <a:cubicBezTo>
                    <a:pt x="277" y="0"/>
                    <a:pt x="0" y="746"/>
                    <a:pt x="66" y="1391"/>
                  </a:cubicBezTo>
                  <a:cubicBezTo>
                    <a:pt x="120" y="1966"/>
                    <a:pt x="485" y="2318"/>
                    <a:pt x="551" y="2384"/>
                  </a:cubicBezTo>
                  <a:lnTo>
                    <a:pt x="563" y="2384"/>
                  </a:lnTo>
                  <a:cubicBezTo>
                    <a:pt x="563" y="2384"/>
                    <a:pt x="853" y="1954"/>
                    <a:pt x="787" y="1312"/>
                  </a:cubicBezTo>
                  <a:cubicBezTo>
                    <a:pt x="721" y="708"/>
                    <a:pt x="315" y="66"/>
                    <a:pt x="290"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7" name="Google Shape;1647;p33"/>
            <p:cNvSpPr/>
            <p:nvPr/>
          </p:nvSpPr>
          <p:spPr>
            <a:xfrm>
              <a:off x="6784369" y="2606259"/>
              <a:ext cx="260595" cy="99957"/>
            </a:xfrm>
            <a:custGeom>
              <a:rect b="b" l="l" r="r" t="t"/>
              <a:pathLst>
                <a:path extrusionOk="0" h="1499" w="3908">
                  <a:moveTo>
                    <a:pt x="1697" y="1"/>
                  </a:moveTo>
                  <a:cubicBezTo>
                    <a:pt x="884" y="1"/>
                    <a:pt x="95" y="253"/>
                    <a:pt x="1" y="286"/>
                  </a:cubicBezTo>
                  <a:cubicBezTo>
                    <a:pt x="1" y="286"/>
                    <a:pt x="1011" y="1229"/>
                    <a:pt x="2045" y="1452"/>
                  </a:cubicBezTo>
                  <a:cubicBezTo>
                    <a:pt x="2199" y="1485"/>
                    <a:pt x="2348" y="1498"/>
                    <a:pt x="2490" y="1498"/>
                  </a:cubicBezTo>
                  <a:cubicBezTo>
                    <a:pt x="3214" y="1498"/>
                    <a:pt x="3771" y="1146"/>
                    <a:pt x="3879" y="1059"/>
                  </a:cubicBezTo>
                  <a:cubicBezTo>
                    <a:pt x="3895" y="1059"/>
                    <a:pt x="3907" y="1047"/>
                    <a:pt x="3907" y="1047"/>
                  </a:cubicBezTo>
                  <a:cubicBezTo>
                    <a:pt x="3907" y="1047"/>
                    <a:pt x="3369" y="286"/>
                    <a:pt x="2335" y="62"/>
                  </a:cubicBezTo>
                  <a:cubicBezTo>
                    <a:pt x="2129" y="18"/>
                    <a:pt x="1912" y="1"/>
                    <a:pt x="169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8" name="Google Shape;1648;p33"/>
            <p:cNvSpPr/>
            <p:nvPr/>
          </p:nvSpPr>
          <p:spPr>
            <a:xfrm>
              <a:off x="6814177" y="2615528"/>
              <a:ext cx="230788" cy="87021"/>
            </a:xfrm>
            <a:custGeom>
              <a:rect b="b" l="l" r="r" t="t"/>
              <a:pathLst>
                <a:path extrusionOk="0" h="1305" w="3461">
                  <a:moveTo>
                    <a:pt x="1500" y="1"/>
                  </a:moveTo>
                  <a:cubicBezTo>
                    <a:pt x="783" y="1"/>
                    <a:pt x="95" y="221"/>
                    <a:pt x="13" y="250"/>
                  </a:cubicBezTo>
                  <a:lnTo>
                    <a:pt x="1" y="250"/>
                  </a:lnTo>
                  <a:cubicBezTo>
                    <a:pt x="1" y="250"/>
                    <a:pt x="903" y="1078"/>
                    <a:pt x="1809" y="1260"/>
                  </a:cubicBezTo>
                  <a:cubicBezTo>
                    <a:pt x="1951" y="1291"/>
                    <a:pt x="2088" y="1305"/>
                    <a:pt x="2220" y="1305"/>
                  </a:cubicBezTo>
                  <a:cubicBezTo>
                    <a:pt x="2851" y="1305"/>
                    <a:pt x="3336" y="998"/>
                    <a:pt x="3432" y="933"/>
                  </a:cubicBezTo>
                  <a:cubicBezTo>
                    <a:pt x="3448" y="920"/>
                    <a:pt x="3460" y="920"/>
                    <a:pt x="3460" y="920"/>
                  </a:cubicBezTo>
                  <a:cubicBezTo>
                    <a:pt x="3460" y="920"/>
                    <a:pt x="2976" y="250"/>
                    <a:pt x="2070" y="55"/>
                  </a:cubicBezTo>
                  <a:cubicBezTo>
                    <a:pt x="1885" y="16"/>
                    <a:pt x="1692" y="1"/>
                    <a:pt x="150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9" name="Google Shape;1649;p33"/>
            <p:cNvSpPr/>
            <p:nvPr/>
          </p:nvSpPr>
          <p:spPr>
            <a:xfrm>
              <a:off x="6870991" y="2635199"/>
              <a:ext cx="157371" cy="52546"/>
            </a:xfrm>
            <a:custGeom>
              <a:rect b="b" l="l" r="r" t="t"/>
              <a:pathLst>
                <a:path extrusionOk="0" h="788" w="2360">
                  <a:moveTo>
                    <a:pt x="933" y="1"/>
                  </a:moveTo>
                  <a:cubicBezTo>
                    <a:pt x="480" y="1"/>
                    <a:pt x="63" y="106"/>
                    <a:pt x="13" y="125"/>
                  </a:cubicBezTo>
                  <a:lnTo>
                    <a:pt x="1" y="125"/>
                  </a:lnTo>
                  <a:cubicBezTo>
                    <a:pt x="1" y="125"/>
                    <a:pt x="630" y="625"/>
                    <a:pt x="1259" y="754"/>
                  </a:cubicBezTo>
                  <a:cubicBezTo>
                    <a:pt x="1371" y="778"/>
                    <a:pt x="1478" y="788"/>
                    <a:pt x="1579" y="788"/>
                  </a:cubicBezTo>
                  <a:cubicBezTo>
                    <a:pt x="1984" y="788"/>
                    <a:pt x="2281" y="630"/>
                    <a:pt x="2344" y="597"/>
                  </a:cubicBezTo>
                  <a:lnTo>
                    <a:pt x="2360" y="584"/>
                  </a:lnTo>
                  <a:cubicBezTo>
                    <a:pt x="2360" y="584"/>
                    <a:pt x="2030" y="179"/>
                    <a:pt x="1401" y="47"/>
                  </a:cubicBezTo>
                  <a:cubicBezTo>
                    <a:pt x="1250" y="13"/>
                    <a:pt x="1089" y="1"/>
                    <a:pt x="933"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0" name="Google Shape;1650;p33"/>
            <p:cNvSpPr/>
            <p:nvPr/>
          </p:nvSpPr>
          <p:spPr>
            <a:xfrm>
              <a:off x="7360315" y="2564048"/>
              <a:ext cx="211517" cy="220252"/>
            </a:xfrm>
            <a:custGeom>
              <a:rect b="b" l="l" r="r" t="t"/>
              <a:pathLst>
                <a:path extrusionOk="0" h="3303" w="3172">
                  <a:moveTo>
                    <a:pt x="3159" y="0"/>
                  </a:moveTo>
                  <a:cubicBezTo>
                    <a:pt x="3159" y="0"/>
                    <a:pt x="2083" y="41"/>
                    <a:pt x="1234" y="906"/>
                  </a:cubicBezTo>
                  <a:cubicBezTo>
                    <a:pt x="419" y="1730"/>
                    <a:pt x="38" y="3174"/>
                    <a:pt x="1" y="3303"/>
                  </a:cubicBezTo>
                  <a:cubicBezTo>
                    <a:pt x="1" y="3303"/>
                    <a:pt x="1532" y="2922"/>
                    <a:pt x="2397" y="2057"/>
                  </a:cubicBezTo>
                  <a:cubicBezTo>
                    <a:pt x="3171" y="1271"/>
                    <a:pt x="3171" y="223"/>
                    <a:pt x="3159" y="28"/>
                  </a:cubicBezTo>
                  <a:lnTo>
                    <a:pt x="3159"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1" name="Google Shape;1651;p33"/>
            <p:cNvSpPr/>
            <p:nvPr/>
          </p:nvSpPr>
          <p:spPr>
            <a:xfrm>
              <a:off x="7385721" y="2564848"/>
              <a:ext cx="186111" cy="195113"/>
            </a:xfrm>
            <a:custGeom>
              <a:rect b="b" l="l" r="r" t="t"/>
              <a:pathLst>
                <a:path extrusionOk="0" h="2926" w="2791">
                  <a:moveTo>
                    <a:pt x="2790" y="1"/>
                  </a:moveTo>
                  <a:cubicBezTo>
                    <a:pt x="2790" y="1"/>
                    <a:pt x="1847" y="42"/>
                    <a:pt x="1089" y="803"/>
                  </a:cubicBezTo>
                  <a:cubicBezTo>
                    <a:pt x="365" y="1523"/>
                    <a:pt x="25" y="2794"/>
                    <a:pt x="0" y="2910"/>
                  </a:cubicBezTo>
                  <a:lnTo>
                    <a:pt x="0" y="2926"/>
                  </a:lnTo>
                  <a:cubicBezTo>
                    <a:pt x="0" y="2926"/>
                    <a:pt x="1350" y="2570"/>
                    <a:pt x="2095" y="1797"/>
                  </a:cubicBezTo>
                  <a:cubicBezTo>
                    <a:pt x="2790" y="1117"/>
                    <a:pt x="2790" y="186"/>
                    <a:pt x="2790" y="29"/>
                  </a:cubicBezTo>
                  <a:lnTo>
                    <a:pt x="2790"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2" name="Google Shape;1652;p33"/>
            <p:cNvSpPr/>
            <p:nvPr/>
          </p:nvSpPr>
          <p:spPr>
            <a:xfrm>
              <a:off x="7431000" y="2578052"/>
              <a:ext cx="128631" cy="133698"/>
            </a:xfrm>
            <a:custGeom>
              <a:rect b="b" l="l" r="r" t="t"/>
              <a:pathLst>
                <a:path extrusionOk="0" h="2005" w="1929">
                  <a:moveTo>
                    <a:pt x="1929" y="1"/>
                  </a:moveTo>
                  <a:cubicBezTo>
                    <a:pt x="1929" y="1"/>
                    <a:pt x="1325" y="80"/>
                    <a:pt x="803" y="605"/>
                  </a:cubicBezTo>
                  <a:cubicBezTo>
                    <a:pt x="315" y="1102"/>
                    <a:pt x="29" y="1926"/>
                    <a:pt x="1" y="1992"/>
                  </a:cubicBezTo>
                  <a:lnTo>
                    <a:pt x="1" y="2004"/>
                  </a:lnTo>
                  <a:cubicBezTo>
                    <a:pt x="1" y="2004"/>
                    <a:pt x="881" y="1706"/>
                    <a:pt x="1403" y="1193"/>
                  </a:cubicBezTo>
                  <a:cubicBezTo>
                    <a:pt x="1863" y="721"/>
                    <a:pt x="1916" y="133"/>
                    <a:pt x="1929" y="26"/>
                  </a:cubicBezTo>
                  <a:lnTo>
                    <a:pt x="1929"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3" name="Google Shape;1653;p33"/>
            <p:cNvSpPr/>
            <p:nvPr/>
          </p:nvSpPr>
          <p:spPr>
            <a:xfrm>
              <a:off x="7553497" y="2564048"/>
              <a:ext cx="171174" cy="268264"/>
            </a:xfrm>
            <a:custGeom>
              <a:rect b="b" l="l" r="r" t="t"/>
              <a:pathLst>
                <a:path extrusionOk="0" h="4023" w="2567">
                  <a:moveTo>
                    <a:pt x="287" y="0"/>
                  </a:moveTo>
                  <a:cubicBezTo>
                    <a:pt x="287" y="0"/>
                    <a:pt x="0" y="1035"/>
                    <a:pt x="563" y="2111"/>
                  </a:cubicBezTo>
                  <a:cubicBezTo>
                    <a:pt x="1089" y="3145"/>
                    <a:pt x="2347" y="3944"/>
                    <a:pt x="2451" y="4023"/>
                  </a:cubicBezTo>
                  <a:lnTo>
                    <a:pt x="2463" y="4023"/>
                  </a:lnTo>
                  <a:cubicBezTo>
                    <a:pt x="2463" y="4023"/>
                    <a:pt x="2567" y="2438"/>
                    <a:pt x="2004" y="1365"/>
                  </a:cubicBezTo>
                  <a:cubicBezTo>
                    <a:pt x="1507" y="381"/>
                    <a:pt x="510" y="54"/>
                    <a:pt x="328"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4" name="Google Shape;1654;p33"/>
            <p:cNvSpPr/>
            <p:nvPr/>
          </p:nvSpPr>
          <p:spPr>
            <a:xfrm>
              <a:off x="7556831" y="2563181"/>
              <a:ext cx="150436" cy="237723"/>
            </a:xfrm>
            <a:custGeom>
              <a:rect b="b" l="l" r="r" t="t"/>
              <a:pathLst>
                <a:path extrusionOk="0" h="3565" w="2256">
                  <a:moveTo>
                    <a:pt x="252" y="1"/>
                  </a:moveTo>
                  <a:cubicBezTo>
                    <a:pt x="252" y="1"/>
                    <a:pt x="1" y="919"/>
                    <a:pt x="501" y="1875"/>
                  </a:cubicBezTo>
                  <a:cubicBezTo>
                    <a:pt x="960" y="2778"/>
                    <a:pt x="2061" y="3501"/>
                    <a:pt x="2165" y="3552"/>
                  </a:cubicBezTo>
                  <a:lnTo>
                    <a:pt x="2165" y="3564"/>
                  </a:lnTo>
                  <a:cubicBezTo>
                    <a:pt x="2165" y="3564"/>
                    <a:pt x="2256" y="2164"/>
                    <a:pt x="1759" y="1221"/>
                  </a:cubicBezTo>
                  <a:cubicBezTo>
                    <a:pt x="1312" y="356"/>
                    <a:pt x="435" y="67"/>
                    <a:pt x="278" y="13"/>
                  </a:cubicBezTo>
                  <a:cubicBezTo>
                    <a:pt x="265" y="13"/>
                    <a:pt x="252" y="1"/>
                    <a:pt x="25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5" name="Google Shape;1655;p33"/>
            <p:cNvSpPr/>
            <p:nvPr/>
          </p:nvSpPr>
          <p:spPr>
            <a:xfrm>
              <a:off x="7575303" y="2579785"/>
              <a:ext cx="95289" cy="162572"/>
            </a:xfrm>
            <a:custGeom>
              <a:rect b="b" l="l" r="r" t="t"/>
              <a:pathLst>
                <a:path extrusionOk="0" h="2438" w="1429">
                  <a:moveTo>
                    <a:pt x="117" y="0"/>
                  </a:moveTo>
                  <a:cubicBezTo>
                    <a:pt x="117" y="0"/>
                    <a:pt x="1" y="591"/>
                    <a:pt x="340" y="1246"/>
                  </a:cubicBezTo>
                  <a:cubicBezTo>
                    <a:pt x="655" y="1862"/>
                    <a:pt x="1350" y="2387"/>
                    <a:pt x="1416" y="2438"/>
                  </a:cubicBezTo>
                  <a:lnTo>
                    <a:pt x="1428" y="2438"/>
                  </a:lnTo>
                  <a:cubicBezTo>
                    <a:pt x="1428" y="2438"/>
                    <a:pt x="1416" y="1522"/>
                    <a:pt x="1076" y="865"/>
                  </a:cubicBezTo>
                  <a:cubicBezTo>
                    <a:pt x="774" y="277"/>
                    <a:pt x="236" y="41"/>
                    <a:pt x="13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6" name="Google Shape;1656;p33"/>
            <p:cNvSpPr/>
            <p:nvPr/>
          </p:nvSpPr>
          <p:spPr>
            <a:xfrm>
              <a:off x="7573636" y="2478360"/>
              <a:ext cx="299738" cy="112893"/>
            </a:xfrm>
            <a:custGeom>
              <a:rect b="b" l="l" r="r" t="t"/>
              <a:pathLst>
                <a:path extrusionOk="0" h="1693" w="4495">
                  <a:moveTo>
                    <a:pt x="2346" y="0"/>
                  </a:moveTo>
                  <a:cubicBezTo>
                    <a:pt x="2169" y="0"/>
                    <a:pt x="1993" y="12"/>
                    <a:pt x="1821" y="40"/>
                  </a:cubicBezTo>
                  <a:cubicBezTo>
                    <a:pt x="746" y="225"/>
                    <a:pt x="117" y="1078"/>
                    <a:pt x="13" y="1235"/>
                  </a:cubicBezTo>
                  <a:cubicBezTo>
                    <a:pt x="0" y="1247"/>
                    <a:pt x="0" y="1260"/>
                    <a:pt x="0" y="1260"/>
                  </a:cubicBezTo>
                  <a:cubicBezTo>
                    <a:pt x="0" y="1260"/>
                    <a:pt x="655" y="1693"/>
                    <a:pt x="1602" y="1693"/>
                  </a:cubicBezTo>
                  <a:cubicBezTo>
                    <a:pt x="1759" y="1693"/>
                    <a:pt x="1924" y="1681"/>
                    <a:pt x="2095" y="1653"/>
                  </a:cubicBezTo>
                  <a:cubicBezTo>
                    <a:pt x="3237" y="1471"/>
                    <a:pt x="4388" y="527"/>
                    <a:pt x="4495" y="433"/>
                  </a:cubicBezTo>
                  <a:cubicBezTo>
                    <a:pt x="4495" y="433"/>
                    <a:pt x="3414" y="0"/>
                    <a:pt x="2346"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7" name="Google Shape;1657;p33"/>
            <p:cNvSpPr/>
            <p:nvPr/>
          </p:nvSpPr>
          <p:spPr>
            <a:xfrm>
              <a:off x="7573636" y="2488296"/>
              <a:ext cx="264730" cy="98223"/>
            </a:xfrm>
            <a:custGeom>
              <a:rect b="b" l="l" r="r" t="t"/>
              <a:pathLst>
                <a:path extrusionOk="0" h="1473" w="3970">
                  <a:moveTo>
                    <a:pt x="2074" y="1"/>
                  </a:moveTo>
                  <a:cubicBezTo>
                    <a:pt x="1918" y="1"/>
                    <a:pt x="1762" y="11"/>
                    <a:pt x="1611" y="35"/>
                  </a:cubicBezTo>
                  <a:cubicBezTo>
                    <a:pt x="655" y="193"/>
                    <a:pt x="104" y="941"/>
                    <a:pt x="13" y="1070"/>
                  </a:cubicBezTo>
                  <a:cubicBezTo>
                    <a:pt x="0" y="1086"/>
                    <a:pt x="0" y="1098"/>
                    <a:pt x="0" y="1098"/>
                  </a:cubicBezTo>
                  <a:cubicBezTo>
                    <a:pt x="0" y="1098"/>
                    <a:pt x="578" y="1473"/>
                    <a:pt x="1411" y="1473"/>
                  </a:cubicBezTo>
                  <a:cubicBezTo>
                    <a:pt x="1549" y="1473"/>
                    <a:pt x="1695" y="1462"/>
                    <a:pt x="1847" y="1438"/>
                  </a:cubicBezTo>
                  <a:cubicBezTo>
                    <a:pt x="2856" y="1281"/>
                    <a:pt x="3866" y="457"/>
                    <a:pt x="3970" y="378"/>
                  </a:cubicBezTo>
                  <a:cubicBezTo>
                    <a:pt x="3970" y="378"/>
                    <a:pt x="3016" y="1"/>
                    <a:pt x="207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8" name="Google Shape;1658;p33"/>
            <p:cNvSpPr/>
            <p:nvPr/>
          </p:nvSpPr>
          <p:spPr>
            <a:xfrm>
              <a:off x="7591907" y="2512302"/>
              <a:ext cx="181043" cy="58881"/>
            </a:xfrm>
            <a:custGeom>
              <a:rect b="b" l="l" r="r" t="t"/>
              <a:pathLst>
                <a:path extrusionOk="0" h="883" w="2715">
                  <a:moveTo>
                    <a:pt x="1506" y="1"/>
                  </a:moveTo>
                  <a:cubicBezTo>
                    <a:pt x="1374" y="1"/>
                    <a:pt x="1241" y="10"/>
                    <a:pt x="1113" y="31"/>
                  </a:cubicBezTo>
                  <a:cubicBezTo>
                    <a:pt x="459" y="135"/>
                    <a:pt x="66" y="581"/>
                    <a:pt x="0" y="660"/>
                  </a:cubicBezTo>
                  <a:lnTo>
                    <a:pt x="0" y="672"/>
                  </a:lnTo>
                  <a:cubicBezTo>
                    <a:pt x="0" y="672"/>
                    <a:pt x="366" y="883"/>
                    <a:pt x="906" y="883"/>
                  </a:cubicBezTo>
                  <a:cubicBezTo>
                    <a:pt x="1013" y="883"/>
                    <a:pt x="1127" y="875"/>
                    <a:pt x="1246" y="855"/>
                  </a:cubicBezTo>
                  <a:cubicBezTo>
                    <a:pt x="1941" y="738"/>
                    <a:pt x="2648" y="238"/>
                    <a:pt x="2714" y="188"/>
                  </a:cubicBezTo>
                  <a:cubicBezTo>
                    <a:pt x="2714" y="188"/>
                    <a:pt x="2119" y="1"/>
                    <a:pt x="150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9" name="Google Shape;1659;p33"/>
            <p:cNvSpPr/>
            <p:nvPr/>
          </p:nvSpPr>
          <p:spPr>
            <a:xfrm>
              <a:off x="7521222" y="2258237"/>
              <a:ext cx="131098" cy="302472"/>
            </a:xfrm>
            <a:custGeom>
              <a:rect b="b" l="l" r="r" t="t"/>
              <a:pathLst>
                <a:path extrusionOk="0" h="4536" w="1966">
                  <a:moveTo>
                    <a:pt x="1375" y="0"/>
                  </a:moveTo>
                  <a:cubicBezTo>
                    <a:pt x="1375" y="0"/>
                    <a:pt x="352" y="1233"/>
                    <a:pt x="170" y="2425"/>
                  </a:cubicBezTo>
                  <a:cubicBezTo>
                    <a:pt x="0" y="3514"/>
                    <a:pt x="629" y="4363"/>
                    <a:pt x="733" y="4520"/>
                  </a:cubicBezTo>
                  <a:cubicBezTo>
                    <a:pt x="746" y="4536"/>
                    <a:pt x="758" y="4536"/>
                    <a:pt x="758" y="4536"/>
                  </a:cubicBezTo>
                  <a:cubicBezTo>
                    <a:pt x="758" y="4536"/>
                    <a:pt x="1598" y="3878"/>
                    <a:pt x="1780" y="2674"/>
                  </a:cubicBezTo>
                  <a:cubicBezTo>
                    <a:pt x="1966" y="1532"/>
                    <a:pt x="1428" y="145"/>
                    <a:pt x="1375" y="13"/>
                  </a:cubicBezTo>
                  <a:lnTo>
                    <a:pt x="1375"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0" name="Google Shape;1660;p33"/>
            <p:cNvSpPr/>
            <p:nvPr/>
          </p:nvSpPr>
          <p:spPr>
            <a:xfrm>
              <a:off x="7527291" y="2294113"/>
              <a:ext cx="114561" cy="266597"/>
            </a:xfrm>
            <a:custGeom>
              <a:rect b="b" l="l" r="r" t="t"/>
              <a:pathLst>
                <a:path extrusionOk="0" h="3998" w="1718">
                  <a:moveTo>
                    <a:pt x="1192" y="0"/>
                  </a:moveTo>
                  <a:cubicBezTo>
                    <a:pt x="1192" y="0"/>
                    <a:pt x="315" y="1073"/>
                    <a:pt x="145" y="2136"/>
                  </a:cubicBezTo>
                  <a:cubicBezTo>
                    <a:pt x="0" y="3092"/>
                    <a:pt x="538" y="3853"/>
                    <a:pt x="642" y="3982"/>
                  </a:cubicBezTo>
                  <a:lnTo>
                    <a:pt x="655" y="3998"/>
                  </a:lnTo>
                  <a:cubicBezTo>
                    <a:pt x="655" y="3998"/>
                    <a:pt x="1387" y="3407"/>
                    <a:pt x="1560" y="2347"/>
                  </a:cubicBezTo>
                  <a:cubicBezTo>
                    <a:pt x="1718" y="1337"/>
                    <a:pt x="1246" y="117"/>
                    <a:pt x="120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1" name="Google Shape;1661;p33"/>
            <p:cNvSpPr/>
            <p:nvPr/>
          </p:nvSpPr>
          <p:spPr>
            <a:xfrm>
              <a:off x="7548229" y="2359530"/>
              <a:ext cx="69083" cy="182777"/>
            </a:xfrm>
            <a:custGeom>
              <a:rect b="b" l="l" r="r" t="t"/>
              <a:pathLst>
                <a:path extrusionOk="0" h="2741" w="1036">
                  <a:moveTo>
                    <a:pt x="746" y="1"/>
                  </a:moveTo>
                  <a:cubicBezTo>
                    <a:pt x="746" y="1"/>
                    <a:pt x="208" y="749"/>
                    <a:pt x="105" y="1482"/>
                  </a:cubicBezTo>
                  <a:cubicBezTo>
                    <a:pt x="1" y="2136"/>
                    <a:pt x="303" y="2636"/>
                    <a:pt x="366" y="2727"/>
                  </a:cubicBezTo>
                  <a:lnTo>
                    <a:pt x="366" y="2740"/>
                  </a:lnTo>
                  <a:cubicBezTo>
                    <a:pt x="366" y="2740"/>
                    <a:pt x="812" y="2334"/>
                    <a:pt x="916" y="1601"/>
                  </a:cubicBezTo>
                  <a:cubicBezTo>
                    <a:pt x="1036" y="906"/>
                    <a:pt x="775" y="79"/>
                    <a:pt x="74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2" name="Google Shape;1662;p33"/>
            <p:cNvSpPr/>
            <p:nvPr/>
          </p:nvSpPr>
          <p:spPr>
            <a:xfrm>
              <a:off x="7295699" y="2429614"/>
              <a:ext cx="274398" cy="144368"/>
            </a:xfrm>
            <a:custGeom>
              <a:rect b="b" l="l" r="r" t="t"/>
              <a:pathLst>
                <a:path extrusionOk="0" h="2165" w="4115">
                  <a:moveTo>
                    <a:pt x="379" y="1"/>
                  </a:moveTo>
                  <a:cubicBezTo>
                    <a:pt x="178" y="1"/>
                    <a:pt x="40" y="9"/>
                    <a:pt x="1" y="13"/>
                  </a:cubicBezTo>
                  <a:cubicBezTo>
                    <a:pt x="1" y="13"/>
                    <a:pt x="838" y="1349"/>
                    <a:pt x="1926" y="1900"/>
                  </a:cubicBezTo>
                  <a:cubicBezTo>
                    <a:pt x="2337" y="2102"/>
                    <a:pt x="2749" y="2165"/>
                    <a:pt x="3104" y="2165"/>
                  </a:cubicBezTo>
                  <a:cubicBezTo>
                    <a:pt x="3599" y="2165"/>
                    <a:pt x="3982" y="2042"/>
                    <a:pt x="4090" y="2004"/>
                  </a:cubicBezTo>
                  <a:lnTo>
                    <a:pt x="4115" y="1991"/>
                  </a:lnTo>
                  <a:cubicBezTo>
                    <a:pt x="4115" y="1991"/>
                    <a:pt x="3747" y="981"/>
                    <a:pt x="2659" y="431"/>
                  </a:cubicBezTo>
                  <a:cubicBezTo>
                    <a:pt x="1906" y="60"/>
                    <a:pt x="917" y="1"/>
                    <a:pt x="379"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3" name="Google Shape;1663;p33"/>
            <p:cNvSpPr/>
            <p:nvPr/>
          </p:nvSpPr>
          <p:spPr>
            <a:xfrm>
              <a:off x="7327173" y="2445485"/>
              <a:ext cx="242924" cy="127364"/>
            </a:xfrm>
            <a:custGeom>
              <a:rect b="b" l="l" r="r" t="t"/>
              <a:pathLst>
                <a:path extrusionOk="0" h="1910" w="3643">
                  <a:moveTo>
                    <a:pt x="330" y="0"/>
                  </a:moveTo>
                  <a:cubicBezTo>
                    <a:pt x="160" y="0"/>
                    <a:pt x="44" y="7"/>
                    <a:pt x="13" y="11"/>
                  </a:cubicBezTo>
                  <a:lnTo>
                    <a:pt x="1" y="11"/>
                  </a:lnTo>
                  <a:cubicBezTo>
                    <a:pt x="1" y="11"/>
                    <a:pt x="759" y="1190"/>
                    <a:pt x="1715" y="1662"/>
                  </a:cubicBezTo>
                  <a:cubicBezTo>
                    <a:pt x="2084" y="1851"/>
                    <a:pt x="2456" y="1910"/>
                    <a:pt x="2773" y="1910"/>
                  </a:cubicBezTo>
                  <a:cubicBezTo>
                    <a:pt x="3199" y="1910"/>
                    <a:pt x="3528" y="1803"/>
                    <a:pt x="3618" y="1766"/>
                  </a:cubicBezTo>
                  <a:lnTo>
                    <a:pt x="3643" y="1766"/>
                  </a:lnTo>
                  <a:cubicBezTo>
                    <a:pt x="3643" y="1766"/>
                    <a:pt x="3316" y="875"/>
                    <a:pt x="2344" y="391"/>
                  </a:cubicBezTo>
                  <a:cubicBezTo>
                    <a:pt x="1682" y="54"/>
                    <a:pt x="799" y="0"/>
                    <a:pt x="33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4" name="Google Shape;1664;p33"/>
            <p:cNvSpPr/>
            <p:nvPr/>
          </p:nvSpPr>
          <p:spPr>
            <a:xfrm>
              <a:off x="7386522" y="2474892"/>
              <a:ext cx="166173" cy="84687"/>
            </a:xfrm>
            <a:custGeom>
              <a:rect b="b" l="l" r="r" t="t"/>
              <a:pathLst>
                <a:path extrusionOk="0" h="1270" w="2492">
                  <a:moveTo>
                    <a:pt x="1" y="0"/>
                  </a:moveTo>
                  <a:cubicBezTo>
                    <a:pt x="1" y="0"/>
                    <a:pt x="551" y="749"/>
                    <a:pt x="1205" y="1076"/>
                  </a:cubicBezTo>
                  <a:cubicBezTo>
                    <a:pt x="1507" y="1227"/>
                    <a:pt x="1799" y="1270"/>
                    <a:pt x="2028" y="1270"/>
                  </a:cubicBezTo>
                  <a:cubicBezTo>
                    <a:pt x="2258" y="1270"/>
                    <a:pt x="2424" y="1227"/>
                    <a:pt x="2476" y="1208"/>
                  </a:cubicBezTo>
                  <a:lnTo>
                    <a:pt x="2492" y="1208"/>
                  </a:lnTo>
                  <a:cubicBezTo>
                    <a:pt x="2492" y="1208"/>
                    <a:pt x="2240" y="658"/>
                    <a:pt x="1586" y="328"/>
                  </a:cubicBezTo>
                  <a:cubicBezTo>
                    <a:pt x="957" y="13"/>
                    <a:pt x="92" y="0"/>
                    <a:pt x="1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65" name="Google Shape;1665;p33"/>
          <p:cNvGrpSpPr/>
          <p:nvPr/>
        </p:nvGrpSpPr>
        <p:grpSpPr>
          <a:xfrm>
            <a:off x="-381333" y="1437447"/>
            <a:ext cx="2188789" cy="2423553"/>
            <a:chOff x="1180196" y="1611644"/>
            <a:chExt cx="1265489" cy="1401221"/>
          </a:xfrm>
        </p:grpSpPr>
        <p:sp>
          <p:nvSpPr>
            <p:cNvPr id="1666" name="Google Shape;1666;p33"/>
            <p:cNvSpPr/>
            <p:nvPr/>
          </p:nvSpPr>
          <p:spPr>
            <a:xfrm>
              <a:off x="1368110" y="1764685"/>
              <a:ext cx="719237" cy="825996"/>
            </a:xfrm>
            <a:custGeom>
              <a:rect b="b" l="l" r="r" t="t"/>
              <a:pathLst>
                <a:path extrusionOk="0" h="12387" w="10786">
                  <a:moveTo>
                    <a:pt x="394" y="7275"/>
                  </a:moveTo>
                  <a:cubicBezTo>
                    <a:pt x="236" y="7392"/>
                    <a:pt x="133" y="7549"/>
                    <a:pt x="79" y="7719"/>
                  </a:cubicBezTo>
                  <a:cubicBezTo>
                    <a:pt x="1" y="7942"/>
                    <a:pt x="38" y="8178"/>
                    <a:pt x="183" y="8364"/>
                  </a:cubicBezTo>
                  <a:lnTo>
                    <a:pt x="497" y="8757"/>
                  </a:lnTo>
                  <a:lnTo>
                    <a:pt x="604" y="8873"/>
                  </a:lnTo>
                  <a:cubicBezTo>
                    <a:pt x="762" y="9071"/>
                    <a:pt x="1035" y="9134"/>
                    <a:pt x="1312" y="9084"/>
                  </a:cubicBezTo>
                  <a:cubicBezTo>
                    <a:pt x="1454" y="9043"/>
                    <a:pt x="1586" y="8977"/>
                    <a:pt x="1718" y="8886"/>
                  </a:cubicBezTo>
                  <a:lnTo>
                    <a:pt x="4549" y="6580"/>
                  </a:lnTo>
                  <a:lnTo>
                    <a:pt x="2347" y="10892"/>
                  </a:lnTo>
                  <a:cubicBezTo>
                    <a:pt x="2256" y="11062"/>
                    <a:pt x="2215" y="11245"/>
                    <a:pt x="2240" y="11414"/>
                  </a:cubicBezTo>
                  <a:cubicBezTo>
                    <a:pt x="2268" y="11650"/>
                    <a:pt x="2385" y="11861"/>
                    <a:pt x="2583" y="11965"/>
                  </a:cubicBezTo>
                  <a:lnTo>
                    <a:pt x="3042" y="12201"/>
                  </a:lnTo>
                  <a:lnTo>
                    <a:pt x="3183" y="12267"/>
                  </a:lnTo>
                  <a:cubicBezTo>
                    <a:pt x="3407" y="12386"/>
                    <a:pt x="3684" y="12345"/>
                    <a:pt x="3907" y="12176"/>
                  </a:cubicBezTo>
                  <a:cubicBezTo>
                    <a:pt x="4036" y="12097"/>
                    <a:pt x="4127" y="11981"/>
                    <a:pt x="4206" y="11836"/>
                  </a:cubicBezTo>
                  <a:lnTo>
                    <a:pt x="8584" y="3316"/>
                  </a:lnTo>
                  <a:lnTo>
                    <a:pt x="10326" y="1900"/>
                  </a:lnTo>
                  <a:cubicBezTo>
                    <a:pt x="10694" y="1601"/>
                    <a:pt x="10785" y="1114"/>
                    <a:pt x="10537" y="815"/>
                  </a:cubicBezTo>
                  <a:lnTo>
                    <a:pt x="10446" y="696"/>
                  </a:lnTo>
                  <a:lnTo>
                    <a:pt x="10119" y="302"/>
                  </a:lnTo>
                  <a:cubicBezTo>
                    <a:pt x="9867" y="0"/>
                    <a:pt x="9370" y="0"/>
                    <a:pt x="9002" y="290"/>
                  </a:cubicBezTo>
                  <a:lnTo>
                    <a:pt x="8518" y="683"/>
                  </a:lnTo>
                  <a:lnTo>
                    <a:pt x="8414" y="630"/>
                  </a:lnTo>
                  <a:cubicBezTo>
                    <a:pt x="8059" y="447"/>
                    <a:pt x="7603" y="642"/>
                    <a:pt x="7392" y="1064"/>
                  </a:cubicBezTo>
                  <a:lnTo>
                    <a:pt x="6920" y="1979"/>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7" name="Google Shape;1667;p33"/>
            <p:cNvSpPr/>
            <p:nvPr/>
          </p:nvSpPr>
          <p:spPr>
            <a:xfrm>
              <a:off x="1924578" y="1611644"/>
              <a:ext cx="145168" cy="114627"/>
            </a:xfrm>
            <a:custGeom>
              <a:rect b="b" l="l" r="r" t="t"/>
              <a:pathLst>
                <a:path extrusionOk="0" h="1719" w="2177">
                  <a:moveTo>
                    <a:pt x="1324" y="1533"/>
                  </a:moveTo>
                  <a:cubicBezTo>
                    <a:pt x="1850" y="1350"/>
                    <a:pt x="2177" y="903"/>
                    <a:pt x="2045" y="526"/>
                  </a:cubicBezTo>
                  <a:cubicBezTo>
                    <a:pt x="1916" y="158"/>
                    <a:pt x="1378" y="1"/>
                    <a:pt x="853" y="183"/>
                  </a:cubicBezTo>
                  <a:cubicBezTo>
                    <a:pt x="327" y="353"/>
                    <a:pt x="0" y="812"/>
                    <a:pt x="145" y="1180"/>
                  </a:cubicBezTo>
                  <a:cubicBezTo>
                    <a:pt x="277" y="1561"/>
                    <a:pt x="799" y="1718"/>
                    <a:pt x="1324" y="153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8" name="Google Shape;1668;p33"/>
            <p:cNvSpPr/>
            <p:nvPr/>
          </p:nvSpPr>
          <p:spPr>
            <a:xfrm>
              <a:off x="1228279" y="2027410"/>
              <a:ext cx="144168" cy="117295"/>
            </a:xfrm>
            <a:custGeom>
              <a:rect b="b" l="l" r="r" t="t"/>
              <a:pathLst>
                <a:path extrusionOk="0" h="1759" w="2162">
                  <a:moveTo>
                    <a:pt x="1441" y="1469"/>
                  </a:moveTo>
                  <a:cubicBezTo>
                    <a:pt x="1926" y="1180"/>
                    <a:pt x="2162" y="683"/>
                    <a:pt x="1967" y="356"/>
                  </a:cubicBezTo>
                  <a:cubicBezTo>
                    <a:pt x="1768" y="29"/>
                    <a:pt x="1218" y="1"/>
                    <a:pt x="721" y="290"/>
                  </a:cubicBezTo>
                  <a:cubicBezTo>
                    <a:pt x="237" y="567"/>
                    <a:pt x="1" y="1064"/>
                    <a:pt x="196" y="1391"/>
                  </a:cubicBezTo>
                  <a:cubicBezTo>
                    <a:pt x="394" y="1718"/>
                    <a:pt x="957" y="1759"/>
                    <a:pt x="1441" y="1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9" name="Google Shape;1669;p33"/>
            <p:cNvSpPr/>
            <p:nvPr/>
          </p:nvSpPr>
          <p:spPr>
            <a:xfrm>
              <a:off x="1603107" y="1794218"/>
              <a:ext cx="152103" cy="117895"/>
            </a:xfrm>
            <a:custGeom>
              <a:rect b="b" l="l" r="r" t="t"/>
              <a:pathLst>
                <a:path extrusionOk="0" h="1768" w="2281">
                  <a:moveTo>
                    <a:pt x="1457" y="1507"/>
                  </a:moveTo>
                  <a:cubicBezTo>
                    <a:pt x="1994" y="1246"/>
                    <a:pt x="2281" y="746"/>
                    <a:pt x="2111" y="406"/>
                  </a:cubicBezTo>
                  <a:cubicBezTo>
                    <a:pt x="1941" y="66"/>
                    <a:pt x="1365" y="0"/>
                    <a:pt x="828" y="261"/>
                  </a:cubicBezTo>
                  <a:cubicBezTo>
                    <a:pt x="290" y="525"/>
                    <a:pt x="0" y="1022"/>
                    <a:pt x="173" y="1362"/>
                  </a:cubicBezTo>
                  <a:cubicBezTo>
                    <a:pt x="343" y="1705"/>
                    <a:pt x="919" y="1768"/>
                    <a:pt x="1457" y="150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0" name="Google Shape;1670;p33"/>
            <p:cNvSpPr/>
            <p:nvPr/>
          </p:nvSpPr>
          <p:spPr>
            <a:xfrm>
              <a:off x="1403857" y="1957592"/>
              <a:ext cx="94422" cy="121496"/>
            </a:xfrm>
            <a:custGeom>
              <a:rect b="b" l="l" r="r" t="t"/>
              <a:pathLst>
                <a:path extrusionOk="0" h="1822" w="1416">
                  <a:moveTo>
                    <a:pt x="592" y="1771"/>
                  </a:moveTo>
                  <a:cubicBezTo>
                    <a:pt x="931" y="1821"/>
                    <a:pt x="1274" y="1469"/>
                    <a:pt x="1337" y="997"/>
                  </a:cubicBezTo>
                  <a:cubicBezTo>
                    <a:pt x="1416" y="525"/>
                    <a:pt x="1180" y="91"/>
                    <a:pt x="828" y="41"/>
                  </a:cubicBezTo>
                  <a:cubicBezTo>
                    <a:pt x="472" y="0"/>
                    <a:pt x="132" y="340"/>
                    <a:pt x="66" y="812"/>
                  </a:cubicBezTo>
                  <a:cubicBezTo>
                    <a:pt x="0" y="1299"/>
                    <a:pt x="236" y="1718"/>
                    <a:pt x="592" y="177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1" name="Google Shape;1671;p33"/>
            <p:cNvSpPr/>
            <p:nvPr/>
          </p:nvSpPr>
          <p:spPr>
            <a:xfrm>
              <a:off x="2326723" y="1640792"/>
              <a:ext cx="118962" cy="143301"/>
            </a:xfrm>
            <a:custGeom>
              <a:rect b="b" l="l" r="r" t="t"/>
              <a:pathLst>
                <a:path extrusionOk="0" h="2149" w="1784">
                  <a:moveTo>
                    <a:pt x="236" y="787"/>
                  </a:moveTo>
                  <a:cubicBezTo>
                    <a:pt x="0" y="1284"/>
                    <a:pt x="104" y="1822"/>
                    <a:pt x="472" y="1991"/>
                  </a:cubicBezTo>
                  <a:cubicBezTo>
                    <a:pt x="840" y="2149"/>
                    <a:pt x="1324" y="1875"/>
                    <a:pt x="1548" y="1378"/>
                  </a:cubicBezTo>
                  <a:cubicBezTo>
                    <a:pt x="1784" y="878"/>
                    <a:pt x="1664" y="340"/>
                    <a:pt x="1312" y="170"/>
                  </a:cubicBezTo>
                  <a:cubicBezTo>
                    <a:pt x="944" y="1"/>
                    <a:pt x="459" y="277"/>
                    <a:pt x="236" y="78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2" name="Google Shape;1672;p33"/>
            <p:cNvSpPr/>
            <p:nvPr/>
          </p:nvSpPr>
          <p:spPr>
            <a:xfrm>
              <a:off x="1425862" y="1826492"/>
              <a:ext cx="164306" cy="148569"/>
            </a:xfrm>
            <a:custGeom>
              <a:rect b="b" l="l" r="r" t="t"/>
              <a:pathLst>
                <a:path extrusionOk="0" h="2228" w="2464">
                  <a:moveTo>
                    <a:pt x="878" y="1494"/>
                  </a:moveTo>
                  <a:cubicBezTo>
                    <a:pt x="1400" y="1913"/>
                    <a:pt x="1888" y="2227"/>
                    <a:pt x="2174" y="1875"/>
                  </a:cubicBezTo>
                  <a:cubicBezTo>
                    <a:pt x="2463" y="1520"/>
                    <a:pt x="2265" y="906"/>
                    <a:pt x="1743" y="485"/>
                  </a:cubicBezTo>
                  <a:cubicBezTo>
                    <a:pt x="1230" y="54"/>
                    <a:pt x="576" y="0"/>
                    <a:pt x="287" y="356"/>
                  </a:cubicBezTo>
                  <a:cubicBezTo>
                    <a:pt x="1" y="696"/>
                    <a:pt x="353" y="1076"/>
                    <a:pt x="878" y="149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3" name="Google Shape;1673;p33"/>
            <p:cNvSpPr/>
            <p:nvPr/>
          </p:nvSpPr>
          <p:spPr>
            <a:xfrm>
              <a:off x="1599715" y="2593958"/>
              <a:ext cx="156504" cy="124229"/>
            </a:xfrm>
            <a:custGeom>
              <a:rect b="b" l="l" r="r" t="t"/>
              <a:pathLst>
                <a:path extrusionOk="0" h="1863" w="2347">
                  <a:moveTo>
                    <a:pt x="931" y="170"/>
                  </a:moveTo>
                  <a:cubicBezTo>
                    <a:pt x="356" y="353"/>
                    <a:pt x="0" y="840"/>
                    <a:pt x="132" y="1259"/>
                  </a:cubicBezTo>
                  <a:cubicBezTo>
                    <a:pt x="277" y="1677"/>
                    <a:pt x="840" y="1863"/>
                    <a:pt x="1415" y="1690"/>
                  </a:cubicBezTo>
                  <a:cubicBezTo>
                    <a:pt x="1991" y="1507"/>
                    <a:pt x="2346" y="1023"/>
                    <a:pt x="2202" y="605"/>
                  </a:cubicBezTo>
                  <a:cubicBezTo>
                    <a:pt x="2070" y="183"/>
                    <a:pt x="1494" y="1"/>
                    <a:pt x="931" y="17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4" name="Google Shape;1674;p33"/>
            <p:cNvSpPr/>
            <p:nvPr/>
          </p:nvSpPr>
          <p:spPr>
            <a:xfrm>
              <a:off x="1456412" y="2705786"/>
              <a:ext cx="113560" cy="147702"/>
            </a:xfrm>
            <a:custGeom>
              <a:rect b="b" l="l" r="r" t="t"/>
              <a:pathLst>
                <a:path extrusionOk="0" h="2215" w="1703">
                  <a:moveTo>
                    <a:pt x="1652" y="1180"/>
                  </a:moveTo>
                  <a:cubicBezTo>
                    <a:pt x="1703" y="591"/>
                    <a:pt x="1375" y="79"/>
                    <a:pt x="945" y="41"/>
                  </a:cubicBezTo>
                  <a:cubicBezTo>
                    <a:pt x="498" y="0"/>
                    <a:pt x="105" y="447"/>
                    <a:pt x="51" y="1035"/>
                  </a:cubicBezTo>
                  <a:cubicBezTo>
                    <a:pt x="1" y="1626"/>
                    <a:pt x="315" y="2136"/>
                    <a:pt x="759" y="2177"/>
                  </a:cubicBezTo>
                  <a:cubicBezTo>
                    <a:pt x="1206" y="2214"/>
                    <a:pt x="1599" y="1771"/>
                    <a:pt x="1652" y="118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5" name="Google Shape;1675;p33"/>
            <p:cNvSpPr/>
            <p:nvPr/>
          </p:nvSpPr>
          <p:spPr>
            <a:xfrm>
              <a:off x="2095558" y="1708737"/>
              <a:ext cx="173108" cy="115427"/>
            </a:xfrm>
            <a:custGeom>
              <a:rect b="b" l="l" r="r" t="t"/>
              <a:pathLst>
                <a:path extrusionOk="0" h="1731" w="2596">
                  <a:moveTo>
                    <a:pt x="1523" y="1548"/>
                  </a:moveTo>
                  <a:cubicBezTo>
                    <a:pt x="2177" y="1375"/>
                    <a:pt x="2595" y="878"/>
                    <a:pt x="2466" y="431"/>
                  </a:cubicBezTo>
                  <a:cubicBezTo>
                    <a:pt x="2334" y="0"/>
                    <a:pt x="1825" y="79"/>
                    <a:pt x="1180" y="261"/>
                  </a:cubicBezTo>
                  <a:cubicBezTo>
                    <a:pt x="538" y="447"/>
                    <a:pt x="0" y="655"/>
                    <a:pt x="132" y="1089"/>
                  </a:cubicBezTo>
                  <a:cubicBezTo>
                    <a:pt x="252" y="1520"/>
                    <a:pt x="881" y="1730"/>
                    <a:pt x="1523" y="154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6" name="Google Shape;1676;p33"/>
            <p:cNvSpPr/>
            <p:nvPr/>
          </p:nvSpPr>
          <p:spPr>
            <a:xfrm>
              <a:off x="1680002" y="2836019"/>
              <a:ext cx="141634" cy="166973"/>
            </a:xfrm>
            <a:custGeom>
              <a:rect b="b" l="l" r="r" t="t"/>
              <a:pathLst>
                <a:path extrusionOk="0" h="2504" w="2124">
                  <a:moveTo>
                    <a:pt x="369" y="261"/>
                  </a:moveTo>
                  <a:cubicBezTo>
                    <a:pt x="1" y="513"/>
                    <a:pt x="1" y="1167"/>
                    <a:pt x="381" y="1718"/>
                  </a:cubicBezTo>
                  <a:cubicBezTo>
                    <a:pt x="762" y="2268"/>
                    <a:pt x="1378" y="2504"/>
                    <a:pt x="1759" y="2243"/>
                  </a:cubicBezTo>
                  <a:cubicBezTo>
                    <a:pt x="2124" y="1991"/>
                    <a:pt x="1888" y="1535"/>
                    <a:pt x="1510" y="985"/>
                  </a:cubicBezTo>
                  <a:cubicBezTo>
                    <a:pt x="1117" y="434"/>
                    <a:pt x="749" y="0"/>
                    <a:pt x="369" y="2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7" name="Google Shape;1677;p33"/>
            <p:cNvSpPr/>
            <p:nvPr/>
          </p:nvSpPr>
          <p:spPr>
            <a:xfrm>
              <a:off x="1416989" y="1835703"/>
              <a:ext cx="444039" cy="732107"/>
            </a:xfrm>
            <a:custGeom>
              <a:rect b="b" l="l" r="r" t="t"/>
              <a:pathLst>
                <a:path extrusionOk="0" h="10979" w="6659">
                  <a:moveTo>
                    <a:pt x="5918" y="0"/>
                  </a:moveTo>
                  <a:cubicBezTo>
                    <a:pt x="5631" y="0"/>
                    <a:pt x="5335" y="183"/>
                    <a:pt x="5177" y="496"/>
                  </a:cubicBezTo>
                  <a:lnTo>
                    <a:pt x="120" y="10324"/>
                  </a:lnTo>
                  <a:cubicBezTo>
                    <a:pt x="41" y="10494"/>
                    <a:pt x="0" y="10680"/>
                    <a:pt x="29" y="10850"/>
                  </a:cubicBezTo>
                  <a:cubicBezTo>
                    <a:pt x="143" y="10792"/>
                    <a:pt x="283" y="10762"/>
                    <a:pt x="435" y="10762"/>
                  </a:cubicBezTo>
                  <a:cubicBezTo>
                    <a:pt x="632" y="10762"/>
                    <a:pt x="849" y="10811"/>
                    <a:pt x="1063" y="10916"/>
                  </a:cubicBezTo>
                  <a:cubicBezTo>
                    <a:pt x="1089" y="10941"/>
                    <a:pt x="1129" y="10953"/>
                    <a:pt x="1167" y="10979"/>
                  </a:cubicBezTo>
                  <a:lnTo>
                    <a:pt x="6659" y="301"/>
                  </a:lnTo>
                  <a:lnTo>
                    <a:pt x="6200" y="65"/>
                  </a:lnTo>
                  <a:cubicBezTo>
                    <a:pt x="6111" y="21"/>
                    <a:pt x="6015" y="0"/>
                    <a:pt x="591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8" name="Google Shape;1678;p33"/>
            <p:cNvSpPr/>
            <p:nvPr/>
          </p:nvSpPr>
          <p:spPr>
            <a:xfrm>
              <a:off x="1494809" y="1855708"/>
              <a:ext cx="405430" cy="755113"/>
            </a:xfrm>
            <a:custGeom>
              <a:rect b="b" l="l" r="r" t="t"/>
              <a:pathLst>
                <a:path extrusionOk="0" h="11324" w="6080">
                  <a:moveTo>
                    <a:pt x="5492" y="1"/>
                  </a:moveTo>
                  <a:lnTo>
                    <a:pt x="0" y="10679"/>
                  </a:lnTo>
                  <a:cubicBezTo>
                    <a:pt x="277" y="10851"/>
                    <a:pt x="459" y="11087"/>
                    <a:pt x="525" y="11323"/>
                  </a:cubicBezTo>
                  <a:cubicBezTo>
                    <a:pt x="642" y="11229"/>
                    <a:pt x="749" y="11113"/>
                    <a:pt x="827" y="10968"/>
                  </a:cubicBezTo>
                  <a:lnTo>
                    <a:pt x="5872" y="1139"/>
                  </a:lnTo>
                  <a:cubicBezTo>
                    <a:pt x="6080" y="733"/>
                    <a:pt x="5976" y="249"/>
                    <a:pt x="5624" y="63"/>
                  </a:cubicBezTo>
                  <a:lnTo>
                    <a:pt x="5492"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9" name="Google Shape;1679;p33"/>
            <p:cNvSpPr/>
            <p:nvPr/>
          </p:nvSpPr>
          <p:spPr>
            <a:xfrm>
              <a:off x="1418856" y="2553284"/>
              <a:ext cx="111026" cy="67283"/>
            </a:xfrm>
            <a:custGeom>
              <a:rect b="b" l="l" r="r" t="t"/>
              <a:pathLst>
                <a:path extrusionOk="0" h="1009" w="1665">
                  <a:moveTo>
                    <a:pt x="407" y="1"/>
                  </a:moveTo>
                  <a:cubicBezTo>
                    <a:pt x="255" y="1"/>
                    <a:pt x="115" y="31"/>
                    <a:pt x="1" y="89"/>
                  </a:cubicBezTo>
                  <a:cubicBezTo>
                    <a:pt x="13" y="337"/>
                    <a:pt x="142" y="532"/>
                    <a:pt x="340" y="639"/>
                  </a:cubicBezTo>
                  <a:lnTo>
                    <a:pt x="800" y="875"/>
                  </a:lnTo>
                  <a:lnTo>
                    <a:pt x="944" y="941"/>
                  </a:lnTo>
                  <a:cubicBezTo>
                    <a:pt x="1031" y="987"/>
                    <a:pt x="1127" y="1009"/>
                    <a:pt x="1225" y="1009"/>
                  </a:cubicBezTo>
                  <a:cubicBezTo>
                    <a:pt x="1375" y="1009"/>
                    <a:pt x="1529" y="957"/>
                    <a:pt x="1664" y="862"/>
                  </a:cubicBezTo>
                  <a:cubicBezTo>
                    <a:pt x="1598" y="626"/>
                    <a:pt x="1416" y="390"/>
                    <a:pt x="1139" y="218"/>
                  </a:cubicBezTo>
                  <a:cubicBezTo>
                    <a:pt x="1101" y="192"/>
                    <a:pt x="1061" y="180"/>
                    <a:pt x="1035" y="155"/>
                  </a:cubicBezTo>
                  <a:cubicBezTo>
                    <a:pt x="821" y="50"/>
                    <a:pt x="604" y="1"/>
                    <a:pt x="407"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0" name="Google Shape;1680;p33"/>
            <p:cNvSpPr/>
            <p:nvPr/>
          </p:nvSpPr>
          <p:spPr>
            <a:xfrm>
              <a:off x="1274553" y="1803295"/>
              <a:ext cx="690497" cy="546997"/>
            </a:xfrm>
            <a:custGeom>
              <a:rect b="b" l="l" r="r" t="t"/>
              <a:pathLst>
                <a:path extrusionOk="0" h="8203" w="10355">
                  <a:moveTo>
                    <a:pt x="9516" y="1"/>
                  </a:moveTo>
                  <a:cubicBezTo>
                    <a:pt x="9315" y="1"/>
                    <a:pt x="9101" y="73"/>
                    <a:pt x="8927" y="220"/>
                  </a:cubicBezTo>
                  <a:lnTo>
                    <a:pt x="303" y="7193"/>
                  </a:lnTo>
                  <a:cubicBezTo>
                    <a:pt x="158" y="7325"/>
                    <a:pt x="54" y="7483"/>
                    <a:pt x="1" y="7640"/>
                  </a:cubicBezTo>
                  <a:cubicBezTo>
                    <a:pt x="22" y="7638"/>
                    <a:pt x="44" y="7637"/>
                    <a:pt x="66" y="7637"/>
                  </a:cubicBezTo>
                  <a:cubicBezTo>
                    <a:pt x="352" y="7637"/>
                    <a:pt x="674" y="7808"/>
                    <a:pt x="919" y="8112"/>
                  </a:cubicBezTo>
                  <a:cubicBezTo>
                    <a:pt x="957" y="8137"/>
                    <a:pt x="969" y="8178"/>
                    <a:pt x="998" y="8203"/>
                  </a:cubicBezTo>
                  <a:lnTo>
                    <a:pt x="10355" y="629"/>
                  </a:lnTo>
                  <a:lnTo>
                    <a:pt x="10040" y="220"/>
                  </a:lnTo>
                  <a:cubicBezTo>
                    <a:pt x="9915" y="76"/>
                    <a:pt x="9722" y="1"/>
                    <a:pt x="951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1" name="Google Shape;1681;p33"/>
            <p:cNvSpPr/>
            <p:nvPr/>
          </p:nvSpPr>
          <p:spPr>
            <a:xfrm>
              <a:off x="1341036" y="1845239"/>
              <a:ext cx="647554" cy="558333"/>
            </a:xfrm>
            <a:custGeom>
              <a:rect b="b" l="l" r="r" t="t"/>
              <a:pathLst>
                <a:path extrusionOk="0" h="8373" w="9711">
                  <a:moveTo>
                    <a:pt x="9358" y="0"/>
                  </a:moveTo>
                  <a:lnTo>
                    <a:pt x="1" y="7574"/>
                  </a:lnTo>
                  <a:cubicBezTo>
                    <a:pt x="183" y="7835"/>
                    <a:pt x="262" y="8137"/>
                    <a:pt x="224" y="8373"/>
                  </a:cubicBezTo>
                  <a:cubicBezTo>
                    <a:pt x="366" y="8348"/>
                    <a:pt x="510" y="8282"/>
                    <a:pt x="642" y="8178"/>
                  </a:cubicBezTo>
                  <a:lnTo>
                    <a:pt x="9251" y="1192"/>
                  </a:lnTo>
                  <a:cubicBezTo>
                    <a:pt x="9619" y="903"/>
                    <a:pt x="9710" y="419"/>
                    <a:pt x="9462" y="117"/>
                  </a:cubicBezTo>
                  <a:lnTo>
                    <a:pt x="9358"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2" name="Google Shape;1682;p33"/>
            <p:cNvSpPr/>
            <p:nvPr/>
          </p:nvSpPr>
          <p:spPr>
            <a:xfrm>
              <a:off x="1269352" y="2312490"/>
              <a:ext cx="89155" cy="92622"/>
            </a:xfrm>
            <a:custGeom>
              <a:rect b="b" l="l" r="r" t="t"/>
              <a:pathLst>
                <a:path extrusionOk="0" h="1389" w="1337">
                  <a:moveTo>
                    <a:pt x="144" y="1"/>
                  </a:moveTo>
                  <a:cubicBezTo>
                    <a:pt x="122" y="1"/>
                    <a:pt x="100" y="2"/>
                    <a:pt x="79" y="4"/>
                  </a:cubicBezTo>
                  <a:cubicBezTo>
                    <a:pt x="0" y="227"/>
                    <a:pt x="25" y="476"/>
                    <a:pt x="170" y="646"/>
                  </a:cubicBezTo>
                  <a:lnTo>
                    <a:pt x="497" y="1039"/>
                  </a:lnTo>
                  <a:lnTo>
                    <a:pt x="604" y="1155"/>
                  </a:lnTo>
                  <a:cubicBezTo>
                    <a:pt x="725" y="1307"/>
                    <a:pt x="914" y="1389"/>
                    <a:pt x="1114" y="1389"/>
                  </a:cubicBezTo>
                  <a:cubicBezTo>
                    <a:pt x="1175" y="1389"/>
                    <a:pt x="1238" y="1381"/>
                    <a:pt x="1299" y="1366"/>
                  </a:cubicBezTo>
                  <a:cubicBezTo>
                    <a:pt x="1337" y="1130"/>
                    <a:pt x="1258" y="828"/>
                    <a:pt x="1076" y="567"/>
                  </a:cubicBezTo>
                  <a:cubicBezTo>
                    <a:pt x="1047" y="542"/>
                    <a:pt x="1035" y="501"/>
                    <a:pt x="997" y="476"/>
                  </a:cubicBezTo>
                  <a:cubicBezTo>
                    <a:pt x="752" y="172"/>
                    <a:pt x="430" y="1"/>
                    <a:pt x="144"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3" name="Google Shape;1683;p33"/>
            <p:cNvSpPr/>
            <p:nvPr/>
          </p:nvSpPr>
          <p:spPr>
            <a:xfrm>
              <a:off x="1900178" y="1640787"/>
              <a:ext cx="145234" cy="100290"/>
            </a:xfrm>
            <a:custGeom>
              <a:rect b="b" l="l" r="r" t="t"/>
              <a:pathLst>
                <a:path extrusionOk="0" h="1504" w="2178">
                  <a:moveTo>
                    <a:pt x="1293" y="0"/>
                  </a:moveTo>
                  <a:cubicBezTo>
                    <a:pt x="1152" y="0"/>
                    <a:pt x="1003" y="25"/>
                    <a:pt x="853" y="78"/>
                  </a:cubicBezTo>
                  <a:cubicBezTo>
                    <a:pt x="331" y="261"/>
                    <a:pt x="1" y="707"/>
                    <a:pt x="133" y="1085"/>
                  </a:cubicBezTo>
                  <a:cubicBezTo>
                    <a:pt x="228" y="1348"/>
                    <a:pt x="530" y="1504"/>
                    <a:pt x="886" y="1504"/>
                  </a:cubicBezTo>
                  <a:cubicBezTo>
                    <a:pt x="1027" y="1504"/>
                    <a:pt x="1177" y="1479"/>
                    <a:pt x="1325" y="1428"/>
                  </a:cubicBezTo>
                  <a:cubicBezTo>
                    <a:pt x="1850" y="1258"/>
                    <a:pt x="2177" y="799"/>
                    <a:pt x="2045" y="431"/>
                  </a:cubicBezTo>
                  <a:cubicBezTo>
                    <a:pt x="1944" y="158"/>
                    <a:pt x="1647" y="0"/>
                    <a:pt x="12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4" name="Google Shape;1684;p33"/>
            <p:cNvSpPr/>
            <p:nvPr/>
          </p:nvSpPr>
          <p:spPr>
            <a:xfrm>
              <a:off x="1180196" y="2067295"/>
              <a:ext cx="144368" cy="105092"/>
            </a:xfrm>
            <a:custGeom>
              <a:rect b="b" l="l" r="r" t="t"/>
              <a:pathLst>
                <a:path extrusionOk="0" h="1576" w="2165">
                  <a:moveTo>
                    <a:pt x="1387" y="0"/>
                  </a:moveTo>
                  <a:cubicBezTo>
                    <a:pt x="1176" y="0"/>
                    <a:pt x="940" y="63"/>
                    <a:pt x="721" y="193"/>
                  </a:cubicBezTo>
                  <a:cubicBezTo>
                    <a:pt x="236" y="482"/>
                    <a:pt x="0" y="979"/>
                    <a:pt x="199" y="1309"/>
                  </a:cubicBezTo>
                  <a:cubicBezTo>
                    <a:pt x="304" y="1487"/>
                    <a:pt x="519" y="1576"/>
                    <a:pt x="770" y="1576"/>
                  </a:cubicBezTo>
                  <a:cubicBezTo>
                    <a:pt x="982" y="1576"/>
                    <a:pt x="1220" y="1513"/>
                    <a:pt x="1441" y="1388"/>
                  </a:cubicBezTo>
                  <a:cubicBezTo>
                    <a:pt x="1928" y="1099"/>
                    <a:pt x="2164" y="602"/>
                    <a:pt x="1966" y="272"/>
                  </a:cubicBezTo>
                  <a:cubicBezTo>
                    <a:pt x="1859" y="92"/>
                    <a:pt x="1642" y="0"/>
                    <a:pt x="138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5" name="Google Shape;1685;p33"/>
            <p:cNvSpPr/>
            <p:nvPr/>
          </p:nvSpPr>
          <p:spPr>
            <a:xfrm>
              <a:off x="1202868" y="2090634"/>
              <a:ext cx="94422" cy="61281"/>
            </a:xfrm>
            <a:custGeom>
              <a:rect b="b" l="l" r="r" t="t"/>
              <a:pathLst>
                <a:path extrusionOk="0" h="919" w="1416">
                  <a:moveTo>
                    <a:pt x="0" y="881"/>
                  </a:moveTo>
                  <a:cubicBezTo>
                    <a:pt x="0" y="865"/>
                    <a:pt x="41" y="865"/>
                    <a:pt x="107" y="852"/>
                  </a:cubicBezTo>
                  <a:cubicBezTo>
                    <a:pt x="173" y="852"/>
                    <a:pt x="264" y="827"/>
                    <a:pt x="355" y="786"/>
                  </a:cubicBezTo>
                  <a:cubicBezTo>
                    <a:pt x="447" y="736"/>
                    <a:pt x="538" y="670"/>
                    <a:pt x="604" y="591"/>
                  </a:cubicBezTo>
                  <a:cubicBezTo>
                    <a:pt x="670" y="513"/>
                    <a:pt x="708" y="409"/>
                    <a:pt x="761" y="330"/>
                  </a:cubicBezTo>
                  <a:cubicBezTo>
                    <a:pt x="815" y="236"/>
                    <a:pt x="881" y="145"/>
                    <a:pt x="972" y="79"/>
                  </a:cubicBezTo>
                  <a:cubicBezTo>
                    <a:pt x="1022" y="54"/>
                    <a:pt x="1063" y="28"/>
                    <a:pt x="1117" y="16"/>
                  </a:cubicBezTo>
                  <a:cubicBezTo>
                    <a:pt x="1167" y="0"/>
                    <a:pt x="1208" y="0"/>
                    <a:pt x="1246" y="16"/>
                  </a:cubicBezTo>
                  <a:cubicBezTo>
                    <a:pt x="1324" y="28"/>
                    <a:pt x="1378" y="66"/>
                    <a:pt x="1403" y="107"/>
                  </a:cubicBezTo>
                  <a:cubicBezTo>
                    <a:pt x="1415" y="145"/>
                    <a:pt x="1415" y="173"/>
                    <a:pt x="1403" y="173"/>
                  </a:cubicBezTo>
                  <a:cubicBezTo>
                    <a:pt x="1378" y="186"/>
                    <a:pt x="1337" y="132"/>
                    <a:pt x="1233" y="132"/>
                  </a:cubicBezTo>
                  <a:cubicBezTo>
                    <a:pt x="1180" y="132"/>
                    <a:pt x="1129" y="157"/>
                    <a:pt x="1063" y="198"/>
                  </a:cubicBezTo>
                  <a:cubicBezTo>
                    <a:pt x="1010" y="252"/>
                    <a:pt x="959" y="315"/>
                    <a:pt x="906" y="393"/>
                  </a:cubicBezTo>
                  <a:cubicBezTo>
                    <a:pt x="865" y="472"/>
                    <a:pt x="802" y="579"/>
                    <a:pt x="708" y="683"/>
                  </a:cubicBezTo>
                  <a:cubicBezTo>
                    <a:pt x="617" y="774"/>
                    <a:pt x="500" y="840"/>
                    <a:pt x="393" y="881"/>
                  </a:cubicBezTo>
                  <a:cubicBezTo>
                    <a:pt x="277" y="919"/>
                    <a:pt x="173" y="919"/>
                    <a:pt x="107" y="906"/>
                  </a:cubicBezTo>
                  <a:cubicBezTo>
                    <a:pt x="41" y="906"/>
                    <a:pt x="0" y="881"/>
                    <a:pt x="0" y="88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6" name="Google Shape;1686;p33"/>
            <p:cNvSpPr/>
            <p:nvPr/>
          </p:nvSpPr>
          <p:spPr>
            <a:xfrm>
              <a:off x="1554157" y="1834369"/>
              <a:ext cx="153170" cy="104558"/>
            </a:xfrm>
            <a:custGeom>
              <a:rect b="b" l="l" r="r" t="t"/>
              <a:pathLst>
                <a:path extrusionOk="0" h="1568" w="2297">
                  <a:moveTo>
                    <a:pt x="1497" y="1"/>
                  </a:moveTo>
                  <a:cubicBezTo>
                    <a:pt x="1293" y="1"/>
                    <a:pt x="1063" y="54"/>
                    <a:pt x="840" y="163"/>
                  </a:cubicBezTo>
                  <a:cubicBezTo>
                    <a:pt x="302" y="437"/>
                    <a:pt x="0" y="921"/>
                    <a:pt x="186" y="1264"/>
                  </a:cubicBezTo>
                  <a:cubicBezTo>
                    <a:pt x="285" y="1463"/>
                    <a:pt x="524" y="1568"/>
                    <a:pt x="810" y="1568"/>
                  </a:cubicBezTo>
                  <a:cubicBezTo>
                    <a:pt x="1012" y="1568"/>
                    <a:pt x="1239" y="1515"/>
                    <a:pt x="1457" y="1406"/>
                  </a:cubicBezTo>
                  <a:cubicBezTo>
                    <a:pt x="1994" y="1145"/>
                    <a:pt x="2296" y="648"/>
                    <a:pt x="2123" y="305"/>
                  </a:cubicBezTo>
                  <a:cubicBezTo>
                    <a:pt x="2024" y="106"/>
                    <a:pt x="1786" y="1"/>
                    <a:pt x="149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7" name="Google Shape;1687;p33"/>
            <p:cNvSpPr/>
            <p:nvPr/>
          </p:nvSpPr>
          <p:spPr>
            <a:xfrm>
              <a:off x="1575096" y="1859042"/>
              <a:ext cx="111226" cy="67416"/>
            </a:xfrm>
            <a:custGeom>
              <a:rect b="b" l="l" r="r" t="t"/>
              <a:pathLst>
                <a:path extrusionOk="0" h="1011" w="1668">
                  <a:moveTo>
                    <a:pt x="1652" y="1"/>
                  </a:moveTo>
                  <a:cubicBezTo>
                    <a:pt x="1652" y="1"/>
                    <a:pt x="1668" y="54"/>
                    <a:pt x="1640" y="133"/>
                  </a:cubicBezTo>
                  <a:cubicBezTo>
                    <a:pt x="1614" y="212"/>
                    <a:pt x="1548" y="328"/>
                    <a:pt x="1457" y="422"/>
                  </a:cubicBezTo>
                  <a:cubicBezTo>
                    <a:pt x="1404" y="473"/>
                    <a:pt x="1338" y="514"/>
                    <a:pt x="1275" y="551"/>
                  </a:cubicBezTo>
                  <a:cubicBezTo>
                    <a:pt x="1234" y="564"/>
                    <a:pt x="1196" y="580"/>
                    <a:pt x="1143" y="580"/>
                  </a:cubicBezTo>
                  <a:cubicBezTo>
                    <a:pt x="1089" y="580"/>
                    <a:pt x="1051" y="564"/>
                    <a:pt x="1010" y="551"/>
                  </a:cubicBezTo>
                  <a:cubicBezTo>
                    <a:pt x="973" y="539"/>
                    <a:pt x="944" y="539"/>
                    <a:pt x="919" y="526"/>
                  </a:cubicBezTo>
                  <a:cubicBezTo>
                    <a:pt x="882" y="526"/>
                    <a:pt x="853" y="514"/>
                    <a:pt x="828" y="514"/>
                  </a:cubicBezTo>
                  <a:cubicBezTo>
                    <a:pt x="762" y="514"/>
                    <a:pt x="709" y="514"/>
                    <a:pt x="658" y="526"/>
                  </a:cubicBezTo>
                  <a:cubicBezTo>
                    <a:pt x="435" y="551"/>
                    <a:pt x="278" y="683"/>
                    <a:pt x="186" y="800"/>
                  </a:cubicBezTo>
                  <a:cubicBezTo>
                    <a:pt x="95" y="919"/>
                    <a:pt x="54" y="1010"/>
                    <a:pt x="29" y="998"/>
                  </a:cubicBezTo>
                  <a:cubicBezTo>
                    <a:pt x="17" y="998"/>
                    <a:pt x="1" y="973"/>
                    <a:pt x="1" y="919"/>
                  </a:cubicBezTo>
                  <a:cubicBezTo>
                    <a:pt x="17" y="878"/>
                    <a:pt x="29" y="815"/>
                    <a:pt x="67" y="737"/>
                  </a:cubicBezTo>
                  <a:cubicBezTo>
                    <a:pt x="108" y="658"/>
                    <a:pt x="174" y="564"/>
                    <a:pt x="265" y="501"/>
                  </a:cubicBezTo>
                  <a:cubicBezTo>
                    <a:pt x="356" y="422"/>
                    <a:pt x="488" y="369"/>
                    <a:pt x="617" y="344"/>
                  </a:cubicBezTo>
                  <a:cubicBezTo>
                    <a:pt x="683" y="328"/>
                    <a:pt x="762" y="328"/>
                    <a:pt x="841" y="344"/>
                  </a:cubicBezTo>
                  <a:cubicBezTo>
                    <a:pt x="882" y="344"/>
                    <a:pt x="919" y="356"/>
                    <a:pt x="960" y="369"/>
                  </a:cubicBezTo>
                  <a:cubicBezTo>
                    <a:pt x="998" y="369"/>
                    <a:pt x="1039" y="394"/>
                    <a:pt x="1064" y="407"/>
                  </a:cubicBezTo>
                  <a:cubicBezTo>
                    <a:pt x="1089" y="422"/>
                    <a:pt x="1117" y="422"/>
                    <a:pt x="1143" y="422"/>
                  </a:cubicBezTo>
                  <a:cubicBezTo>
                    <a:pt x="1155" y="435"/>
                    <a:pt x="1180" y="422"/>
                    <a:pt x="1209" y="422"/>
                  </a:cubicBezTo>
                  <a:cubicBezTo>
                    <a:pt x="1275" y="394"/>
                    <a:pt x="1325" y="369"/>
                    <a:pt x="1378" y="328"/>
                  </a:cubicBezTo>
                  <a:cubicBezTo>
                    <a:pt x="1470" y="265"/>
                    <a:pt x="1536" y="186"/>
                    <a:pt x="1573" y="120"/>
                  </a:cubicBezTo>
                  <a:cubicBezTo>
                    <a:pt x="1627" y="42"/>
                    <a:pt x="1640" y="1"/>
                    <a:pt x="1652"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8" name="Google Shape;1688;p33"/>
            <p:cNvSpPr/>
            <p:nvPr/>
          </p:nvSpPr>
          <p:spPr>
            <a:xfrm>
              <a:off x="1355973" y="1994210"/>
              <a:ext cx="93356" cy="115294"/>
            </a:xfrm>
            <a:custGeom>
              <a:rect b="b" l="l" r="r" t="t"/>
              <a:pathLst>
                <a:path extrusionOk="0" h="1729" w="1400">
                  <a:moveTo>
                    <a:pt x="751" y="0"/>
                  </a:moveTo>
                  <a:cubicBezTo>
                    <a:pt x="426" y="0"/>
                    <a:pt x="124" y="328"/>
                    <a:pt x="63" y="779"/>
                  </a:cubicBezTo>
                  <a:cubicBezTo>
                    <a:pt x="0" y="1251"/>
                    <a:pt x="220" y="1682"/>
                    <a:pt x="576" y="1723"/>
                  </a:cubicBezTo>
                  <a:cubicBezTo>
                    <a:pt x="600" y="1727"/>
                    <a:pt x="624" y="1728"/>
                    <a:pt x="648" y="1728"/>
                  </a:cubicBezTo>
                  <a:cubicBezTo>
                    <a:pt x="974" y="1728"/>
                    <a:pt x="1275" y="1400"/>
                    <a:pt x="1337" y="949"/>
                  </a:cubicBezTo>
                  <a:cubicBezTo>
                    <a:pt x="1400" y="477"/>
                    <a:pt x="1180" y="59"/>
                    <a:pt x="824" y="6"/>
                  </a:cubicBezTo>
                  <a:cubicBezTo>
                    <a:pt x="800" y="2"/>
                    <a:pt x="776" y="0"/>
                    <a:pt x="75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9" name="Google Shape;1689;p33"/>
            <p:cNvSpPr/>
            <p:nvPr/>
          </p:nvSpPr>
          <p:spPr>
            <a:xfrm>
              <a:off x="1386381" y="2003345"/>
              <a:ext cx="33408" cy="97823"/>
            </a:xfrm>
            <a:custGeom>
              <a:rect b="b" l="l" r="r" t="t"/>
              <a:pathLst>
                <a:path extrusionOk="0" h="1467" w="501">
                  <a:moveTo>
                    <a:pt x="95" y="1454"/>
                  </a:moveTo>
                  <a:cubicBezTo>
                    <a:pt x="79" y="1441"/>
                    <a:pt x="107" y="1416"/>
                    <a:pt x="145" y="1375"/>
                  </a:cubicBezTo>
                  <a:cubicBezTo>
                    <a:pt x="198" y="1325"/>
                    <a:pt x="252" y="1259"/>
                    <a:pt x="290" y="1180"/>
                  </a:cubicBezTo>
                  <a:cubicBezTo>
                    <a:pt x="330" y="1102"/>
                    <a:pt x="330" y="995"/>
                    <a:pt x="302" y="916"/>
                  </a:cubicBezTo>
                  <a:cubicBezTo>
                    <a:pt x="290" y="878"/>
                    <a:pt x="264" y="853"/>
                    <a:pt x="223" y="812"/>
                  </a:cubicBezTo>
                  <a:cubicBezTo>
                    <a:pt x="186" y="774"/>
                    <a:pt x="145" y="721"/>
                    <a:pt x="120" y="680"/>
                  </a:cubicBezTo>
                  <a:cubicBezTo>
                    <a:pt x="54" y="589"/>
                    <a:pt x="16" y="485"/>
                    <a:pt x="16" y="394"/>
                  </a:cubicBezTo>
                  <a:cubicBezTo>
                    <a:pt x="0" y="340"/>
                    <a:pt x="0" y="303"/>
                    <a:pt x="16" y="249"/>
                  </a:cubicBezTo>
                  <a:cubicBezTo>
                    <a:pt x="16" y="208"/>
                    <a:pt x="28" y="171"/>
                    <a:pt x="54" y="130"/>
                  </a:cubicBezTo>
                  <a:cubicBezTo>
                    <a:pt x="95" y="67"/>
                    <a:pt x="145" y="26"/>
                    <a:pt x="198" y="13"/>
                  </a:cubicBezTo>
                  <a:cubicBezTo>
                    <a:pt x="236" y="1"/>
                    <a:pt x="264" y="26"/>
                    <a:pt x="264" y="38"/>
                  </a:cubicBezTo>
                  <a:cubicBezTo>
                    <a:pt x="264" y="51"/>
                    <a:pt x="252" y="67"/>
                    <a:pt x="223" y="79"/>
                  </a:cubicBezTo>
                  <a:cubicBezTo>
                    <a:pt x="211" y="105"/>
                    <a:pt x="198" y="130"/>
                    <a:pt x="186" y="183"/>
                  </a:cubicBezTo>
                  <a:cubicBezTo>
                    <a:pt x="173" y="237"/>
                    <a:pt x="173" y="287"/>
                    <a:pt x="186" y="366"/>
                  </a:cubicBezTo>
                  <a:cubicBezTo>
                    <a:pt x="198" y="432"/>
                    <a:pt x="223" y="510"/>
                    <a:pt x="264" y="576"/>
                  </a:cubicBezTo>
                  <a:cubicBezTo>
                    <a:pt x="290" y="617"/>
                    <a:pt x="315" y="642"/>
                    <a:pt x="356" y="696"/>
                  </a:cubicBezTo>
                  <a:cubicBezTo>
                    <a:pt x="368" y="708"/>
                    <a:pt x="393" y="734"/>
                    <a:pt x="409" y="759"/>
                  </a:cubicBezTo>
                  <a:cubicBezTo>
                    <a:pt x="434" y="787"/>
                    <a:pt x="447" y="825"/>
                    <a:pt x="459" y="866"/>
                  </a:cubicBezTo>
                  <a:cubicBezTo>
                    <a:pt x="500" y="995"/>
                    <a:pt x="459" y="1139"/>
                    <a:pt x="393" y="1231"/>
                  </a:cubicBezTo>
                  <a:cubicBezTo>
                    <a:pt x="330" y="1325"/>
                    <a:pt x="252" y="1375"/>
                    <a:pt x="186" y="1416"/>
                  </a:cubicBezTo>
                  <a:cubicBezTo>
                    <a:pt x="132" y="1454"/>
                    <a:pt x="95" y="1466"/>
                    <a:pt x="95" y="1454"/>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0" name="Google Shape;1690;p33"/>
            <p:cNvSpPr/>
            <p:nvPr/>
          </p:nvSpPr>
          <p:spPr>
            <a:xfrm>
              <a:off x="2276873" y="1669261"/>
              <a:ext cx="119028" cy="127764"/>
            </a:xfrm>
            <a:custGeom>
              <a:rect b="b" l="l" r="r" t="t"/>
              <a:pathLst>
                <a:path extrusionOk="0" h="1916" w="1785">
                  <a:moveTo>
                    <a:pt x="1084" y="0"/>
                  </a:moveTo>
                  <a:cubicBezTo>
                    <a:pt x="768" y="0"/>
                    <a:pt x="415" y="256"/>
                    <a:pt x="224" y="658"/>
                  </a:cubicBezTo>
                  <a:cubicBezTo>
                    <a:pt x="1" y="1158"/>
                    <a:pt x="108" y="1696"/>
                    <a:pt x="473" y="1866"/>
                  </a:cubicBezTo>
                  <a:cubicBezTo>
                    <a:pt x="546" y="1899"/>
                    <a:pt x="624" y="1916"/>
                    <a:pt x="704" y="1916"/>
                  </a:cubicBezTo>
                  <a:cubicBezTo>
                    <a:pt x="1024" y="1916"/>
                    <a:pt x="1370" y="1657"/>
                    <a:pt x="1548" y="1249"/>
                  </a:cubicBezTo>
                  <a:cubicBezTo>
                    <a:pt x="1784" y="752"/>
                    <a:pt x="1665" y="214"/>
                    <a:pt x="1300" y="44"/>
                  </a:cubicBezTo>
                  <a:cubicBezTo>
                    <a:pt x="1232" y="14"/>
                    <a:pt x="1159" y="0"/>
                    <a:pt x="108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1" name="Google Shape;1691;p33"/>
            <p:cNvSpPr/>
            <p:nvPr/>
          </p:nvSpPr>
          <p:spPr>
            <a:xfrm>
              <a:off x="1376912" y="1868245"/>
              <a:ext cx="164306" cy="127297"/>
            </a:xfrm>
            <a:custGeom>
              <a:rect b="b" l="l" r="r" t="t"/>
              <a:pathLst>
                <a:path extrusionOk="0" h="1909" w="2464">
                  <a:moveTo>
                    <a:pt x="837" y="1"/>
                  </a:moveTo>
                  <a:cubicBezTo>
                    <a:pt x="611" y="1"/>
                    <a:pt x="413" y="76"/>
                    <a:pt x="287" y="231"/>
                  </a:cubicBezTo>
                  <a:cubicBezTo>
                    <a:pt x="1" y="583"/>
                    <a:pt x="365" y="951"/>
                    <a:pt x="891" y="1369"/>
                  </a:cubicBezTo>
                  <a:cubicBezTo>
                    <a:pt x="1259" y="1665"/>
                    <a:pt x="1602" y="1908"/>
                    <a:pt x="1872" y="1908"/>
                  </a:cubicBezTo>
                  <a:cubicBezTo>
                    <a:pt x="1987" y="1908"/>
                    <a:pt x="2089" y="1865"/>
                    <a:pt x="2174" y="1763"/>
                  </a:cubicBezTo>
                  <a:cubicBezTo>
                    <a:pt x="2463" y="1410"/>
                    <a:pt x="2281" y="781"/>
                    <a:pt x="1756" y="363"/>
                  </a:cubicBezTo>
                  <a:cubicBezTo>
                    <a:pt x="1467" y="125"/>
                    <a:pt x="1129"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2" name="Google Shape;1692;p33"/>
            <p:cNvSpPr/>
            <p:nvPr/>
          </p:nvSpPr>
          <p:spPr>
            <a:xfrm>
              <a:off x="1402118" y="1899319"/>
              <a:ext cx="102358" cy="88354"/>
            </a:xfrm>
            <a:custGeom>
              <a:rect b="b" l="l" r="r" t="t"/>
              <a:pathLst>
                <a:path extrusionOk="0" h="1325" w="1535">
                  <a:moveTo>
                    <a:pt x="1522" y="1325"/>
                  </a:moveTo>
                  <a:cubicBezTo>
                    <a:pt x="1510" y="1325"/>
                    <a:pt x="1494" y="1284"/>
                    <a:pt x="1456" y="1218"/>
                  </a:cubicBezTo>
                  <a:cubicBezTo>
                    <a:pt x="1415" y="1155"/>
                    <a:pt x="1352" y="1089"/>
                    <a:pt x="1258" y="1010"/>
                  </a:cubicBezTo>
                  <a:cubicBezTo>
                    <a:pt x="1088" y="853"/>
                    <a:pt x="852" y="667"/>
                    <a:pt x="683" y="539"/>
                  </a:cubicBezTo>
                  <a:cubicBezTo>
                    <a:pt x="315" y="274"/>
                    <a:pt x="0" y="79"/>
                    <a:pt x="28" y="26"/>
                  </a:cubicBezTo>
                  <a:cubicBezTo>
                    <a:pt x="41" y="1"/>
                    <a:pt x="132" y="26"/>
                    <a:pt x="264" y="79"/>
                  </a:cubicBezTo>
                  <a:cubicBezTo>
                    <a:pt x="409" y="145"/>
                    <a:pt x="591" y="249"/>
                    <a:pt x="786" y="394"/>
                  </a:cubicBezTo>
                  <a:cubicBezTo>
                    <a:pt x="972" y="526"/>
                    <a:pt x="1195" y="734"/>
                    <a:pt x="1337" y="932"/>
                  </a:cubicBezTo>
                  <a:cubicBezTo>
                    <a:pt x="1415" y="1023"/>
                    <a:pt x="1481" y="1114"/>
                    <a:pt x="1510" y="1193"/>
                  </a:cubicBezTo>
                  <a:cubicBezTo>
                    <a:pt x="1535" y="1271"/>
                    <a:pt x="1535" y="1325"/>
                    <a:pt x="1522" y="132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3" name="Google Shape;1693;p33"/>
            <p:cNvSpPr/>
            <p:nvPr/>
          </p:nvSpPr>
          <p:spPr>
            <a:xfrm>
              <a:off x="1553290" y="2621835"/>
              <a:ext cx="155704" cy="109759"/>
            </a:xfrm>
            <a:custGeom>
              <a:rect b="b" l="l" r="r" t="t"/>
              <a:pathLst>
                <a:path extrusionOk="0" h="1646" w="2335">
                  <a:moveTo>
                    <a:pt x="1359" y="0"/>
                  </a:moveTo>
                  <a:cubicBezTo>
                    <a:pt x="1221" y="0"/>
                    <a:pt x="1076" y="23"/>
                    <a:pt x="932" y="70"/>
                  </a:cubicBezTo>
                  <a:cubicBezTo>
                    <a:pt x="356" y="240"/>
                    <a:pt x="1" y="724"/>
                    <a:pt x="133" y="1143"/>
                  </a:cubicBezTo>
                  <a:cubicBezTo>
                    <a:pt x="231" y="1457"/>
                    <a:pt x="576" y="1645"/>
                    <a:pt x="984" y="1645"/>
                  </a:cubicBezTo>
                  <a:cubicBezTo>
                    <a:pt x="1123" y="1645"/>
                    <a:pt x="1270" y="1623"/>
                    <a:pt x="1416" y="1577"/>
                  </a:cubicBezTo>
                  <a:cubicBezTo>
                    <a:pt x="1979" y="1407"/>
                    <a:pt x="2335" y="919"/>
                    <a:pt x="2202" y="501"/>
                  </a:cubicBezTo>
                  <a:cubicBezTo>
                    <a:pt x="2106" y="190"/>
                    <a:pt x="1761" y="0"/>
                    <a:pt x="135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4" name="Google Shape;1694;p33"/>
            <p:cNvSpPr/>
            <p:nvPr/>
          </p:nvSpPr>
          <p:spPr>
            <a:xfrm>
              <a:off x="1579497" y="2649975"/>
              <a:ext cx="110226" cy="50812"/>
            </a:xfrm>
            <a:custGeom>
              <a:rect b="b" l="l" r="r" t="t"/>
              <a:pathLst>
                <a:path extrusionOk="0" h="762" w="1653">
                  <a:moveTo>
                    <a:pt x="1640" y="120"/>
                  </a:moveTo>
                  <a:cubicBezTo>
                    <a:pt x="1640" y="133"/>
                    <a:pt x="1602" y="120"/>
                    <a:pt x="1523" y="120"/>
                  </a:cubicBezTo>
                  <a:cubicBezTo>
                    <a:pt x="1457" y="104"/>
                    <a:pt x="1366" y="104"/>
                    <a:pt x="1259" y="133"/>
                  </a:cubicBezTo>
                  <a:cubicBezTo>
                    <a:pt x="1155" y="145"/>
                    <a:pt x="1051" y="199"/>
                    <a:pt x="957" y="261"/>
                  </a:cubicBezTo>
                  <a:cubicBezTo>
                    <a:pt x="878" y="340"/>
                    <a:pt x="800" y="434"/>
                    <a:pt x="737" y="513"/>
                  </a:cubicBezTo>
                  <a:cubicBezTo>
                    <a:pt x="658" y="604"/>
                    <a:pt x="564" y="683"/>
                    <a:pt x="460" y="721"/>
                  </a:cubicBezTo>
                  <a:cubicBezTo>
                    <a:pt x="407" y="749"/>
                    <a:pt x="356" y="762"/>
                    <a:pt x="290" y="762"/>
                  </a:cubicBezTo>
                  <a:cubicBezTo>
                    <a:pt x="237" y="749"/>
                    <a:pt x="199" y="733"/>
                    <a:pt x="158" y="721"/>
                  </a:cubicBezTo>
                  <a:cubicBezTo>
                    <a:pt x="80" y="683"/>
                    <a:pt x="29" y="617"/>
                    <a:pt x="13" y="576"/>
                  </a:cubicBezTo>
                  <a:cubicBezTo>
                    <a:pt x="1" y="526"/>
                    <a:pt x="13" y="497"/>
                    <a:pt x="29" y="497"/>
                  </a:cubicBezTo>
                  <a:cubicBezTo>
                    <a:pt x="54" y="497"/>
                    <a:pt x="80" y="563"/>
                    <a:pt x="199" y="592"/>
                  </a:cubicBezTo>
                  <a:cubicBezTo>
                    <a:pt x="249" y="604"/>
                    <a:pt x="315" y="604"/>
                    <a:pt x="381" y="563"/>
                  </a:cubicBezTo>
                  <a:cubicBezTo>
                    <a:pt x="448" y="538"/>
                    <a:pt x="526" y="472"/>
                    <a:pt x="592" y="394"/>
                  </a:cubicBezTo>
                  <a:cubicBezTo>
                    <a:pt x="658" y="328"/>
                    <a:pt x="737" y="224"/>
                    <a:pt x="853" y="145"/>
                  </a:cubicBezTo>
                  <a:cubicBezTo>
                    <a:pt x="973" y="54"/>
                    <a:pt x="1114" y="13"/>
                    <a:pt x="1234" y="13"/>
                  </a:cubicBezTo>
                  <a:cubicBezTo>
                    <a:pt x="1366" y="0"/>
                    <a:pt x="1470" y="26"/>
                    <a:pt x="1536" y="54"/>
                  </a:cubicBezTo>
                  <a:cubicBezTo>
                    <a:pt x="1614" y="92"/>
                    <a:pt x="1652" y="120"/>
                    <a:pt x="1640" y="12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5" name="Google Shape;1695;p33"/>
            <p:cNvSpPr/>
            <p:nvPr/>
          </p:nvSpPr>
          <p:spPr>
            <a:xfrm>
              <a:off x="1410054" y="2728462"/>
              <a:ext cx="112693" cy="143634"/>
            </a:xfrm>
            <a:custGeom>
              <a:rect b="b" l="l" r="r" t="t"/>
              <a:pathLst>
                <a:path extrusionOk="0" h="2154" w="1690">
                  <a:moveTo>
                    <a:pt x="891" y="1"/>
                  </a:moveTo>
                  <a:cubicBezTo>
                    <a:pt x="467" y="1"/>
                    <a:pt x="102" y="433"/>
                    <a:pt x="54" y="1012"/>
                  </a:cubicBezTo>
                  <a:cubicBezTo>
                    <a:pt x="1" y="1601"/>
                    <a:pt x="315" y="2113"/>
                    <a:pt x="762" y="2151"/>
                  </a:cubicBezTo>
                  <a:cubicBezTo>
                    <a:pt x="780" y="2153"/>
                    <a:pt x="797" y="2154"/>
                    <a:pt x="815" y="2154"/>
                  </a:cubicBezTo>
                  <a:cubicBezTo>
                    <a:pt x="1226" y="2154"/>
                    <a:pt x="1601" y="1708"/>
                    <a:pt x="1652" y="1145"/>
                  </a:cubicBezTo>
                  <a:cubicBezTo>
                    <a:pt x="1690" y="553"/>
                    <a:pt x="1375" y="44"/>
                    <a:pt x="944" y="3"/>
                  </a:cubicBezTo>
                  <a:cubicBezTo>
                    <a:pt x="926" y="1"/>
                    <a:pt x="909" y="1"/>
                    <a:pt x="8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6" name="Google Shape;1696;p33"/>
            <p:cNvSpPr/>
            <p:nvPr/>
          </p:nvSpPr>
          <p:spPr>
            <a:xfrm>
              <a:off x="1450331" y="2739932"/>
              <a:ext cx="28807" cy="112093"/>
            </a:xfrm>
            <a:custGeom>
              <a:rect b="b" l="l" r="r" t="t"/>
              <a:pathLst>
                <a:path extrusionOk="0" h="1681" w="432">
                  <a:moveTo>
                    <a:pt x="315" y="1"/>
                  </a:moveTo>
                  <a:cubicBezTo>
                    <a:pt x="328" y="13"/>
                    <a:pt x="299" y="54"/>
                    <a:pt x="261" y="108"/>
                  </a:cubicBezTo>
                  <a:cubicBezTo>
                    <a:pt x="221" y="171"/>
                    <a:pt x="195" y="249"/>
                    <a:pt x="170" y="356"/>
                  </a:cubicBezTo>
                  <a:cubicBezTo>
                    <a:pt x="158" y="460"/>
                    <a:pt x="158" y="579"/>
                    <a:pt x="195" y="683"/>
                  </a:cubicBezTo>
                  <a:cubicBezTo>
                    <a:pt x="221" y="787"/>
                    <a:pt x="287" y="894"/>
                    <a:pt x="340" y="998"/>
                  </a:cubicBezTo>
                  <a:cubicBezTo>
                    <a:pt x="394" y="1089"/>
                    <a:pt x="431" y="1208"/>
                    <a:pt x="431" y="1325"/>
                  </a:cubicBezTo>
                  <a:cubicBezTo>
                    <a:pt x="431" y="1378"/>
                    <a:pt x="419" y="1429"/>
                    <a:pt x="394" y="1482"/>
                  </a:cubicBezTo>
                  <a:cubicBezTo>
                    <a:pt x="365" y="1536"/>
                    <a:pt x="340" y="1573"/>
                    <a:pt x="315" y="1602"/>
                  </a:cubicBezTo>
                  <a:cubicBezTo>
                    <a:pt x="249" y="1652"/>
                    <a:pt x="170" y="1680"/>
                    <a:pt x="117" y="1665"/>
                  </a:cubicBezTo>
                  <a:cubicBezTo>
                    <a:pt x="79" y="1665"/>
                    <a:pt x="51" y="1639"/>
                    <a:pt x="51" y="1627"/>
                  </a:cubicBezTo>
                  <a:cubicBezTo>
                    <a:pt x="63" y="1602"/>
                    <a:pt x="142" y="1602"/>
                    <a:pt x="208" y="1507"/>
                  </a:cubicBezTo>
                  <a:cubicBezTo>
                    <a:pt x="236" y="1470"/>
                    <a:pt x="261" y="1403"/>
                    <a:pt x="249" y="1325"/>
                  </a:cubicBezTo>
                  <a:cubicBezTo>
                    <a:pt x="249" y="1246"/>
                    <a:pt x="221" y="1168"/>
                    <a:pt x="170" y="1076"/>
                  </a:cubicBezTo>
                  <a:cubicBezTo>
                    <a:pt x="129" y="985"/>
                    <a:pt x="63" y="866"/>
                    <a:pt x="38" y="721"/>
                  </a:cubicBezTo>
                  <a:cubicBezTo>
                    <a:pt x="0" y="592"/>
                    <a:pt x="13" y="447"/>
                    <a:pt x="51" y="328"/>
                  </a:cubicBezTo>
                  <a:cubicBezTo>
                    <a:pt x="92" y="211"/>
                    <a:pt x="158" y="120"/>
                    <a:pt x="208" y="67"/>
                  </a:cubicBezTo>
                  <a:cubicBezTo>
                    <a:pt x="274" y="13"/>
                    <a:pt x="315" y="1"/>
                    <a:pt x="31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7" name="Google Shape;1697;p33"/>
            <p:cNvSpPr/>
            <p:nvPr/>
          </p:nvSpPr>
          <p:spPr>
            <a:xfrm>
              <a:off x="2037612" y="1746614"/>
              <a:ext cx="172041" cy="100357"/>
            </a:xfrm>
            <a:custGeom>
              <a:rect b="b" l="l" r="r" t="t"/>
              <a:pathLst>
                <a:path extrusionOk="0" h="1505" w="2580">
                  <a:moveTo>
                    <a:pt x="1960" y="0"/>
                  </a:moveTo>
                  <a:cubicBezTo>
                    <a:pt x="1744" y="0"/>
                    <a:pt x="1476" y="63"/>
                    <a:pt x="1180" y="143"/>
                  </a:cubicBezTo>
                  <a:cubicBezTo>
                    <a:pt x="535" y="325"/>
                    <a:pt x="0" y="536"/>
                    <a:pt x="129" y="979"/>
                  </a:cubicBezTo>
                  <a:cubicBezTo>
                    <a:pt x="219" y="1306"/>
                    <a:pt x="598" y="1505"/>
                    <a:pt x="1054" y="1505"/>
                  </a:cubicBezTo>
                  <a:cubicBezTo>
                    <a:pt x="1203" y="1505"/>
                    <a:pt x="1361" y="1483"/>
                    <a:pt x="1519" y="1438"/>
                  </a:cubicBezTo>
                  <a:cubicBezTo>
                    <a:pt x="2161" y="1256"/>
                    <a:pt x="2579" y="756"/>
                    <a:pt x="2463" y="325"/>
                  </a:cubicBezTo>
                  <a:cubicBezTo>
                    <a:pt x="2392" y="85"/>
                    <a:pt x="2211" y="0"/>
                    <a:pt x="196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8" name="Google Shape;1698;p33"/>
            <p:cNvSpPr/>
            <p:nvPr/>
          </p:nvSpPr>
          <p:spPr>
            <a:xfrm>
              <a:off x="2055017" y="1760284"/>
              <a:ext cx="128364" cy="41143"/>
            </a:xfrm>
            <a:custGeom>
              <a:rect b="b" l="l" r="r" t="t"/>
              <a:pathLst>
                <a:path extrusionOk="0" h="617" w="1925">
                  <a:moveTo>
                    <a:pt x="0" y="526"/>
                  </a:moveTo>
                  <a:cubicBezTo>
                    <a:pt x="0" y="513"/>
                    <a:pt x="54" y="526"/>
                    <a:pt x="116" y="526"/>
                  </a:cubicBezTo>
                  <a:cubicBezTo>
                    <a:pt x="195" y="526"/>
                    <a:pt x="289" y="513"/>
                    <a:pt x="406" y="488"/>
                  </a:cubicBezTo>
                  <a:cubicBezTo>
                    <a:pt x="642" y="447"/>
                    <a:pt x="919" y="368"/>
                    <a:pt x="1126" y="290"/>
                  </a:cubicBezTo>
                  <a:cubicBezTo>
                    <a:pt x="1560" y="145"/>
                    <a:pt x="1887" y="0"/>
                    <a:pt x="1912" y="54"/>
                  </a:cubicBezTo>
                  <a:cubicBezTo>
                    <a:pt x="1925" y="79"/>
                    <a:pt x="1862" y="133"/>
                    <a:pt x="1730" y="211"/>
                  </a:cubicBezTo>
                  <a:cubicBezTo>
                    <a:pt x="1610" y="290"/>
                    <a:pt x="1415" y="381"/>
                    <a:pt x="1192" y="460"/>
                  </a:cubicBezTo>
                  <a:cubicBezTo>
                    <a:pt x="969" y="538"/>
                    <a:pt x="667" y="592"/>
                    <a:pt x="431" y="604"/>
                  </a:cubicBezTo>
                  <a:cubicBezTo>
                    <a:pt x="302" y="617"/>
                    <a:pt x="195" y="604"/>
                    <a:pt x="116" y="592"/>
                  </a:cubicBezTo>
                  <a:cubicBezTo>
                    <a:pt x="38" y="567"/>
                    <a:pt x="0" y="526"/>
                    <a:pt x="0" y="5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9" name="Google Shape;1699;p33"/>
            <p:cNvSpPr/>
            <p:nvPr/>
          </p:nvSpPr>
          <p:spPr>
            <a:xfrm>
              <a:off x="1632777" y="2868431"/>
              <a:ext cx="142701" cy="144434"/>
            </a:xfrm>
            <a:custGeom>
              <a:rect b="b" l="l" r="r" t="t"/>
              <a:pathLst>
                <a:path extrusionOk="0" h="2166" w="2140">
                  <a:moveTo>
                    <a:pt x="616" y="1"/>
                  </a:moveTo>
                  <a:cubicBezTo>
                    <a:pt x="538" y="1"/>
                    <a:pt x="460" y="26"/>
                    <a:pt x="381" y="80"/>
                  </a:cubicBezTo>
                  <a:cubicBezTo>
                    <a:pt x="1" y="329"/>
                    <a:pt x="17" y="983"/>
                    <a:pt x="394" y="1533"/>
                  </a:cubicBezTo>
                  <a:cubicBezTo>
                    <a:pt x="669" y="1932"/>
                    <a:pt x="1068" y="2165"/>
                    <a:pt x="1407" y="2165"/>
                  </a:cubicBezTo>
                  <a:cubicBezTo>
                    <a:pt x="1536" y="2165"/>
                    <a:pt x="1657" y="2131"/>
                    <a:pt x="1759" y="2059"/>
                  </a:cubicBezTo>
                  <a:cubicBezTo>
                    <a:pt x="2140" y="1810"/>
                    <a:pt x="1888" y="1351"/>
                    <a:pt x="1510" y="801"/>
                  </a:cubicBezTo>
                  <a:cubicBezTo>
                    <a:pt x="1209" y="364"/>
                    <a:pt x="915" y="1"/>
                    <a:pt x="61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0" name="Google Shape;1700;p33"/>
            <p:cNvSpPr/>
            <p:nvPr/>
          </p:nvSpPr>
          <p:spPr>
            <a:xfrm>
              <a:off x="1674721" y="2877100"/>
              <a:ext cx="76218" cy="111226"/>
            </a:xfrm>
            <a:custGeom>
              <a:rect b="b" l="l" r="r" t="t"/>
              <a:pathLst>
                <a:path extrusionOk="0" h="1668" w="1143">
                  <a:moveTo>
                    <a:pt x="29" y="1"/>
                  </a:moveTo>
                  <a:cubicBezTo>
                    <a:pt x="42" y="1"/>
                    <a:pt x="42" y="42"/>
                    <a:pt x="67" y="120"/>
                  </a:cubicBezTo>
                  <a:cubicBezTo>
                    <a:pt x="95" y="186"/>
                    <a:pt x="133" y="277"/>
                    <a:pt x="199" y="369"/>
                  </a:cubicBezTo>
                  <a:cubicBezTo>
                    <a:pt x="315" y="579"/>
                    <a:pt x="488" y="815"/>
                    <a:pt x="617" y="985"/>
                  </a:cubicBezTo>
                  <a:cubicBezTo>
                    <a:pt x="907" y="1337"/>
                    <a:pt x="1143" y="1602"/>
                    <a:pt x="1102" y="1652"/>
                  </a:cubicBezTo>
                  <a:cubicBezTo>
                    <a:pt x="1089" y="1668"/>
                    <a:pt x="998" y="1627"/>
                    <a:pt x="894" y="1536"/>
                  </a:cubicBezTo>
                  <a:cubicBezTo>
                    <a:pt x="775" y="1432"/>
                    <a:pt x="617" y="1287"/>
                    <a:pt x="473" y="1089"/>
                  </a:cubicBezTo>
                  <a:cubicBezTo>
                    <a:pt x="331" y="919"/>
                    <a:pt x="186" y="645"/>
                    <a:pt x="95" y="422"/>
                  </a:cubicBezTo>
                  <a:cubicBezTo>
                    <a:pt x="42" y="315"/>
                    <a:pt x="17" y="199"/>
                    <a:pt x="17" y="120"/>
                  </a:cubicBezTo>
                  <a:cubicBezTo>
                    <a:pt x="1" y="42"/>
                    <a:pt x="29" y="1"/>
                    <a:pt x="29"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01" name="Google Shape;1701;p33"/>
          <p:cNvGrpSpPr/>
          <p:nvPr/>
        </p:nvGrpSpPr>
        <p:grpSpPr>
          <a:xfrm>
            <a:off x="1624887" y="-449175"/>
            <a:ext cx="2090884" cy="2197757"/>
            <a:chOff x="6731156" y="0"/>
            <a:chExt cx="1474218" cy="1549571"/>
          </a:xfrm>
        </p:grpSpPr>
        <p:sp>
          <p:nvSpPr>
            <p:cNvPr id="1702" name="Google Shape;1702;p33"/>
            <p:cNvSpPr/>
            <p:nvPr/>
          </p:nvSpPr>
          <p:spPr>
            <a:xfrm>
              <a:off x="6829914" y="0"/>
              <a:ext cx="1375460" cy="1516227"/>
            </a:xfrm>
            <a:custGeom>
              <a:rect b="b" l="l" r="r" t="t"/>
              <a:pathLst>
                <a:path extrusionOk="0" h="22738" w="20627">
                  <a:moveTo>
                    <a:pt x="20627" y="4904"/>
                  </a:moveTo>
                  <a:lnTo>
                    <a:pt x="14692" y="212"/>
                  </a:lnTo>
                  <a:lnTo>
                    <a:pt x="12789" y="2624"/>
                  </a:lnTo>
                  <a:lnTo>
                    <a:pt x="9474" y="1"/>
                  </a:lnTo>
                  <a:lnTo>
                    <a:pt x="6945" y="3212"/>
                  </a:lnTo>
                  <a:cubicBezTo>
                    <a:pt x="2922" y="4495"/>
                    <a:pt x="0" y="8270"/>
                    <a:pt x="0" y="12739"/>
                  </a:cubicBezTo>
                  <a:cubicBezTo>
                    <a:pt x="0" y="18256"/>
                    <a:pt x="4482" y="22738"/>
                    <a:pt x="9999" y="22738"/>
                  </a:cubicBezTo>
                  <a:cubicBezTo>
                    <a:pt x="15528" y="22738"/>
                    <a:pt x="19998" y="18256"/>
                    <a:pt x="19998" y="12739"/>
                  </a:cubicBezTo>
                  <a:cubicBezTo>
                    <a:pt x="19998" y="10827"/>
                    <a:pt x="19473" y="9056"/>
                    <a:pt x="18545" y="753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3" name="Google Shape;1703;p33"/>
            <p:cNvSpPr/>
            <p:nvPr/>
          </p:nvSpPr>
          <p:spPr>
            <a:xfrm>
              <a:off x="6731156" y="215855"/>
              <a:ext cx="1333517" cy="1333717"/>
            </a:xfrm>
            <a:custGeom>
              <a:rect b="b" l="l" r="r" t="t"/>
              <a:pathLst>
                <a:path extrusionOk="0" h="20001" w="19998">
                  <a:moveTo>
                    <a:pt x="9999" y="0"/>
                  </a:moveTo>
                  <a:cubicBezTo>
                    <a:pt x="4469" y="0"/>
                    <a:pt x="0" y="4482"/>
                    <a:pt x="0" y="10002"/>
                  </a:cubicBezTo>
                  <a:cubicBezTo>
                    <a:pt x="0" y="15519"/>
                    <a:pt x="4469" y="20001"/>
                    <a:pt x="9999" y="20001"/>
                  </a:cubicBezTo>
                  <a:cubicBezTo>
                    <a:pt x="15515" y="20001"/>
                    <a:pt x="19997" y="15519"/>
                    <a:pt x="19997" y="10002"/>
                  </a:cubicBezTo>
                  <a:cubicBezTo>
                    <a:pt x="19997" y="4482"/>
                    <a:pt x="15515" y="0"/>
                    <a:pt x="9999"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4" name="Google Shape;1704;p33"/>
            <p:cNvSpPr/>
            <p:nvPr/>
          </p:nvSpPr>
          <p:spPr>
            <a:xfrm>
              <a:off x="7459940" y="47212"/>
              <a:ext cx="646687" cy="630083"/>
            </a:xfrm>
            <a:custGeom>
              <a:rect b="b" l="l" r="r" t="t"/>
              <a:pathLst>
                <a:path extrusionOk="0" h="9449" w="9698">
                  <a:moveTo>
                    <a:pt x="3762" y="1"/>
                  </a:moveTo>
                  <a:lnTo>
                    <a:pt x="1" y="4759"/>
                  </a:lnTo>
                  <a:lnTo>
                    <a:pt x="5936" y="9449"/>
                  </a:lnTo>
                  <a:lnTo>
                    <a:pt x="9697" y="4693"/>
                  </a:lnTo>
                  <a:lnTo>
                    <a:pt x="3762"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5" name="Google Shape;1705;p33"/>
            <p:cNvSpPr/>
            <p:nvPr/>
          </p:nvSpPr>
          <p:spPr>
            <a:xfrm>
              <a:off x="7505485" y="91890"/>
              <a:ext cx="561067" cy="546196"/>
            </a:xfrm>
            <a:custGeom>
              <a:rect b="b" l="l" r="r" t="t"/>
              <a:pathLst>
                <a:path extrusionOk="0" h="8191" w="8414">
                  <a:moveTo>
                    <a:pt x="3237" y="1"/>
                  </a:moveTo>
                  <a:lnTo>
                    <a:pt x="0" y="4089"/>
                  </a:lnTo>
                  <a:lnTo>
                    <a:pt x="5174" y="8191"/>
                  </a:lnTo>
                  <a:lnTo>
                    <a:pt x="8414" y="4089"/>
                  </a:lnTo>
                  <a:lnTo>
                    <a:pt x="3237"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6" name="Google Shape;1706;p33"/>
            <p:cNvSpPr/>
            <p:nvPr/>
          </p:nvSpPr>
          <p:spPr>
            <a:xfrm>
              <a:off x="7459940" y="47212"/>
              <a:ext cx="261395" cy="317409"/>
            </a:xfrm>
            <a:custGeom>
              <a:rect b="b" l="l" r="r" t="t"/>
              <a:pathLst>
                <a:path extrusionOk="0" h="4760" w="3920">
                  <a:moveTo>
                    <a:pt x="3762" y="1"/>
                  </a:moveTo>
                  <a:lnTo>
                    <a:pt x="1" y="4759"/>
                  </a:lnTo>
                  <a:lnTo>
                    <a:pt x="683" y="4759"/>
                  </a:lnTo>
                  <a:lnTo>
                    <a:pt x="3920" y="671"/>
                  </a:lnTo>
                  <a:lnTo>
                    <a:pt x="3762"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7" name="Google Shape;1707;p33"/>
            <p:cNvSpPr/>
            <p:nvPr/>
          </p:nvSpPr>
          <p:spPr>
            <a:xfrm>
              <a:off x="7846305" y="360158"/>
              <a:ext cx="260328" cy="317142"/>
            </a:xfrm>
            <a:custGeom>
              <a:rect b="b" l="l" r="r" t="t"/>
              <a:pathLst>
                <a:path extrusionOk="0" h="4756" w="3904">
                  <a:moveTo>
                    <a:pt x="3237" y="0"/>
                  </a:moveTo>
                  <a:lnTo>
                    <a:pt x="0" y="4102"/>
                  </a:lnTo>
                  <a:lnTo>
                    <a:pt x="142" y="4756"/>
                  </a:lnTo>
                  <a:lnTo>
                    <a:pt x="3903"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8" name="Google Shape;1708;p33"/>
            <p:cNvSpPr/>
            <p:nvPr/>
          </p:nvSpPr>
          <p:spPr>
            <a:xfrm>
              <a:off x="7505485" y="91890"/>
              <a:ext cx="554798" cy="540995"/>
            </a:xfrm>
            <a:custGeom>
              <a:rect b="b" l="l" r="r" t="t"/>
              <a:pathLst>
                <a:path extrusionOk="0" h="8113" w="8320">
                  <a:moveTo>
                    <a:pt x="3249" y="104"/>
                  </a:moveTo>
                  <a:lnTo>
                    <a:pt x="8228" y="4036"/>
                  </a:lnTo>
                  <a:lnTo>
                    <a:pt x="5083" y="8021"/>
                  </a:lnTo>
                  <a:lnTo>
                    <a:pt x="104" y="4077"/>
                  </a:lnTo>
                  <a:lnTo>
                    <a:pt x="3249" y="104"/>
                  </a:lnTo>
                  <a:close/>
                  <a:moveTo>
                    <a:pt x="3237" y="1"/>
                  </a:moveTo>
                  <a:lnTo>
                    <a:pt x="25" y="4061"/>
                  </a:lnTo>
                  <a:lnTo>
                    <a:pt x="0" y="4089"/>
                  </a:lnTo>
                  <a:lnTo>
                    <a:pt x="5095" y="8112"/>
                  </a:lnTo>
                  <a:lnTo>
                    <a:pt x="8307" y="4048"/>
                  </a:lnTo>
                  <a:lnTo>
                    <a:pt x="8319" y="4023"/>
                  </a:lnTo>
                  <a:lnTo>
                    <a:pt x="323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9" name="Google Shape;1709;p33"/>
            <p:cNvSpPr/>
            <p:nvPr/>
          </p:nvSpPr>
          <p:spPr>
            <a:xfrm>
              <a:off x="7758816" y="292807"/>
              <a:ext cx="216718" cy="271865"/>
            </a:xfrm>
            <a:custGeom>
              <a:rect b="b" l="l" r="r" t="t"/>
              <a:pathLst>
                <a:path extrusionOk="0" h="4077" w="3250">
                  <a:moveTo>
                    <a:pt x="3184" y="1"/>
                  </a:moveTo>
                  <a:lnTo>
                    <a:pt x="1" y="4036"/>
                  </a:lnTo>
                  <a:lnTo>
                    <a:pt x="54" y="4077"/>
                  </a:lnTo>
                  <a:lnTo>
                    <a:pt x="3250" y="42"/>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0" name="Google Shape;1710;p33"/>
            <p:cNvSpPr/>
            <p:nvPr/>
          </p:nvSpPr>
          <p:spPr>
            <a:xfrm>
              <a:off x="7674928" y="226324"/>
              <a:ext cx="215851" cy="271865"/>
            </a:xfrm>
            <a:custGeom>
              <a:rect b="b" l="l" r="r" t="t"/>
              <a:pathLst>
                <a:path extrusionOk="0" h="4077" w="3237">
                  <a:moveTo>
                    <a:pt x="3184" y="1"/>
                  </a:moveTo>
                  <a:lnTo>
                    <a:pt x="1" y="4039"/>
                  </a:lnTo>
                  <a:lnTo>
                    <a:pt x="54" y="4077"/>
                  </a:lnTo>
                  <a:lnTo>
                    <a:pt x="3237" y="42"/>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1" name="Google Shape;1711;p33"/>
            <p:cNvSpPr/>
            <p:nvPr/>
          </p:nvSpPr>
          <p:spPr>
            <a:xfrm>
              <a:off x="7591040" y="160040"/>
              <a:ext cx="215851" cy="271865"/>
            </a:xfrm>
            <a:custGeom>
              <a:rect b="b" l="l" r="r" t="t"/>
              <a:pathLst>
                <a:path extrusionOk="0" h="4077" w="3237">
                  <a:moveTo>
                    <a:pt x="3183" y="1"/>
                  </a:moveTo>
                  <a:lnTo>
                    <a:pt x="0" y="4036"/>
                  </a:lnTo>
                  <a:lnTo>
                    <a:pt x="54" y="4077"/>
                  </a:lnTo>
                  <a:lnTo>
                    <a:pt x="3237" y="38"/>
                  </a:lnTo>
                  <a:lnTo>
                    <a:pt x="3183"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2" name="Google Shape;1712;p33"/>
            <p:cNvSpPr/>
            <p:nvPr/>
          </p:nvSpPr>
          <p:spPr>
            <a:xfrm>
              <a:off x="7666993" y="160907"/>
              <a:ext cx="338347" cy="269131"/>
            </a:xfrm>
            <a:custGeom>
              <a:rect b="b" l="l" r="r" t="t"/>
              <a:pathLst>
                <a:path extrusionOk="0" h="4036" w="5074">
                  <a:moveTo>
                    <a:pt x="41" y="0"/>
                  </a:moveTo>
                  <a:lnTo>
                    <a:pt x="0" y="54"/>
                  </a:lnTo>
                  <a:lnTo>
                    <a:pt x="5032" y="4036"/>
                  </a:lnTo>
                  <a:lnTo>
                    <a:pt x="5073" y="3970"/>
                  </a:lnTo>
                  <a:lnTo>
                    <a:pt x="41"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3" name="Google Shape;1713;p33"/>
            <p:cNvSpPr/>
            <p:nvPr/>
          </p:nvSpPr>
          <p:spPr>
            <a:xfrm>
              <a:off x="7613712" y="228191"/>
              <a:ext cx="339147" cy="269197"/>
            </a:xfrm>
            <a:custGeom>
              <a:rect b="b" l="l" r="r" t="t"/>
              <a:pathLst>
                <a:path extrusionOk="0" h="4037" w="5086">
                  <a:moveTo>
                    <a:pt x="41" y="1"/>
                  </a:moveTo>
                  <a:lnTo>
                    <a:pt x="0" y="51"/>
                  </a:lnTo>
                  <a:lnTo>
                    <a:pt x="5032" y="4036"/>
                  </a:lnTo>
                  <a:lnTo>
                    <a:pt x="5086" y="3970"/>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4" name="Google Shape;1714;p33"/>
            <p:cNvSpPr/>
            <p:nvPr/>
          </p:nvSpPr>
          <p:spPr>
            <a:xfrm>
              <a:off x="7560432" y="295541"/>
              <a:ext cx="339214" cy="269131"/>
            </a:xfrm>
            <a:custGeom>
              <a:rect b="b" l="l" r="r" t="t"/>
              <a:pathLst>
                <a:path extrusionOk="0" h="4036" w="5087">
                  <a:moveTo>
                    <a:pt x="41" y="1"/>
                  </a:moveTo>
                  <a:lnTo>
                    <a:pt x="0" y="51"/>
                  </a:lnTo>
                  <a:lnTo>
                    <a:pt x="5033" y="4036"/>
                  </a:lnTo>
                  <a:lnTo>
                    <a:pt x="5086" y="3970"/>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5" name="Google Shape;1715;p33"/>
            <p:cNvSpPr/>
            <p:nvPr/>
          </p:nvSpPr>
          <p:spPr>
            <a:xfrm>
              <a:off x="7112186" y="34209"/>
              <a:ext cx="646687" cy="629283"/>
            </a:xfrm>
            <a:custGeom>
              <a:rect b="b" l="l" r="r" t="t"/>
              <a:pathLst>
                <a:path extrusionOk="0" h="9437" w="9698">
                  <a:moveTo>
                    <a:pt x="3759" y="1"/>
                  </a:moveTo>
                  <a:lnTo>
                    <a:pt x="1" y="4756"/>
                  </a:lnTo>
                  <a:lnTo>
                    <a:pt x="5936" y="9436"/>
                  </a:lnTo>
                  <a:lnTo>
                    <a:pt x="9698" y="4690"/>
                  </a:lnTo>
                  <a:lnTo>
                    <a:pt x="3759"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6" name="Google Shape;1716;p33"/>
            <p:cNvSpPr/>
            <p:nvPr/>
          </p:nvSpPr>
          <p:spPr>
            <a:xfrm>
              <a:off x="7157530" y="77820"/>
              <a:ext cx="561067" cy="546196"/>
            </a:xfrm>
            <a:custGeom>
              <a:rect b="b" l="l" r="r" t="t"/>
              <a:pathLst>
                <a:path extrusionOk="0" h="8191" w="8414">
                  <a:moveTo>
                    <a:pt x="3237" y="1"/>
                  </a:moveTo>
                  <a:lnTo>
                    <a:pt x="0" y="4102"/>
                  </a:lnTo>
                  <a:lnTo>
                    <a:pt x="5177" y="8191"/>
                  </a:lnTo>
                  <a:lnTo>
                    <a:pt x="8414" y="4090"/>
                  </a:lnTo>
                  <a:lnTo>
                    <a:pt x="3237"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7" name="Google Shape;1717;p33"/>
            <p:cNvSpPr/>
            <p:nvPr/>
          </p:nvSpPr>
          <p:spPr>
            <a:xfrm>
              <a:off x="7112186" y="34209"/>
              <a:ext cx="261195" cy="317209"/>
            </a:xfrm>
            <a:custGeom>
              <a:rect b="b" l="l" r="r" t="t"/>
              <a:pathLst>
                <a:path extrusionOk="0" h="4757" w="3917">
                  <a:moveTo>
                    <a:pt x="3759" y="1"/>
                  </a:moveTo>
                  <a:lnTo>
                    <a:pt x="1" y="4756"/>
                  </a:lnTo>
                  <a:lnTo>
                    <a:pt x="680" y="4756"/>
                  </a:lnTo>
                  <a:lnTo>
                    <a:pt x="3917" y="655"/>
                  </a:lnTo>
                  <a:lnTo>
                    <a:pt x="3759"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8" name="Google Shape;1718;p33"/>
            <p:cNvSpPr/>
            <p:nvPr/>
          </p:nvSpPr>
          <p:spPr>
            <a:xfrm>
              <a:off x="7498350" y="346954"/>
              <a:ext cx="260529" cy="316542"/>
            </a:xfrm>
            <a:custGeom>
              <a:rect b="b" l="l" r="r" t="t"/>
              <a:pathLst>
                <a:path extrusionOk="0" h="4747" w="3907">
                  <a:moveTo>
                    <a:pt x="3237" y="0"/>
                  </a:moveTo>
                  <a:lnTo>
                    <a:pt x="0" y="4105"/>
                  </a:lnTo>
                  <a:lnTo>
                    <a:pt x="145" y="4746"/>
                  </a:lnTo>
                  <a:lnTo>
                    <a:pt x="3907"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19" name="Google Shape;1719;p33"/>
            <p:cNvSpPr/>
            <p:nvPr/>
          </p:nvSpPr>
          <p:spPr>
            <a:xfrm>
              <a:off x="7157530" y="77820"/>
              <a:ext cx="554998" cy="541795"/>
            </a:xfrm>
            <a:custGeom>
              <a:rect b="b" l="l" r="r" t="t"/>
              <a:pathLst>
                <a:path extrusionOk="0" h="8125" w="8323">
                  <a:moveTo>
                    <a:pt x="3252" y="105"/>
                  </a:moveTo>
                  <a:lnTo>
                    <a:pt x="8231" y="4036"/>
                  </a:lnTo>
                  <a:lnTo>
                    <a:pt x="5086" y="8021"/>
                  </a:lnTo>
                  <a:lnTo>
                    <a:pt x="107" y="4090"/>
                  </a:lnTo>
                  <a:lnTo>
                    <a:pt x="3252" y="105"/>
                  </a:lnTo>
                  <a:close/>
                  <a:moveTo>
                    <a:pt x="3237" y="1"/>
                  </a:moveTo>
                  <a:lnTo>
                    <a:pt x="29" y="4064"/>
                  </a:lnTo>
                  <a:lnTo>
                    <a:pt x="0" y="4102"/>
                  </a:lnTo>
                  <a:lnTo>
                    <a:pt x="5099" y="8125"/>
                  </a:lnTo>
                  <a:lnTo>
                    <a:pt x="8310" y="4064"/>
                  </a:lnTo>
                  <a:lnTo>
                    <a:pt x="8323" y="4024"/>
                  </a:lnTo>
                  <a:lnTo>
                    <a:pt x="323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0" name="Google Shape;1720;p33"/>
            <p:cNvSpPr/>
            <p:nvPr/>
          </p:nvSpPr>
          <p:spPr>
            <a:xfrm>
              <a:off x="7411061" y="278737"/>
              <a:ext cx="216718" cy="272731"/>
            </a:xfrm>
            <a:custGeom>
              <a:rect b="b" l="l" r="r" t="t"/>
              <a:pathLst>
                <a:path extrusionOk="0" h="4090" w="3250">
                  <a:moveTo>
                    <a:pt x="3184" y="1"/>
                  </a:moveTo>
                  <a:lnTo>
                    <a:pt x="1" y="4039"/>
                  </a:lnTo>
                  <a:lnTo>
                    <a:pt x="51" y="4090"/>
                  </a:lnTo>
                  <a:lnTo>
                    <a:pt x="3250" y="54"/>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1" name="Google Shape;1721;p33"/>
            <p:cNvSpPr/>
            <p:nvPr/>
          </p:nvSpPr>
          <p:spPr>
            <a:xfrm>
              <a:off x="7327173" y="212520"/>
              <a:ext cx="215918" cy="272665"/>
            </a:xfrm>
            <a:custGeom>
              <a:rect b="b" l="l" r="r" t="t"/>
              <a:pathLst>
                <a:path extrusionOk="0" h="4089" w="3238">
                  <a:moveTo>
                    <a:pt x="3184" y="0"/>
                  </a:moveTo>
                  <a:lnTo>
                    <a:pt x="1" y="4035"/>
                  </a:lnTo>
                  <a:lnTo>
                    <a:pt x="51" y="4089"/>
                  </a:lnTo>
                  <a:lnTo>
                    <a:pt x="3237" y="50"/>
                  </a:lnTo>
                  <a:lnTo>
                    <a:pt x="31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2" name="Google Shape;1722;p33"/>
            <p:cNvSpPr/>
            <p:nvPr/>
          </p:nvSpPr>
          <p:spPr>
            <a:xfrm>
              <a:off x="7243285" y="146037"/>
              <a:ext cx="215918" cy="272665"/>
            </a:xfrm>
            <a:custGeom>
              <a:rect b="b" l="l" r="r" t="t"/>
              <a:pathLst>
                <a:path extrusionOk="0" h="4089" w="3238">
                  <a:moveTo>
                    <a:pt x="3184" y="0"/>
                  </a:moveTo>
                  <a:lnTo>
                    <a:pt x="1" y="4035"/>
                  </a:lnTo>
                  <a:lnTo>
                    <a:pt x="51" y="4089"/>
                  </a:lnTo>
                  <a:lnTo>
                    <a:pt x="3237" y="53"/>
                  </a:lnTo>
                  <a:lnTo>
                    <a:pt x="31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3" name="Google Shape;1723;p33"/>
            <p:cNvSpPr/>
            <p:nvPr/>
          </p:nvSpPr>
          <p:spPr>
            <a:xfrm>
              <a:off x="7319238" y="146837"/>
              <a:ext cx="338347" cy="269397"/>
            </a:xfrm>
            <a:custGeom>
              <a:rect b="b" l="l" r="r" t="t"/>
              <a:pathLst>
                <a:path extrusionOk="0" h="4040" w="5074">
                  <a:moveTo>
                    <a:pt x="41" y="1"/>
                  </a:moveTo>
                  <a:lnTo>
                    <a:pt x="0" y="54"/>
                  </a:lnTo>
                  <a:lnTo>
                    <a:pt x="5033" y="4039"/>
                  </a:lnTo>
                  <a:lnTo>
                    <a:pt x="5073" y="3986"/>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4" name="Google Shape;1724;p33"/>
            <p:cNvSpPr/>
            <p:nvPr/>
          </p:nvSpPr>
          <p:spPr>
            <a:xfrm>
              <a:off x="7265958" y="214187"/>
              <a:ext cx="339214" cy="269131"/>
            </a:xfrm>
            <a:custGeom>
              <a:rect b="b" l="l" r="r" t="t"/>
              <a:pathLst>
                <a:path extrusionOk="0" h="4036" w="5087">
                  <a:moveTo>
                    <a:pt x="38" y="0"/>
                  </a:moveTo>
                  <a:lnTo>
                    <a:pt x="0" y="54"/>
                  </a:lnTo>
                  <a:lnTo>
                    <a:pt x="5033" y="4036"/>
                  </a:lnTo>
                  <a:lnTo>
                    <a:pt x="5086" y="3985"/>
                  </a:lnTo>
                  <a:lnTo>
                    <a:pt x="38"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5" name="Google Shape;1725;p33"/>
            <p:cNvSpPr/>
            <p:nvPr/>
          </p:nvSpPr>
          <p:spPr>
            <a:xfrm>
              <a:off x="7212678" y="281471"/>
              <a:ext cx="339014" cy="269197"/>
            </a:xfrm>
            <a:custGeom>
              <a:rect b="b" l="l" r="r" t="t"/>
              <a:pathLst>
                <a:path extrusionOk="0" h="4037" w="5084">
                  <a:moveTo>
                    <a:pt x="38" y="1"/>
                  </a:moveTo>
                  <a:lnTo>
                    <a:pt x="0" y="54"/>
                  </a:lnTo>
                  <a:lnTo>
                    <a:pt x="5033" y="4036"/>
                  </a:lnTo>
                  <a:lnTo>
                    <a:pt x="5083" y="3986"/>
                  </a:lnTo>
                  <a:lnTo>
                    <a:pt x="38"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6" name="Google Shape;1726;p33"/>
            <p:cNvSpPr/>
            <p:nvPr/>
          </p:nvSpPr>
          <p:spPr>
            <a:xfrm>
              <a:off x="7562099" y="941371"/>
              <a:ext cx="413432" cy="283867"/>
            </a:xfrm>
            <a:custGeom>
              <a:rect b="b" l="l" r="r" t="t"/>
              <a:pathLst>
                <a:path extrusionOk="0" h="4257" w="6200">
                  <a:moveTo>
                    <a:pt x="1313" y="0"/>
                  </a:moveTo>
                  <a:cubicBezTo>
                    <a:pt x="942" y="0"/>
                    <a:pt x="583" y="201"/>
                    <a:pt x="409" y="550"/>
                  </a:cubicBezTo>
                  <a:lnTo>
                    <a:pt x="265" y="824"/>
                  </a:lnTo>
                  <a:cubicBezTo>
                    <a:pt x="0" y="1324"/>
                    <a:pt x="199" y="1937"/>
                    <a:pt x="696" y="2201"/>
                  </a:cubicBezTo>
                  <a:lnTo>
                    <a:pt x="4419" y="4139"/>
                  </a:lnTo>
                  <a:cubicBezTo>
                    <a:pt x="4569" y="4218"/>
                    <a:pt x="4730" y="4256"/>
                    <a:pt x="4889" y="4256"/>
                  </a:cubicBezTo>
                  <a:cubicBezTo>
                    <a:pt x="5256" y="4256"/>
                    <a:pt x="5612" y="4055"/>
                    <a:pt x="5794" y="3708"/>
                  </a:cubicBezTo>
                  <a:lnTo>
                    <a:pt x="5939" y="3431"/>
                  </a:lnTo>
                  <a:cubicBezTo>
                    <a:pt x="6200" y="2934"/>
                    <a:pt x="6005" y="2305"/>
                    <a:pt x="5505" y="2057"/>
                  </a:cubicBezTo>
                  <a:lnTo>
                    <a:pt x="1784" y="116"/>
                  </a:lnTo>
                  <a:cubicBezTo>
                    <a:pt x="1634" y="37"/>
                    <a:pt x="1472" y="0"/>
                    <a:pt x="1313"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7" name="Google Shape;1727;p33"/>
            <p:cNvSpPr/>
            <p:nvPr/>
          </p:nvSpPr>
          <p:spPr>
            <a:xfrm>
              <a:off x="6958280" y="443179"/>
              <a:ext cx="879275" cy="879075"/>
            </a:xfrm>
            <a:custGeom>
              <a:rect b="b" l="l" r="r" t="t"/>
              <a:pathLst>
                <a:path extrusionOk="0" h="13183" w="13186">
                  <a:moveTo>
                    <a:pt x="6593" y="1"/>
                  </a:moveTo>
                  <a:cubicBezTo>
                    <a:pt x="2951" y="1"/>
                    <a:pt x="0" y="2948"/>
                    <a:pt x="0" y="6593"/>
                  </a:cubicBezTo>
                  <a:cubicBezTo>
                    <a:pt x="0" y="10235"/>
                    <a:pt x="2951" y="13182"/>
                    <a:pt x="6593" y="13182"/>
                  </a:cubicBezTo>
                  <a:cubicBezTo>
                    <a:pt x="10235" y="13182"/>
                    <a:pt x="13185" y="10235"/>
                    <a:pt x="13185" y="6593"/>
                  </a:cubicBezTo>
                  <a:cubicBezTo>
                    <a:pt x="13185" y="2948"/>
                    <a:pt x="10235" y="1"/>
                    <a:pt x="6593" y="1"/>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8" name="Google Shape;1728;p33"/>
            <p:cNvSpPr/>
            <p:nvPr/>
          </p:nvSpPr>
          <p:spPr>
            <a:xfrm>
              <a:off x="7003758" y="488523"/>
              <a:ext cx="788254" cy="788387"/>
            </a:xfrm>
            <a:custGeom>
              <a:rect b="b" l="l" r="r" t="t"/>
              <a:pathLst>
                <a:path extrusionOk="0" h="11823" w="11821">
                  <a:moveTo>
                    <a:pt x="5911" y="0"/>
                  </a:moveTo>
                  <a:cubicBezTo>
                    <a:pt x="2649" y="0"/>
                    <a:pt x="1" y="2648"/>
                    <a:pt x="1" y="5913"/>
                  </a:cubicBezTo>
                  <a:cubicBezTo>
                    <a:pt x="1" y="9175"/>
                    <a:pt x="2649" y="11823"/>
                    <a:pt x="5911" y="11823"/>
                  </a:cubicBezTo>
                  <a:cubicBezTo>
                    <a:pt x="9175" y="11823"/>
                    <a:pt x="11821" y="9175"/>
                    <a:pt x="11821" y="5913"/>
                  </a:cubicBezTo>
                  <a:cubicBezTo>
                    <a:pt x="11821" y="2648"/>
                    <a:pt x="9175" y="0"/>
                    <a:pt x="5911"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9" name="Google Shape;1729;p33"/>
            <p:cNvSpPr/>
            <p:nvPr/>
          </p:nvSpPr>
          <p:spPr>
            <a:xfrm>
              <a:off x="7091247" y="548872"/>
              <a:ext cx="632617" cy="382091"/>
            </a:xfrm>
            <a:custGeom>
              <a:rect b="b" l="l" r="r" t="t"/>
              <a:pathLst>
                <a:path extrusionOk="0" h="5730" w="9487">
                  <a:moveTo>
                    <a:pt x="5162" y="1"/>
                  </a:moveTo>
                  <a:cubicBezTo>
                    <a:pt x="2778" y="1"/>
                    <a:pt x="1139" y="878"/>
                    <a:pt x="601" y="2948"/>
                  </a:cubicBezTo>
                  <a:cubicBezTo>
                    <a:pt x="0" y="5257"/>
                    <a:pt x="1966" y="5335"/>
                    <a:pt x="4350" y="5335"/>
                  </a:cubicBezTo>
                  <a:cubicBezTo>
                    <a:pt x="5627" y="5335"/>
                    <a:pt x="7009" y="5729"/>
                    <a:pt x="8018" y="5729"/>
                  </a:cubicBezTo>
                  <a:cubicBezTo>
                    <a:pt x="8893" y="5729"/>
                    <a:pt x="9486" y="5433"/>
                    <a:pt x="9486" y="4326"/>
                  </a:cubicBezTo>
                  <a:cubicBezTo>
                    <a:pt x="9486" y="1942"/>
                    <a:pt x="7549" y="1"/>
                    <a:pt x="516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0" name="Google Shape;1730;p33"/>
            <p:cNvSpPr/>
            <p:nvPr/>
          </p:nvSpPr>
          <p:spPr>
            <a:xfrm>
              <a:off x="7364716" y="1004454"/>
              <a:ext cx="330412" cy="202848"/>
            </a:xfrm>
            <a:custGeom>
              <a:rect b="b" l="l" r="r" t="t"/>
              <a:pathLst>
                <a:path extrusionOk="0" h="3042" w="4955">
                  <a:moveTo>
                    <a:pt x="3038" y="0"/>
                  </a:moveTo>
                  <a:cubicBezTo>
                    <a:pt x="2734" y="0"/>
                    <a:pt x="2425" y="50"/>
                    <a:pt x="2149" y="154"/>
                  </a:cubicBezTo>
                  <a:cubicBezTo>
                    <a:pt x="1205" y="507"/>
                    <a:pt x="1" y="1032"/>
                    <a:pt x="274" y="1752"/>
                  </a:cubicBezTo>
                  <a:cubicBezTo>
                    <a:pt x="506" y="2364"/>
                    <a:pt x="1649" y="3042"/>
                    <a:pt x="2569" y="3042"/>
                  </a:cubicBezTo>
                  <a:cubicBezTo>
                    <a:pt x="2751" y="3042"/>
                    <a:pt x="2924" y="3015"/>
                    <a:pt x="3080" y="2957"/>
                  </a:cubicBezTo>
                  <a:cubicBezTo>
                    <a:pt x="4023" y="2605"/>
                    <a:pt x="4954" y="1529"/>
                    <a:pt x="4678" y="809"/>
                  </a:cubicBezTo>
                  <a:cubicBezTo>
                    <a:pt x="4484" y="291"/>
                    <a:pt x="3772" y="0"/>
                    <a:pt x="303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1" name="Google Shape;1731;p33"/>
            <p:cNvSpPr/>
            <p:nvPr/>
          </p:nvSpPr>
          <p:spPr>
            <a:xfrm>
              <a:off x="7062306" y="953974"/>
              <a:ext cx="262196" cy="222319"/>
            </a:xfrm>
            <a:custGeom>
              <a:rect b="b" l="l" r="r" t="t"/>
              <a:pathLst>
                <a:path extrusionOk="0" h="3334" w="3932">
                  <a:moveTo>
                    <a:pt x="2008" y="1"/>
                  </a:moveTo>
                  <a:cubicBezTo>
                    <a:pt x="1334" y="1"/>
                    <a:pt x="622" y="221"/>
                    <a:pt x="381" y="635"/>
                  </a:cubicBezTo>
                  <a:cubicBezTo>
                    <a:pt x="0" y="1305"/>
                    <a:pt x="708" y="2563"/>
                    <a:pt x="1428" y="2981"/>
                  </a:cubicBezTo>
                  <a:cubicBezTo>
                    <a:pt x="1800" y="3190"/>
                    <a:pt x="2251" y="3333"/>
                    <a:pt x="2653" y="3333"/>
                  </a:cubicBezTo>
                  <a:cubicBezTo>
                    <a:pt x="3032" y="3333"/>
                    <a:pt x="3367" y="3207"/>
                    <a:pt x="3551" y="2890"/>
                  </a:cubicBezTo>
                  <a:cubicBezTo>
                    <a:pt x="3932" y="2236"/>
                    <a:pt x="3762" y="647"/>
                    <a:pt x="3042" y="229"/>
                  </a:cubicBezTo>
                  <a:cubicBezTo>
                    <a:pt x="2777" y="75"/>
                    <a:pt x="2399" y="1"/>
                    <a:pt x="200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2_1">
    <p:bg>
      <p:bgPr>
        <a:solidFill>
          <a:schemeClr val="dk2"/>
        </a:solidFill>
      </p:bgPr>
    </p:bg>
    <p:spTree>
      <p:nvGrpSpPr>
        <p:cNvPr id="1732" name="Shape 1732"/>
        <p:cNvGrpSpPr/>
        <p:nvPr/>
      </p:nvGrpSpPr>
      <p:grpSpPr>
        <a:xfrm>
          <a:off x="0" y="0"/>
          <a:ext cx="0" cy="0"/>
          <a:chOff x="0" y="0"/>
          <a:chExt cx="0" cy="0"/>
        </a:xfrm>
      </p:grpSpPr>
      <p:grpSp>
        <p:nvGrpSpPr>
          <p:cNvPr id="1733" name="Google Shape;1733;p34"/>
          <p:cNvGrpSpPr/>
          <p:nvPr/>
        </p:nvGrpSpPr>
        <p:grpSpPr>
          <a:xfrm>
            <a:off x="7354655" y="749603"/>
            <a:ext cx="2408360" cy="1992670"/>
            <a:chOff x="4654765" y="2053719"/>
            <a:chExt cx="1574709" cy="1302909"/>
          </a:xfrm>
        </p:grpSpPr>
        <p:sp>
          <p:nvSpPr>
            <p:cNvPr id="1734" name="Google Shape;1734;p34"/>
            <p:cNvSpPr/>
            <p:nvPr/>
          </p:nvSpPr>
          <p:spPr>
            <a:xfrm>
              <a:off x="4753523" y="2053719"/>
              <a:ext cx="1475950" cy="1302909"/>
            </a:xfrm>
            <a:custGeom>
              <a:rect b="b" l="l" r="r" t="t"/>
              <a:pathLst>
                <a:path extrusionOk="0" h="19539" w="22134">
                  <a:moveTo>
                    <a:pt x="21951" y="7628"/>
                  </a:moveTo>
                  <a:cubicBezTo>
                    <a:pt x="21832" y="6908"/>
                    <a:pt x="21124" y="6408"/>
                    <a:pt x="20404" y="6540"/>
                  </a:cubicBezTo>
                  <a:lnTo>
                    <a:pt x="17928" y="6958"/>
                  </a:lnTo>
                  <a:cubicBezTo>
                    <a:pt x="17639" y="6121"/>
                    <a:pt x="17221" y="5307"/>
                    <a:pt x="16658" y="4561"/>
                  </a:cubicBezTo>
                  <a:cubicBezTo>
                    <a:pt x="13774" y="762"/>
                    <a:pt x="8361" y="1"/>
                    <a:pt x="4549" y="2885"/>
                  </a:cubicBezTo>
                  <a:cubicBezTo>
                    <a:pt x="746" y="5766"/>
                    <a:pt x="1" y="11179"/>
                    <a:pt x="2882" y="14978"/>
                  </a:cubicBezTo>
                  <a:cubicBezTo>
                    <a:pt x="5753" y="18781"/>
                    <a:pt x="11179" y="19539"/>
                    <a:pt x="14978" y="16658"/>
                  </a:cubicBezTo>
                  <a:cubicBezTo>
                    <a:pt x="17155" y="15007"/>
                    <a:pt x="18334" y="12528"/>
                    <a:pt x="18400" y="9999"/>
                  </a:cubicBezTo>
                  <a:lnTo>
                    <a:pt x="20916" y="9581"/>
                  </a:lnTo>
                  <a:cubicBezTo>
                    <a:pt x="21649" y="9449"/>
                    <a:pt x="22134" y="8754"/>
                    <a:pt x="22017" y="803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5" name="Google Shape;1735;p34"/>
            <p:cNvSpPr/>
            <p:nvPr/>
          </p:nvSpPr>
          <p:spPr>
            <a:xfrm>
              <a:off x="5572330" y="2521771"/>
              <a:ext cx="558399" cy="266397"/>
            </a:xfrm>
            <a:custGeom>
              <a:rect b="b" l="l" r="r" t="t"/>
              <a:pathLst>
                <a:path extrusionOk="0" h="3995" w="8374">
                  <a:moveTo>
                    <a:pt x="6858" y="0"/>
                  </a:moveTo>
                  <a:cubicBezTo>
                    <a:pt x="6787" y="0"/>
                    <a:pt x="6716" y="6"/>
                    <a:pt x="6643" y="18"/>
                  </a:cubicBezTo>
                  <a:lnTo>
                    <a:pt x="1218" y="936"/>
                  </a:lnTo>
                  <a:cubicBezTo>
                    <a:pt x="498" y="1056"/>
                    <a:pt x="1" y="1748"/>
                    <a:pt x="133" y="2484"/>
                  </a:cubicBezTo>
                  <a:lnTo>
                    <a:pt x="196" y="2877"/>
                  </a:lnTo>
                  <a:cubicBezTo>
                    <a:pt x="303" y="3536"/>
                    <a:pt x="877" y="3995"/>
                    <a:pt x="1525" y="3995"/>
                  </a:cubicBezTo>
                  <a:cubicBezTo>
                    <a:pt x="1597" y="3995"/>
                    <a:pt x="1670" y="3989"/>
                    <a:pt x="1743" y="3978"/>
                  </a:cubicBezTo>
                  <a:lnTo>
                    <a:pt x="7156" y="3059"/>
                  </a:lnTo>
                  <a:cubicBezTo>
                    <a:pt x="7889" y="2943"/>
                    <a:pt x="8373" y="2235"/>
                    <a:pt x="8257" y="1512"/>
                  </a:cubicBezTo>
                  <a:lnTo>
                    <a:pt x="8191" y="1119"/>
                  </a:lnTo>
                  <a:cubicBezTo>
                    <a:pt x="8072" y="459"/>
                    <a:pt x="7499" y="0"/>
                    <a:pt x="6858"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6" name="Google Shape;1736;p34"/>
            <p:cNvSpPr/>
            <p:nvPr/>
          </p:nvSpPr>
          <p:spPr>
            <a:xfrm>
              <a:off x="4654765" y="2162813"/>
              <a:ext cx="1302042" cy="1151940"/>
            </a:xfrm>
            <a:custGeom>
              <a:rect b="b" l="l" r="r" t="t"/>
              <a:pathLst>
                <a:path extrusionOk="0" h="17275" w="19526">
                  <a:moveTo>
                    <a:pt x="9751" y="0"/>
                  </a:moveTo>
                  <a:cubicBezTo>
                    <a:pt x="7936" y="0"/>
                    <a:pt x="6105" y="569"/>
                    <a:pt x="4548" y="1746"/>
                  </a:cubicBezTo>
                  <a:cubicBezTo>
                    <a:pt x="746" y="4630"/>
                    <a:pt x="0" y="10040"/>
                    <a:pt x="2869" y="13855"/>
                  </a:cubicBezTo>
                  <a:cubicBezTo>
                    <a:pt x="4569" y="16095"/>
                    <a:pt x="7148" y="17274"/>
                    <a:pt x="9760" y="17274"/>
                  </a:cubicBezTo>
                  <a:cubicBezTo>
                    <a:pt x="11579" y="17274"/>
                    <a:pt x="13413" y="16703"/>
                    <a:pt x="14978" y="15519"/>
                  </a:cubicBezTo>
                  <a:cubicBezTo>
                    <a:pt x="18780" y="12650"/>
                    <a:pt x="19526" y="7225"/>
                    <a:pt x="16645" y="3422"/>
                  </a:cubicBezTo>
                  <a:cubicBezTo>
                    <a:pt x="14950" y="1180"/>
                    <a:pt x="12366" y="0"/>
                    <a:pt x="9751"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7" name="Google Shape;1737;p34"/>
            <p:cNvSpPr/>
            <p:nvPr/>
          </p:nvSpPr>
          <p:spPr>
            <a:xfrm>
              <a:off x="4722048" y="2222428"/>
              <a:ext cx="1167477" cy="1032779"/>
            </a:xfrm>
            <a:custGeom>
              <a:rect b="b" l="l" r="r" t="t"/>
              <a:pathLst>
                <a:path extrusionOk="0" h="15488" w="17508">
                  <a:moveTo>
                    <a:pt x="8753" y="1"/>
                  </a:moveTo>
                  <a:cubicBezTo>
                    <a:pt x="7124" y="1"/>
                    <a:pt x="5480" y="513"/>
                    <a:pt x="4077" y="1572"/>
                  </a:cubicBezTo>
                  <a:cubicBezTo>
                    <a:pt x="668" y="4154"/>
                    <a:pt x="1" y="9004"/>
                    <a:pt x="2583" y="12411"/>
                  </a:cubicBezTo>
                  <a:cubicBezTo>
                    <a:pt x="4105" y="14428"/>
                    <a:pt x="6417" y="15488"/>
                    <a:pt x="8757" y="15488"/>
                  </a:cubicBezTo>
                  <a:cubicBezTo>
                    <a:pt x="10383" y="15488"/>
                    <a:pt x="12022" y="14976"/>
                    <a:pt x="13418" y="13917"/>
                  </a:cubicBezTo>
                  <a:cubicBezTo>
                    <a:pt x="16840" y="11335"/>
                    <a:pt x="17507" y="6488"/>
                    <a:pt x="14928" y="3066"/>
                  </a:cubicBezTo>
                  <a:cubicBezTo>
                    <a:pt x="13406" y="1058"/>
                    <a:pt x="11095" y="1"/>
                    <a:pt x="8753"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8" name="Google Shape;1738;p34"/>
            <p:cNvSpPr/>
            <p:nvPr/>
          </p:nvSpPr>
          <p:spPr>
            <a:xfrm>
              <a:off x="4762125" y="2258304"/>
              <a:ext cx="1086458" cy="960828"/>
            </a:xfrm>
            <a:custGeom>
              <a:rect b="b" l="l" r="r" t="t"/>
              <a:pathLst>
                <a:path extrusionOk="0" h="14409" w="16293">
                  <a:moveTo>
                    <a:pt x="8150" y="0"/>
                  </a:moveTo>
                  <a:cubicBezTo>
                    <a:pt x="6634" y="0"/>
                    <a:pt x="5104" y="478"/>
                    <a:pt x="3803" y="1468"/>
                  </a:cubicBezTo>
                  <a:cubicBezTo>
                    <a:pt x="630" y="3865"/>
                    <a:pt x="1" y="8388"/>
                    <a:pt x="2413" y="11558"/>
                  </a:cubicBezTo>
                  <a:cubicBezTo>
                    <a:pt x="3828" y="13427"/>
                    <a:pt x="5979" y="14408"/>
                    <a:pt x="8156" y="14408"/>
                  </a:cubicBezTo>
                  <a:cubicBezTo>
                    <a:pt x="9672" y="14408"/>
                    <a:pt x="11201" y="13932"/>
                    <a:pt x="12503" y="12948"/>
                  </a:cubicBezTo>
                  <a:cubicBezTo>
                    <a:pt x="15676" y="10548"/>
                    <a:pt x="16293" y="6029"/>
                    <a:pt x="13893" y="2855"/>
                  </a:cubicBezTo>
                  <a:cubicBezTo>
                    <a:pt x="12480" y="986"/>
                    <a:pt x="10328" y="0"/>
                    <a:pt x="8150" y="0"/>
                  </a:cubicBezTo>
                  <a:close/>
                </a:path>
              </a:pathLst>
            </a:custGeom>
            <a:solidFill>
              <a:srgbClr val="E1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9" name="Google Shape;1739;p34"/>
            <p:cNvSpPr/>
            <p:nvPr/>
          </p:nvSpPr>
          <p:spPr>
            <a:xfrm>
              <a:off x="4862817" y="2458888"/>
              <a:ext cx="766449" cy="545196"/>
            </a:xfrm>
            <a:custGeom>
              <a:rect b="b" l="l" r="r" t="t"/>
              <a:pathLst>
                <a:path extrusionOk="0" h="8176" w="11494">
                  <a:moveTo>
                    <a:pt x="8217" y="1"/>
                  </a:moveTo>
                  <a:cubicBezTo>
                    <a:pt x="6676" y="1"/>
                    <a:pt x="5687" y="2876"/>
                    <a:pt x="5687" y="2876"/>
                  </a:cubicBezTo>
                  <a:cubicBezTo>
                    <a:pt x="5687" y="2876"/>
                    <a:pt x="0" y="3493"/>
                    <a:pt x="3287" y="6911"/>
                  </a:cubicBezTo>
                  <a:cubicBezTo>
                    <a:pt x="4215" y="7867"/>
                    <a:pt x="5659" y="8175"/>
                    <a:pt x="6945" y="8175"/>
                  </a:cubicBezTo>
                  <a:cubicBezTo>
                    <a:pt x="7985" y="8175"/>
                    <a:pt x="8921" y="7974"/>
                    <a:pt x="9395" y="7751"/>
                  </a:cubicBezTo>
                  <a:cubicBezTo>
                    <a:pt x="10628" y="6767"/>
                    <a:pt x="11493" y="3713"/>
                    <a:pt x="10248" y="1656"/>
                  </a:cubicBezTo>
                  <a:cubicBezTo>
                    <a:pt x="9504" y="438"/>
                    <a:pt x="8819" y="1"/>
                    <a:pt x="8217"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0" name="Google Shape;1740;p34"/>
            <p:cNvSpPr/>
            <p:nvPr/>
          </p:nvSpPr>
          <p:spPr>
            <a:xfrm>
              <a:off x="4946705" y="2405075"/>
              <a:ext cx="714836" cy="637018"/>
            </a:xfrm>
            <a:custGeom>
              <a:rect b="b" l="l" r="r" t="t"/>
              <a:pathLst>
                <a:path extrusionOk="0" h="9553" w="10720">
                  <a:moveTo>
                    <a:pt x="7102" y="236"/>
                  </a:moveTo>
                  <a:cubicBezTo>
                    <a:pt x="7835" y="236"/>
                    <a:pt x="8571" y="852"/>
                    <a:pt x="9317" y="2057"/>
                  </a:cubicBezTo>
                  <a:cubicBezTo>
                    <a:pt x="10719" y="4378"/>
                    <a:pt x="9710" y="7772"/>
                    <a:pt x="8373" y="8860"/>
                  </a:cubicBezTo>
                  <a:cubicBezTo>
                    <a:pt x="7864" y="9080"/>
                    <a:pt x="6813" y="9316"/>
                    <a:pt x="5621" y="9316"/>
                  </a:cubicBezTo>
                  <a:cubicBezTo>
                    <a:pt x="4611" y="9316"/>
                    <a:pt x="2737" y="9134"/>
                    <a:pt x="1557" y="7917"/>
                  </a:cubicBezTo>
                  <a:cubicBezTo>
                    <a:pt x="614" y="6932"/>
                    <a:pt x="262" y="6080"/>
                    <a:pt x="510" y="5372"/>
                  </a:cubicBezTo>
                  <a:cubicBezTo>
                    <a:pt x="1048" y="3878"/>
                    <a:pt x="4193" y="3526"/>
                    <a:pt x="4231" y="3513"/>
                  </a:cubicBezTo>
                  <a:lnTo>
                    <a:pt x="4297" y="3513"/>
                  </a:lnTo>
                  <a:lnTo>
                    <a:pt x="4325" y="3435"/>
                  </a:lnTo>
                  <a:cubicBezTo>
                    <a:pt x="4338" y="3406"/>
                    <a:pt x="5451" y="236"/>
                    <a:pt x="7102" y="236"/>
                  </a:cubicBezTo>
                  <a:close/>
                  <a:moveTo>
                    <a:pt x="7102" y="0"/>
                  </a:moveTo>
                  <a:cubicBezTo>
                    <a:pt x="5410" y="0"/>
                    <a:pt x="4309" y="2790"/>
                    <a:pt x="4127" y="3290"/>
                  </a:cubicBezTo>
                  <a:cubicBezTo>
                    <a:pt x="3630" y="3356"/>
                    <a:pt x="837" y="3774"/>
                    <a:pt x="287" y="5293"/>
                  </a:cubicBezTo>
                  <a:cubicBezTo>
                    <a:pt x="0" y="6080"/>
                    <a:pt x="378" y="7023"/>
                    <a:pt x="1387" y="8086"/>
                  </a:cubicBezTo>
                  <a:cubicBezTo>
                    <a:pt x="2633" y="9370"/>
                    <a:pt x="4574" y="9552"/>
                    <a:pt x="5621" y="9552"/>
                  </a:cubicBezTo>
                  <a:cubicBezTo>
                    <a:pt x="6866" y="9552"/>
                    <a:pt x="7955" y="9304"/>
                    <a:pt x="8493" y="9068"/>
                  </a:cubicBezTo>
                  <a:lnTo>
                    <a:pt x="8505" y="9055"/>
                  </a:lnTo>
                  <a:lnTo>
                    <a:pt x="8518" y="9043"/>
                  </a:lnTo>
                  <a:cubicBezTo>
                    <a:pt x="9251" y="8451"/>
                    <a:pt x="9854" y="7272"/>
                    <a:pt x="10103" y="5963"/>
                  </a:cubicBezTo>
                  <a:cubicBezTo>
                    <a:pt x="10392" y="4457"/>
                    <a:pt x="10182" y="3026"/>
                    <a:pt x="9515" y="1941"/>
                  </a:cubicBezTo>
                  <a:cubicBezTo>
                    <a:pt x="8728" y="654"/>
                    <a:pt x="7926" y="0"/>
                    <a:pt x="7102"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1" name="Google Shape;1741;p34"/>
            <p:cNvSpPr/>
            <p:nvPr/>
          </p:nvSpPr>
          <p:spPr>
            <a:xfrm>
              <a:off x="4883756" y="2344659"/>
              <a:ext cx="827463" cy="738509"/>
            </a:xfrm>
            <a:custGeom>
              <a:rect b="b" l="l" r="r" t="t"/>
              <a:pathLst>
                <a:path extrusionOk="0" h="11075" w="12409">
                  <a:moveTo>
                    <a:pt x="8216" y="264"/>
                  </a:moveTo>
                  <a:cubicBezTo>
                    <a:pt x="9056" y="264"/>
                    <a:pt x="9921" y="985"/>
                    <a:pt x="10786" y="2387"/>
                  </a:cubicBezTo>
                  <a:cubicBezTo>
                    <a:pt x="12409" y="5073"/>
                    <a:pt x="11258" y="9005"/>
                    <a:pt x="9710" y="10263"/>
                  </a:cubicBezTo>
                  <a:cubicBezTo>
                    <a:pt x="9122" y="10537"/>
                    <a:pt x="7914" y="10801"/>
                    <a:pt x="6540" y="10801"/>
                  </a:cubicBezTo>
                  <a:cubicBezTo>
                    <a:pt x="5360" y="10801"/>
                    <a:pt x="3184" y="10590"/>
                    <a:pt x="1809" y="9175"/>
                  </a:cubicBezTo>
                  <a:cubicBezTo>
                    <a:pt x="709" y="8021"/>
                    <a:pt x="287" y="7027"/>
                    <a:pt x="589" y="6212"/>
                  </a:cubicBezTo>
                  <a:cubicBezTo>
                    <a:pt x="1218" y="4482"/>
                    <a:pt x="4848" y="4076"/>
                    <a:pt x="4889" y="4076"/>
                  </a:cubicBezTo>
                  <a:lnTo>
                    <a:pt x="4980" y="4064"/>
                  </a:lnTo>
                  <a:lnTo>
                    <a:pt x="5005" y="3985"/>
                  </a:lnTo>
                  <a:cubicBezTo>
                    <a:pt x="5018" y="3947"/>
                    <a:pt x="6304" y="264"/>
                    <a:pt x="8216" y="264"/>
                  </a:cubicBezTo>
                  <a:close/>
                  <a:moveTo>
                    <a:pt x="8216" y="0"/>
                  </a:moveTo>
                  <a:cubicBezTo>
                    <a:pt x="6263" y="0"/>
                    <a:pt x="4980" y="3240"/>
                    <a:pt x="4769" y="3815"/>
                  </a:cubicBezTo>
                  <a:cubicBezTo>
                    <a:pt x="4193" y="3881"/>
                    <a:pt x="970" y="4366"/>
                    <a:pt x="328" y="6121"/>
                  </a:cubicBezTo>
                  <a:cubicBezTo>
                    <a:pt x="1" y="7039"/>
                    <a:pt x="432" y="8127"/>
                    <a:pt x="1611" y="9357"/>
                  </a:cubicBezTo>
                  <a:cubicBezTo>
                    <a:pt x="3052" y="10851"/>
                    <a:pt x="5319" y="11075"/>
                    <a:pt x="6540" y="11075"/>
                  </a:cubicBezTo>
                  <a:cubicBezTo>
                    <a:pt x="7968" y="11075"/>
                    <a:pt x="9226" y="10801"/>
                    <a:pt x="9842" y="10512"/>
                  </a:cubicBezTo>
                  <a:lnTo>
                    <a:pt x="9855" y="10499"/>
                  </a:lnTo>
                  <a:lnTo>
                    <a:pt x="9867" y="10499"/>
                  </a:lnTo>
                  <a:cubicBezTo>
                    <a:pt x="10720" y="9816"/>
                    <a:pt x="11427" y="8442"/>
                    <a:pt x="11717" y="6907"/>
                  </a:cubicBezTo>
                  <a:cubicBezTo>
                    <a:pt x="12031" y="5177"/>
                    <a:pt x="11780" y="3513"/>
                    <a:pt x="11009" y="2243"/>
                  </a:cubicBezTo>
                  <a:cubicBezTo>
                    <a:pt x="10103" y="749"/>
                    <a:pt x="9160" y="0"/>
                    <a:pt x="821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42" name="Google Shape;1742;p34"/>
          <p:cNvGrpSpPr/>
          <p:nvPr/>
        </p:nvGrpSpPr>
        <p:grpSpPr>
          <a:xfrm>
            <a:off x="5068582" y="1127304"/>
            <a:ext cx="2286076" cy="2104869"/>
            <a:chOff x="4354222" y="153972"/>
            <a:chExt cx="1400867" cy="1289906"/>
          </a:xfrm>
        </p:grpSpPr>
        <p:sp>
          <p:nvSpPr>
            <p:cNvPr id="1743" name="Google Shape;1743;p34"/>
            <p:cNvSpPr/>
            <p:nvPr/>
          </p:nvSpPr>
          <p:spPr>
            <a:xfrm>
              <a:off x="4452780" y="153972"/>
              <a:ext cx="1302309" cy="1289906"/>
            </a:xfrm>
            <a:custGeom>
              <a:rect b="b" l="l" r="r" t="t"/>
              <a:pathLst>
                <a:path extrusionOk="0" h="19344" w="19530">
                  <a:moveTo>
                    <a:pt x="8140" y="18450"/>
                  </a:moveTo>
                  <a:cubicBezTo>
                    <a:pt x="13028" y="19344"/>
                    <a:pt x="17733" y="16132"/>
                    <a:pt x="18623" y="11282"/>
                  </a:cubicBezTo>
                  <a:cubicBezTo>
                    <a:pt x="19529" y="6432"/>
                    <a:pt x="16293" y="1781"/>
                    <a:pt x="11389" y="891"/>
                  </a:cubicBezTo>
                  <a:cubicBezTo>
                    <a:pt x="6502" y="1"/>
                    <a:pt x="1796" y="3209"/>
                    <a:pt x="906" y="8059"/>
                  </a:cubicBezTo>
                  <a:cubicBezTo>
                    <a:pt x="0" y="12908"/>
                    <a:pt x="3240" y="17560"/>
                    <a:pt x="8140" y="1845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4" name="Google Shape;1744;p34"/>
            <p:cNvSpPr/>
            <p:nvPr/>
          </p:nvSpPr>
          <p:spPr>
            <a:xfrm>
              <a:off x="4354222" y="237393"/>
              <a:ext cx="1302042" cy="1190149"/>
            </a:xfrm>
            <a:custGeom>
              <a:rect b="b" l="l" r="r" t="t"/>
              <a:pathLst>
                <a:path extrusionOk="0" h="17848" w="19526">
                  <a:moveTo>
                    <a:pt x="9746" y="1"/>
                  </a:moveTo>
                  <a:cubicBezTo>
                    <a:pt x="5487" y="1"/>
                    <a:pt x="1691" y="3004"/>
                    <a:pt x="890" y="7304"/>
                  </a:cubicBezTo>
                  <a:cubicBezTo>
                    <a:pt x="0" y="12154"/>
                    <a:pt x="3237" y="16806"/>
                    <a:pt x="8124" y="17699"/>
                  </a:cubicBezTo>
                  <a:cubicBezTo>
                    <a:pt x="8675" y="17799"/>
                    <a:pt x="9222" y="17848"/>
                    <a:pt x="9763" y="17848"/>
                  </a:cubicBezTo>
                  <a:cubicBezTo>
                    <a:pt x="14033" y="17848"/>
                    <a:pt x="17830" y="14834"/>
                    <a:pt x="18620" y="10528"/>
                  </a:cubicBezTo>
                  <a:cubicBezTo>
                    <a:pt x="19526" y="5694"/>
                    <a:pt x="16289" y="1042"/>
                    <a:pt x="11386" y="149"/>
                  </a:cubicBezTo>
                  <a:cubicBezTo>
                    <a:pt x="10835" y="49"/>
                    <a:pt x="10287" y="1"/>
                    <a:pt x="9746"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5" name="Google Shape;1745;p34"/>
            <p:cNvSpPr/>
            <p:nvPr/>
          </p:nvSpPr>
          <p:spPr>
            <a:xfrm>
              <a:off x="5126684" y="923500"/>
              <a:ext cx="348616" cy="289069"/>
            </a:xfrm>
            <a:custGeom>
              <a:rect b="b" l="l" r="r" t="t"/>
              <a:pathLst>
                <a:path extrusionOk="0" h="4335" w="5228">
                  <a:moveTo>
                    <a:pt x="1212" y="0"/>
                  </a:moveTo>
                  <a:cubicBezTo>
                    <a:pt x="937" y="0"/>
                    <a:pt x="667" y="118"/>
                    <a:pt x="484" y="346"/>
                  </a:cubicBezTo>
                  <a:lnTo>
                    <a:pt x="315" y="570"/>
                  </a:lnTo>
                  <a:cubicBezTo>
                    <a:pt x="0" y="963"/>
                    <a:pt x="79" y="1538"/>
                    <a:pt x="472" y="1853"/>
                  </a:cubicBezTo>
                  <a:lnTo>
                    <a:pt x="3460" y="4146"/>
                  </a:lnTo>
                  <a:cubicBezTo>
                    <a:pt x="3625" y="4273"/>
                    <a:pt x="3825" y="4334"/>
                    <a:pt x="4023" y="4334"/>
                  </a:cubicBezTo>
                  <a:cubicBezTo>
                    <a:pt x="4297" y="4334"/>
                    <a:pt x="4568" y="4216"/>
                    <a:pt x="4743" y="3988"/>
                  </a:cubicBezTo>
                  <a:lnTo>
                    <a:pt x="4913" y="3765"/>
                  </a:lnTo>
                  <a:cubicBezTo>
                    <a:pt x="5227" y="3372"/>
                    <a:pt x="5165" y="2796"/>
                    <a:pt x="4756" y="2494"/>
                  </a:cubicBezTo>
                  <a:lnTo>
                    <a:pt x="1783" y="189"/>
                  </a:lnTo>
                  <a:cubicBezTo>
                    <a:pt x="1612" y="62"/>
                    <a:pt x="1410" y="0"/>
                    <a:pt x="1212"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6" name="Google Shape;1746;p34"/>
            <p:cNvSpPr/>
            <p:nvPr/>
          </p:nvSpPr>
          <p:spPr>
            <a:xfrm>
              <a:off x="4576078" y="440045"/>
              <a:ext cx="858337" cy="784720"/>
            </a:xfrm>
            <a:custGeom>
              <a:rect b="b" l="l" r="r" t="t"/>
              <a:pathLst>
                <a:path extrusionOk="0" h="11768" w="12872">
                  <a:moveTo>
                    <a:pt x="6430" y="0"/>
                  </a:moveTo>
                  <a:cubicBezTo>
                    <a:pt x="3619" y="0"/>
                    <a:pt x="1114" y="1990"/>
                    <a:pt x="589" y="4816"/>
                  </a:cubicBezTo>
                  <a:cubicBezTo>
                    <a:pt x="1" y="8015"/>
                    <a:pt x="2136" y="11081"/>
                    <a:pt x="5360" y="11672"/>
                  </a:cubicBezTo>
                  <a:cubicBezTo>
                    <a:pt x="5717" y="11736"/>
                    <a:pt x="6073" y="11767"/>
                    <a:pt x="6424" y="11767"/>
                  </a:cubicBezTo>
                  <a:cubicBezTo>
                    <a:pt x="9239" y="11767"/>
                    <a:pt x="11743" y="9783"/>
                    <a:pt x="12280" y="6939"/>
                  </a:cubicBezTo>
                  <a:cubicBezTo>
                    <a:pt x="12871" y="3756"/>
                    <a:pt x="10732" y="689"/>
                    <a:pt x="7508" y="98"/>
                  </a:cubicBezTo>
                  <a:cubicBezTo>
                    <a:pt x="7146" y="32"/>
                    <a:pt x="6786" y="0"/>
                    <a:pt x="6430"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7" name="Google Shape;1747;p34"/>
            <p:cNvSpPr/>
            <p:nvPr/>
          </p:nvSpPr>
          <p:spPr>
            <a:xfrm>
              <a:off x="4619756" y="480988"/>
              <a:ext cx="769983" cy="703034"/>
            </a:xfrm>
            <a:custGeom>
              <a:rect b="b" l="l" r="r" t="t"/>
              <a:pathLst>
                <a:path extrusionOk="0" h="10543" w="11547">
                  <a:moveTo>
                    <a:pt x="5770" y="0"/>
                  </a:moveTo>
                  <a:cubicBezTo>
                    <a:pt x="3256" y="0"/>
                    <a:pt x="1015" y="1773"/>
                    <a:pt x="538" y="4321"/>
                  </a:cubicBezTo>
                  <a:cubicBezTo>
                    <a:pt x="0" y="7177"/>
                    <a:pt x="1928" y="9929"/>
                    <a:pt x="4809" y="10455"/>
                  </a:cubicBezTo>
                  <a:cubicBezTo>
                    <a:pt x="5135" y="10514"/>
                    <a:pt x="5460" y="10542"/>
                    <a:pt x="5780" y="10542"/>
                  </a:cubicBezTo>
                  <a:cubicBezTo>
                    <a:pt x="8303" y="10542"/>
                    <a:pt x="10545" y="8769"/>
                    <a:pt x="11008" y="6221"/>
                  </a:cubicBezTo>
                  <a:cubicBezTo>
                    <a:pt x="11546" y="3365"/>
                    <a:pt x="9634" y="613"/>
                    <a:pt x="6737" y="88"/>
                  </a:cubicBezTo>
                  <a:cubicBezTo>
                    <a:pt x="6412" y="29"/>
                    <a:pt x="6089" y="0"/>
                    <a:pt x="5770"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8" name="Google Shape;1748;p34"/>
            <p:cNvSpPr/>
            <p:nvPr/>
          </p:nvSpPr>
          <p:spPr>
            <a:xfrm>
              <a:off x="4764859" y="541737"/>
              <a:ext cx="561933" cy="513989"/>
            </a:xfrm>
            <a:custGeom>
              <a:rect b="b" l="l" r="r" t="t"/>
              <a:pathLst>
                <a:path extrusionOk="0" h="7708" w="8427">
                  <a:moveTo>
                    <a:pt x="4197" y="1"/>
                  </a:moveTo>
                  <a:cubicBezTo>
                    <a:pt x="2364" y="1"/>
                    <a:pt x="731" y="1304"/>
                    <a:pt x="394" y="3162"/>
                  </a:cubicBezTo>
                  <a:cubicBezTo>
                    <a:pt x="1" y="5244"/>
                    <a:pt x="1403" y="7251"/>
                    <a:pt x="3514" y="7644"/>
                  </a:cubicBezTo>
                  <a:cubicBezTo>
                    <a:pt x="3750" y="7686"/>
                    <a:pt x="3985" y="7707"/>
                    <a:pt x="4216" y="7707"/>
                  </a:cubicBezTo>
                  <a:cubicBezTo>
                    <a:pt x="6055" y="7707"/>
                    <a:pt x="7697" y="6412"/>
                    <a:pt x="8046" y="4549"/>
                  </a:cubicBezTo>
                  <a:cubicBezTo>
                    <a:pt x="8427" y="2454"/>
                    <a:pt x="7036" y="448"/>
                    <a:pt x="4913" y="67"/>
                  </a:cubicBezTo>
                  <a:cubicBezTo>
                    <a:pt x="4673" y="22"/>
                    <a:pt x="4433" y="1"/>
                    <a:pt x="419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9" name="Google Shape;1749;p34"/>
            <p:cNvSpPr/>
            <p:nvPr/>
          </p:nvSpPr>
          <p:spPr>
            <a:xfrm>
              <a:off x="4874153" y="1032528"/>
              <a:ext cx="50612" cy="46478"/>
            </a:xfrm>
            <a:custGeom>
              <a:rect b="b" l="l" r="r" t="t"/>
              <a:pathLst>
                <a:path extrusionOk="0" h="697" w="759">
                  <a:moveTo>
                    <a:pt x="376" y="1"/>
                  </a:moveTo>
                  <a:cubicBezTo>
                    <a:pt x="208" y="1"/>
                    <a:pt x="61" y="120"/>
                    <a:pt x="25" y="284"/>
                  </a:cubicBezTo>
                  <a:cubicBezTo>
                    <a:pt x="0" y="479"/>
                    <a:pt x="117" y="664"/>
                    <a:pt x="315" y="690"/>
                  </a:cubicBezTo>
                  <a:cubicBezTo>
                    <a:pt x="338" y="694"/>
                    <a:pt x="361" y="696"/>
                    <a:pt x="383" y="696"/>
                  </a:cubicBezTo>
                  <a:cubicBezTo>
                    <a:pt x="551" y="696"/>
                    <a:pt x="698" y="577"/>
                    <a:pt x="720" y="413"/>
                  </a:cubicBezTo>
                  <a:cubicBezTo>
                    <a:pt x="758" y="218"/>
                    <a:pt x="629" y="35"/>
                    <a:pt x="444" y="7"/>
                  </a:cubicBezTo>
                  <a:cubicBezTo>
                    <a:pt x="421" y="3"/>
                    <a:pt x="398" y="1"/>
                    <a:pt x="376"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0" name="Google Shape;1750;p34"/>
            <p:cNvSpPr/>
            <p:nvPr/>
          </p:nvSpPr>
          <p:spPr>
            <a:xfrm>
              <a:off x="4994717" y="1078939"/>
              <a:ext cx="27140" cy="24272"/>
            </a:xfrm>
            <a:custGeom>
              <a:rect b="b" l="l" r="r" t="t"/>
              <a:pathLst>
                <a:path extrusionOk="0" h="364" w="407">
                  <a:moveTo>
                    <a:pt x="192" y="1"/>
                  </a:moveTo>
                  <a:cubicBezTo>
                    <a:pt x="105" y="1"/>
                    <a:pt x="37" y="62"/>
                    <a:pt x="26" y="151"/>
                  </a:cubicBezTo>
                  <a:cubicBezTo>
                    <a:pt x="1" y="242"/>
                    <a:pt x="67" y="346"/>
                    <a:pt x="171" y="362"/>
                  </a:cubicBezTo>
                  <a:cubicBezTo>
                    <a:pt x="179" y="363"/>
                    <a:pt x="188" y="363"/>
                    <a:pt x="196" y="363"/>
                  </a:cubicBezTo>
                  <a:cubicBezTo>
                    <a:pt x="289" y="363"/>
                    <a:pt x="367" y="301"/>
                    <a:pt x="381" y="217"/>
                  </a:cubicBezTo>
                  <a:cubicBezTo>
                    <a:pt x="406" y="110"/>
                    <a:pt x="340" y="19"/>
                    <a:pt x="237" y="6"/>
                  </a:cubicBezTo>
                  <a:cubicBezTo>
                    <a:pt x="221" y="3"/>
                    <a:pt x="206" y="1"/>
                    <a:pt x="19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1" name="Google Shape;1751;p34"/>
            <p:cNvSpPr/>
            <p:nvPr/>
          </p:nvSpPr>
          <p:spPr>
            <a:xfrm>
              <a:off x="4846013" y="568944"/>
              <a:ext cx="26273" cy="24673"/>
            </a:xfrm>
            <a:custGeom>
              <a:rect b="b" l="l" r="r" t="t"/>
              <a:pathLst>
                <a:path extrusionOk="0" h="370" w="394">
                  <a:moveTo>
                    <a:pt x="211" y="0"/>
                  </a:moveTo>
                  <a:cubicBezTo>
                    <a:pt x="118" y="0"/>
                    <a:pt x="39" y="61"/>
                    <a:pt x="16" y="159"/>
                  </a:cubicBezTo>
                  <a:cubicBezTo>
                    <a:pt x="1" y="250"/>
                    <a:pt x="67" y="342"/>
                    <a:pt x="158" y="367"/>
                  </a:cubicBezTo>
                  <a:cubicBezTo>
                    <a:pt x="169" y="368"/>
                    <a:pt x="179" y="369"/>
                    <a:pt x="189" y="369"/>
                  </a:cubicBezTo>
                  <a:cubicBezTo>
                    <a:pt x="282" y="369"/>
                    <a:pt x="359" y="307"/>
                    <a:pt x="381" y="225"/>
                  </a:cubicBezTo>
                  <a:cubicBezTo>
                    <a:pt x="394" y="118"/>
                    <a:pt x="331" y="27"/>
                    <a:pt x="237" y="2"/>
                  </a:cubicBezTo>
                  <a:cubicBezTo>
                    <a:pt x="228" y="1"/>
                    <a:pt x="219" y="0"/>
                    <a:pt x="21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2" name="Google Shape;1752;p34"/>
            <p:cNvSpPr/>
            <p:nvPr/>
          </p:nvSpPr>
          <p:spPr>
            <a:xfrm>
              <a:off x="4806003" y="975847"/>
              <a:ext cx="40076" cy="36542"/>
            </a:xfrm>
            <a:custGeom>
              <a:rect b="b" l="l" r="r" t="t"/>
              <a:pathLst>
                <a:path extrusionOk="0" h="548" w="601">
                  <a:moveTo>
                    <a:pt x="304" y="1"/>
                  </a:moveTo>
                  <a:cubicBezTo>
                    <a:pt x="178" y="1"/>
                    <a:pt x="63" y="88"/>
                    <a:pt x="38" y="228"/>
                  </a:cubicBezTo>
                  <a:cubicBezTo>
                    <a:pt x="0" y="373"/>
                    <a:pt x="104" y="517"/>
                    <a:pt x="261" y="543"/>
                  </a:cubicBezTo>
                  <a:cubicBezTo>
                    <a:pt x="277" y="546"/>
                    <a:pt x="293" y="547"/>
                    <a:pt x="308" y="547"/>
                  </a:cubicBezTo>
                  <a:cubicBezTo>
                    <a:pt x="436" y="547"/>
                    <a:pt x="553" y="448"/>
                    <a:pt x="576" y="319"/>
                  </a:cubicBezTo>
                  <a:cubicBezTo>
                    <a:pt x="601" y="178"/>
                    <a:pt x="510" y="33"/>
                    <a:pt x="352" y="5"/>
                  </a:cubicBezTo>
                  <a:cubicBezTo>
                    <a:pt x="336" y="2"/>
                    <a:pt x="320" y="1"/>
                    <a:pt x="304"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3" name="Google Shape;1753;p34"/>
            <p:cNvSpPr/>
            <p:nvPr/>
          </p:nvSpPr>
          <p:spPr>
            <a:xfrm>
              <a:off x="5225442" y="973379"/>
              <a:ext cx="40143" cy="37276"/>
            </a:xfrm>
            <a:custGeom>
              <a:rect b="b" l="l" r="r" t="t"/>
              <a:pathLst>
                <a:path extrusionOk="0" h="559" w="602">
                  <a:moveTo>
                    <a:pt x="306" y="0"/>
                  </a:moveTo>
                  <a:cubicBezTo>
                    <a:pt x="167" y="0"/>
                    <a:pt x="48" y="97"/>
                    <a:pt x="26" y="227"/>
                  </a:cubicBezTo>
                  <a:cubicBezTo>
                    <a:pt x="0" y="385"/>
                    <a:pt x="104" y="514"/>
                    <a:pt x="249" y="554"/>
                  </a:cubicBezTo>
                  <a:cubicBezTo>
                    <a:pt x="265" y="557"/>
                    <a:pt x="281" y="558"/>
                    <a:pt x="296" y="558"/>
                  </a:cubicBezTo>
                  <a:cubicBezTo>
                    <a:pt x="434" y="558"/>
                    <a:pt x="553" y="461"/>
                    <a:pt x="576" y="331"/>
                  </a:cubicBezTo>
                  <a:cubicBezTo>
                    <a:pt x="601" y="174"/>
                    <a:pt x="497" y="42"/>
                    <a:pt x="353" y="4"/>
                  </a:cubicBezTo>
                  <a:cubicBezTo>
                    <a:pt x="337" y="1"/>
                    <a:pt x="321" y="0"/>
                    <a:pt x="306"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4" name="Google Shape;1754;p34"/>
            <p:cNvSpPr/>
            <p:nvPr/>
          </p:nvSpPr>
          <p:spPr>
            <a:xfrm>
              <a:off x="4770127" y="653499"/>
              <a:ext cx="40343" cy="36475"/>
            </a:xfrm>
            <a:custGeom>
              <a:rect b="b" l="l" r="r" t="t"/>
              <a:pathLst>
                <a:path extrusionOk="0" h="547" w="605">
                  <a:moveTo>
                    <a:pt x="305" y="1"/>
                  </a:moveTo>
                  <a:cubicBezTo>
                    <a:pt x="168" y="1"/>
                    <a:pt x="51" y="98"/>
                    <a:pt x="25" y="228"/>
                  </a:cubicBezTo>
                  <a:cubicBezTo>
                    <a:pt x="0" y="373"/>
                    <a:pt x="104" y="514"/>
                    <a:pt x="249" y="542"/>
                  </a:cubicBezTo>
                  <a:cubicBezTo>
                    <a:pt x="266" y="545"/>
                    <a:pt x="284" y="547"/>
                    <a:pt x="301" y="547"/>
                  </a:cubicBezTo>
                  <a:cubicBezTo>
                    <a:pt x="437" y="547"/>
                    <a:pt x="553" y="460"/>
                    <a:pt x="576" y="332"/>
                  </a:cubicBezTo>
                  <a:cubicBezTo>
                    <a:pt x="604" y="174"/>
                    <a:pt x="497" y="30"/>
                    <a:pt x="352" y="5"/>
                  </a:cubicBezTo>
                  <a:cubicBezTo>
                    <a:pt x="337" y="2"/>
                    <a:pt x="321" y="1"/>
                    <a:pt x="30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5" name="Google Shape;1755;p34"/>
            <p:cNvSpPr/>
            <p:nvPr/>
          </p:nvSpPr>
          <p:spPr>
            <a:xfrm>
              <a:off x="4724582" y="867419"/>
              <a:ext cx="53346" cy="49012"/>
            </a:xfrm>
            <a:custGeom>
              <a:rect b="b" l="l" r="r" t="t"/>
              <a:pathLst>
                <a:path extrusionOk="0" h="735" w="800">
                  <a:moveTo>
                    <a:pt x="401" y="0"/>
                  </a:moveTo>
                  <a:cubicBezTo>
                    <a:pt x="231" y="0"/>
                    <a:pt x="75" y="123"/>
                    <a:pt x="42" y="294"/>
                  </a:cubicBezTo>
                  <a:cubicBezTo>
                    <a:pt x="1" y="492"/>
                    <a:pt x="133" y="687"/>
                    <a:pt x="343" y="728"/>
                  </a:cubicBezTo>
                  <a:cubicBezTo>
                    <a:pt x="365" y="732"/>
                    <a:pt x="386" y="734"/>
                    <a:pt x="407" y="734"/>
                  </a:cubicBezTo>
                  <a:cubicBezTo>
                    <a:pt x="580" y="734"/>
                    <a:pt x="739" y="603"/>
                    <a:pt x="762" y="426"/>
                  </a:cubicBezTo>
                  <a:cubicBezTo>
                    <a:pt x="800" y="231"/>
                    <a:pt x="671" y="46"/>
                    <a:pt x="472" y="8"/>
                  </a:cubicBezTo>
                  <a:cubicBezTo>
                    <a:pt x="448" y="3"/>
                    <a:pt x="424" y="0"/>
                    <a:pt x="40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6" name="Google Shape;1756;p34"/>
            <p:cNvSpPr/>
            <p:nvPr/>
          </p:nvSpPr>
          <p:spPr>
            <a:xfrm>
              <a:off x="4742187" y="766994"/>
              <a:ext cx="27140" cy="24406"/>
            </a:xfrm>
            <a:custGeom>
              <a:rect b="b" l="l" r="r" t="t"/>
              <a:pathLst>
                <a:path extrusionOk="0" h="366" w="407">
                  <a:moveTo>
                    <a:pt x="192" y="1"/>
                  </a:moveTo>
                  <a:cubicBezTo>
                    <a:pt x="112" y="1"/>
                    <a:pt x="37" y="61"/>
                    <a:pt x="26" y="149"/>
                  </a:cubicBezTo>
                  <a:cubicBezTo>
                    <a:pt x="1" y="243"/>
                    <a:pt x="64" y="347"/>
                    <a:pt x="171" y="360"/>
                  </a:cubicBezTo>
                  <a:cubicBezTo>
                    <a:pt x="186" y="363"/>
                    <a:pt x="201" y="365"/>
                    <a:pt x="216" y="365"/>
                  </a:cubicBezTo>
                  <a:cubicBezTo>
                    <a:pt x="300" y="365"/>
                    <a:pt x="370" y="306"/>
                    <a:pt x="394" y="215"/>
                  </a:cubicBezTo>
                  <a:cubicBezTo>
                    <a:pt x="407" y="111"/>
                    <a:pt x="341" y="20"/>
                    <a:pt x="237" y="7"/>
                  </a:cubicBezTo>
                  <a:cubicBezTo>
                    <a:pt x="222" y="3"/>
                    <a:pt x="207" y="1"/>
                    <a:pt x="19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7" name="Google Shape;1757;p34"/>
            <p:cNvSpPr/>
            <p:nvPr/>
          </p:nvSpPr>
          <p:spPr>
            <a:xfrm>
              <a:off x="5118682" y="1057000"/>
              <a:ext cx="46411" cy="42743"/>
            </a:xfrm>
            <a:custGeom>
              <a:rect b="b" l="l" r="r" t="t"/>
              <a:pathLst>
                <a:path extrusionOk="0" h="641" w="696">
                  <a:moveTo>
                    <a:pt x="341" y="0"/>
                  </a:moveTo>
                  <a:cubicBezTo>
                    <a:pt x="193" y="0"/>
                    <a:pt x="62" y="109"/>
                    <a:pt x="29" y="257"/>
                  </a:cubicBezTo>
                  <a:cubicBezTo>
                    <a:pt x="1" y="439"/>
                    <a:pt x="120" y="596"/>
                    <a:pt x="290" y="637"/>
                  </a:cubicBezTo>
                  <a:cubicBezTo>
                    <a:pt x="305" y="639"/>
                    <a:pt x="321" y="641"/>
                    <a:pt x="336" y="641"/>
                  </a:cubicBezTo>
                  <a:cubicBezTo>
                    <a:pt x="490" y="641"/>
                    <a:pt x="633" y="530"/>
                    <a:pt x="670" y="376"/>
                  </a:cubicBezTo>
                  <a:cubicBezTo>
                    <a:pt x="696" y="203"/>
                    <a:pt x="579" y="33"/>
                    <a:pt x="409" y="8"/>
                  </a:cubicBezTo>
                  <a:cubicBezTo>
                    <a:pt x="386" y="3"/>
                    <a:pt x="363" y="0"/>
                    <a:pt x="34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8" name="Google Shape;1758;p34"/>
            <p:cNvSpPr/>
            <p:nvPr/>
          </p:nvSpPr>
          <p:spPr>
            <a:xfrm>
              <a:off x="4947572" y="1028260"/>
              <a:ext cx="33141" cy="30474"/>
            </a:xfrm>
            <a:custGeom>
              <a:rect b="b" l="l" r="r" t="t"/>
              <a:pathLst>
                <a:path extrusionOk="0" h="457" w="497">
                  <a:moveTo>
                    <a:pt x="243" y="1"/>
                  </a:moveTo>
                  <a:cubicBezTo>
                    <a:pt x="132" y="1"/>
                    <a:pt x="36" y="85"/>
                    <a:pt x="25" y="191"/>
                  </a:cubicBezTo>
                  <a:cubicBezTo>
                    <a:pt x="0" y="320"/>
                    <a:pt x="79" y="439"/>
                    <a:pt x="208" y="452"/>
                  </a:cubicBezTo>
                  <a:cubicBezTo>
                    <a:pt x="223" y="455"/>
                    <a:pt x="238" y="456"/>
                    <a:pt x="252" y="456"/>
                  </a:cubicBezTo>
                  <a:cubicBezTo>
                    <a:pt x="355" y="456"/>
                    <a:pt x="447" y="382"/>
                    <a:pt x="472" y="269"/>
                  </a:cubicBezTo>
                  <a:cubicBezTo>
                    <a:pt x="497" y="150"/>
                    <a:pt x="418" y="33"/>
                    <a:pt x="286" y="5"/>
                  </a:cubicBezTo>
                  <a:cubicBezTo>
                    <a:pt x="272" y="2"/>
                    <a:pt x="257" y="1"/>
                    <a:pt x="243"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59" name="Google Shape;1759;p34"/>
            <p:cNvSpPr/>
            <p:nvPr/>
          </p:nvSpPr>
          <p:spPr>
            <a:xfrm>
              <a:off x="4807670" y="901628"/>
              <a:ext cx="40343" cy="36475"/>
            </a:xfrm>
            <a:custGeom>
              <a:rect b="b" l="l" r="r" t="t"/>
              <a:pathLst>
                <a:path extrusionOk="0" h="547" w="605">
                  <a:moveTo>
                    <a:pt x="308" y="1"/>
                  </a:moveTo>
                  <a:cubicBezTo>
                    <a:pt x="170" y="1"/>
                    <a:pt x="51" y="98"/>
                    <a:pt x="25" y="228"/>
                  </a:cubicBezTo>
                  <a:cubicBezTo>
                    <a:pt x="0" y="372"/>
                    <a:pt x="104" y="517"/>
                    <a:pt x="249" y="542"/>
                  </a:cubicBezTo>
                  <a:cubicBezTo>
                    <a:pt x="265" y="545"/>
                    <a:pt x="281" y="546"/>
                    <a:pt x="297" y="546"/>
                  </a:cubicBezTo>
                  <a:cubicBezTo>
                    <a:pt x="424" y="546"/>
                    <a:pt x="542" y="459"/>
                    <a:pt x="576" y="319"/>
                  </a:cubicBezTo>
                  <a:cubicBezTo>
                    <a:pt x="604" y="174"/>
                    <a:pt x="497" y="33"/>
                    <a:pt x="356" y="4"/>
                  </a:cubicBezTo>
                  <a:cubicBezTo>
                    <a:pt x="340" y="2"/>
                    <a:pt x="324" y="1"/>
                    <a:pt x="308"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0" name="Google Shape;1760;p34"/>
            <p:cNvSpPr/>
            <p:nvPr/>
          </p:nvSpPr>
          <p:spPr>
            <a:xfrm>
              <a:off x="5283924" y="802803"/>
              <a:ext cx="40343" cy="36542"/>
            </a:xfrm>
            <a:custGeom>
              <a:rect b="b" l="l" r="r" t="t"/>
              <a:pathLst>
                <a:path extrusionOk="0" h="548" w="605">
                  <a:moveTo>
                    <a:pt x="306" y="1"/>
                  </a:moveTo>
                  <a:cubicBezTo>
                    <a:pt x="181" y="1"/>
                    <a:pt x="64" y="88"/>
                    <a:pt x="39" y="228"/>
                  </a:cubicBezTo>
                  <a:cubicBezTo>
                    <a:pt x="1" y="373"/>
                    <a:pt x="105" y="518"/>
                    <a:pt x="249" y="543"/>
                  </a:cubicBezTo>
                  <a:cubicBezTo>
                    <a:pt x="268" y="546"/>
                    <a:pt x="287" y="548"/>
                    <a:pt x="305" y="548"/>
                  </a:cubicBezTo>
                  <a:cubicBezTo>
                    <a:pt x="439" y="548"/>
                    <a:pt x="554" y="458"/>
                    <a:pt x="577" y="319"/>
                  </a:cubicBezTo>
                  <a:cubicBezTo>
                    <a:pt x="605" y="178"/>
                    <a:pt x="510" y="33"/>
                    <a:pt x="353" y="5"/>
                  </a:cubicBezTo>
                  <a:cubicBezTo>
                    <a:pt x="338" y="2"/>
                    <a:pt x="322" y="1"/>
                    <a:pt x="30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1" name="Google Shape;1761;p34"/>
            <p:cNvSpPr/>
            <p:nvPr/>
          </p:nvSpPr>
          <p:spPr>
            <a:xfrm>
              <a:off x="4824207" y="704111"/>
              <a:ext cx="31541" cy="28473"/>
            </a:xfrm>
            <a:custGeom>
              <a:rect b="b" l="l" r="r" t="t"/>
              <a:pathLst>
                <a:path extrusionOk="0" h="427" w="473">
                  <a:moveTo>
                    <a:pt x="229" y="1"/>
                  </a:moveTo>
                  <a:cubicBezTo>
                    <a:pt x="131" y="1"/>
                    <a:pt x="51" y="74"/>
                    <a:pt x="29" y="177"/>
                  </a:cubicBezTo>
                  <a:cubicBezTo>
                    <a:pt x="1" y="293"/>
                    <a:pt x="79" y="400"/>
                    <a:pt x="199" y="425"/>
                  </a:cubicBezTo>
                  <a:cubicBezTo>
                    <a:pt x="207" y="426"/>
                    <a:pt x="215" y="426"/>
                    <a:pt x="224" y="426"/>
                  </a:cubicBezTo>
                  <a:cubicBezTo>
                    <a:pt x="332" y="426"/>
                    <a:pt x="436" y="352"/>
                    <a:pt x="447" y="255"/>
                  </a:cubicBezTo>
                  <a:cubicBezTo>
                    <a:pt x="472" y="136"/>
                    <a:pt x="394" y="19"/>
                    <a:pt x="277" y="7"/>
                  </a:cubicBezTo>
                  <a:cubicBezTo>
                    <a:pt x="261" y="3"/>
                    <a:pt x="245" y="1"/>
                    <a:pt x="229"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2" name="Google Shape;1762;p34"/>
            <p:cNvSpPr/>
            <p:nvPr/>
          </p:nvSpPr>
          <p:spPr>
            <a:xfrm>
              <a:off x="5215773" y="907029"/>
              <a:ext cx="31541" cy="28607"/>
            </a:xfrm>
            <a:custGeom>
              <a:rect b="b" l="l" r="r" t="t"/>
              <a:pathLst>
                <a:path extrusionOk="0" h="429" w="473">
                  <a:moveTo>
                    <a:pt x="246" y="0"/>
                  </a:moveTo>
                  <a:cubicBezTo>
                    <a:pt x="139" y="0"/>
                    <a:pt x="37" y="65"/>
                    <a:pt x="26" y="172"/>
                  </a:cubicBezTo>
                  <a:cubicBezTo>
                    <a:pt x="1" y="291"/>
                    <a:pt x="79" y="408"/>
                    <a:pt x="196" y="423"/>
                  </a:cubicBezTo>
                  <a:cubicBezTo>
                    <a:pt x="211" y="427"/>
                    <a:pt x="226" y="428"/>
                    <a:pt x="240" y="428"/>
                  </a:cubicBezTo>
                  <a:cubicBezTo>
                    <a:pt x="340" y="428"/>
                    <a:pt x="423" y="355"/>
                    <a:pt x="447" y="250"/>
                  </a:cubicBezTo>
                  <a:cubicBezTo>
                    <a:pt x="473" y="134"/>
                    <a:pt x="394" y="30"/>
                    <a:pt x="274" y="2"/>
                  </a:cubicBezTo>
                  <a:cubicBezTo>
                    <a:pt x="265" y="1"/>
                    <a:pt x="255" y="0"/>
                    <a:pt x="24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3" name="Google Shape;1763;p34"/>
            <p:cNvSpPr/>
            <p:nvPr/>
          </p:nvSpPr>
          <p:spPr>
            <a:xfrm>
              <a:off x="5169428" y="989250"/>
              <a:ext cx="31541" cy="28407"/>
            </a:xfrm>
            <a:custGeom>
              <a:rect b="b" l="l" r="r" t="t"/>
              <a:pathLst>
                <a:path extrusionOk="0" h="426" w="473">
                  <a:moveTo>
                    <a:pt x="252" y="1"/>
                  </a:moveTo>
                  <a:cubicBezTo>
                    <a:pt x="142" y="1"/>
                    <a:pt x="40" y="75"/>
                    <a:pt x="26" y="172"/>
                  </a:cubicBezTo>
                  <a:cubicBezTo>
                    <a:pt x="1" y="291"/>
                    <a:pt x="79" y="408"/>
                    <a:pt x="199" y="420"/>
                  </a:cubicBezTo>
                  <a:cubicBezTo>
                    <a:pt x="215" y="424"/>
                    <a:pt x="231" y="426"/>
                    <a:pt x="246" y="426"/>
                  </a:cubicBezTo>
                  <a:cubicBezTo>
                    <a:pt x="342" y="426"/>
                    <a:pt x="423" y="353"/>
                    <a:pt x="447" y="250"/>
                  </a:cubicBezTo>
                  <a:cubicBezTo>
                    <a:pt x="472" y="134"/>
                    <a:pt x="394" y="27"/>
                    <a:pt x="277" y="2"/>
                  </a:cubicBezTo>
                  <a:cubicBezTo>
                    <a:pt x="269" y="1"/>
                    <a:pt x="261" y="1"/>
                    <a:pt x="252"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4" name="Google Shape;1764;p34"/>
            <p:cNvSpPr/>
            <p:nvPr/>
          </p:nvSpPr>
          <p:spPr>
            <a:xfrm>
              <a:off x="4770927" y="788999"/>
              <a:ext cx="53346" cy="48812"/>
            </a:xfrm>
            <a:custGeom>
              <a:rect b="b" l="l" r="r" t="t"/>
              <a:pathLst>
                <a:path extrusionOk="0" h="732" w="800">
                  <a:moveTo>
                    <a:pt x="406" y="1"/>
                  </a:moveTo>
                  <a:cubicBezTo>
                    <a:pt x="228" y="1"/>
                    <a:pt x="65" y="126"/>
                    <a:pt x="42" y="306"/>
                  </a:cubicBezTo>
                  <a:cubicBezTo>
                    <a:pt x="1" y="501"/>
                    <a:pt x="133" y="684"/>
                    <a:pt x="328" y="725"/>
                  </a:cubicBezTo>
                  <a:cubicBezTo>
                    <a:pt x="351" y="729"/>
                    <a:pt x="374" y="731"/>
                    <a:pt x="397" y="731"/>
                  </a:cubicBezTo>
                  <a:cubicBezTo>
                    <a:pt x="570" y="731"/>
                    <a:pt x="726" y="610"/>
                    <a:pt x="762" y="435"/>
                  </a:cubicBezTo>
                  <a:cubicBezTo>
                    <a:pt x="800" y="240"/>
                    <a:pt x="671" y="42"/>
                    <a:pt x="460" y="4"/>
                  </a:cubicBezTo>
                  <a:cubicBezTo>
                    <a:pt x="442" y="2"/>
                    <a:pt x="424" y="1"/>
                    <a:pt x="40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5" name="Google Shape;1765;p34"/>
            <p:cNvSpPr/>
            <p:nvPr/>
          </p:nvSpPr>
          <p:spPr>
            <a:xfrm>
              <a:off x="4887157" y="946839"/>
              <a:ext cx="46411" cy="42810"/>
            </a:xfrm>
            <a:custGeom>
              <a:rect b="b" l="l" r="r" t="t"/>
              <a:pathLst>
                <a:path extrusionOk="0" h="642" w="696">
                  <a:moveTo>
                    <a:pt x="338" y="1"/>
                  </a:moveTo>
                  <a:cubicBezTo>
                    <a:pt x="193" y="1"/>
                    <a:pt x="61" y="110"/>
                    <a:pt x="29" y="257"/>
                  </a:cubicBezTo>
                  <a:cubicBezTo>
                    <a:pt x="0" y="427"/>
                    <a:pt x="120" y="597"/>
                    <a:pt x="290" y="638"/>
                  </a:cubicBezTo>
                  <a:cubicBezTo>
                    <a:pt x="305" y="640"/>
                    <a:pt x="321" y="641"/>
                    <a:pt x="336" y="641"/>
                  </a:cubicBezTo>
                  <a:cubicBezTo>
                    <a:pt x="489" y="641"/>
                    <a:pt x="633" y="531"/>
                    <a:pt x="670" y="377"/>
                  </a:cubicBezTo>
                  <a:cubicBezTo>
                    <a:pt x="695" y="204"/>
                    <a:pt x="579" y="34"/>
                    <a:pt x="406" y="9"/>
                  </a:cubicBezTo>
                  <a:cubicBezTo>
                    <a:pt x="383" y="3"/>
                    <a:pt x="361" y="1"/>
                    <a:pt x="338"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6" name="Google Shape;1766;p34"/>
            <p:cNvSpPr/>
            <p:nvPr/>
          </p:nvSpPr>
          <p:spPr>
            <a:xfrm>
              <a:off x="5041929" y="1032728"/>
              <a:ext cx="39276" cy="36475"/>
            </a:xfrm>
            <a:custGeom>
              <a:rect b="b" l="l" r="r" t="t"/>
              <a:pathLst>
                <a:path extrusionOk="0" h="547" w="589">
                  <a:moveTo>
                    <a:pt x="296" y="0"/>
                  </a:moveTo>
                  <a:cubicBezTo>
                    <a:pt x="167" y="0"/>
                    <a:pt x="48" y="97"/>
                    <a:pt x="26" y="227"/>
                  </a:cubicBezTo>
                  <a:cubicBezTo>
                    <a:pt x="0" y="372"/>
                    <a:pt x="92" y="517"/>
                    <a:pt x="249" y="542"/>
                  </a:cubicBezTo>
                  <a:cubicBezTo>
                    <a:pt x="265" y="545"/>
                    <a:pt x="281" y="546"/>
                    <a:pt x="297" y="546"/>
                  </a:cubicBezTo>
                  <a:cubicBezTo>
                    <a:pt x="424" y="546"/>
                    <a:pt x="541" y="460"/>
                    <a:pt x="563" y="331"/>
                  </a:cubicBezTo>
                  <a:cubicBezTo>
                    <a:pt x="589" y="174"/>
                    <a:pt x="497" y="32"/>
                    <a:pt x="340" y="4"/>
                  </a:cubicBezTo>
                  <a:cubicBezTo>
                    <a:pt x="325" y="2"/>
                    <a:pt x="311" y="0"/>
                    <a:pt x="29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67" name="Google Shape;1767;p34"/>
          <p:cNvGrpSpPr/>
          <p:nvPr/>
        </p:nvGrpSpPr>
        <p:grpSpPr>
          <a:xfrm>
            <a:off x="7611779" y="-368999"/>
            <a:ext cx="1540389" cy="1167719"/>
            <a:chOff x="475775" y="3784023"/>
            <a:chExt cx="1050384" cy="796263"/>
          </a:xfrm>
        </p:grpSpPr>
        <p:sp>
          <p:nvSpPr>
            <p:cNvPr id="1768" name="Google Shape;1768;p34"/>
            <p:cNvSpPr/>
            <p:nvPr/>
          </p:nvSpPr>
          <p:spPr>
            <a:xfrm>
              <a:off x="575400" y="3784023"/>
              <a:ext cx="950759" cy="762048"/>
            </a:xfrm>
            <a:custGeom>
              <a:rect b="b" l="l" r="r" t="t"/>
              <a:pathLst>
                <a:path extrusionOk="0" h="11428" w="14258">
                  <a:moveTo>
                    <a:pt x="4549" y="3357"/>
                  </a:moveTo>
                  <a:lnTo>
                    <a:pt x="2413" y="2397"/>
                  </a:lnTo>
                  <a:lnTo>
                    <a:pt x="1" y="7798"/>
                  </a:lnTo>
                  <a:lnTo>
                    <a:pt x="6750" y="10827"/>
                  </a:lnTo>
                  <a:lnTo>
                    <a:pt x="7313" y="9553"/>
                  </a:lnTo>
                  <a:lnTo>
                    <a:pt x="9279" y="11427"/>
                  </a:lnTo>
                  <a:lnTo>
                    <a:pt x="14258" y="6225"/>
                  </a:lnTo>
                  <a:lnTo>
                    <a:pt x="7760" y="1"/>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9" name="Google Shape;1769;p34"/>
            <p:cNvSpPr/>
            <p:nvPr/>
          </p:nvSpPr>
          <p:spPr>
            <a:xfrm>
              <a:off x="660955" y="3817165"/>
              <a:ext cx="766449" cy="763115"/>
            </a:xfrm>
            <a:custGeom>
              <a:rect b="b" l="l" r="r" t="t"/>
              <a:pathLst>
                <a:path extrusionOk="0" h="11444" w="11494">
                  <a:moveTo>
                    <a:pt x="4996" y="1"/>
                  </a:moveTo>
                  <a:lnTo>
                    <a:pt x="1" y="5219"/>
                  </a:lnTo>
                  <a:lnTo>
                    <a:pt x="6502" y="11443"/>
                  </a:lnTo>
                  <a:lnTo>
                    <a:pt x="11494" y="6225"/>
                  </a:lnTo>
                  <a:lnTo>
                    <a:pt x="4996"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0" name="Google Shape;1770;p34"/>
            <p:cNvSpPr/>
            <p:nvPr/>
          </p:nvSpPr>
          <p:spPr>
            <a:xfrm>
              <a:off x="715302" y="3870445"/>
              <a:ext cx="664891" cy="661757"/>
            </a:xfrm>
            <a:custGeom>
              <a:rect b="b" l="l" r="r" t="t"/>
              <a:pathLst>
                <a:path extrusionOk="0" h="9924" w="9971">
                  <a:moveTo>
                    <a:pt x="4297" y="1"/>
                  </a:moveTo>
                  <a:lnTo>
                    <a:pt x="1" y="4483"/>
                  </a:lnTo>
                  <a:lnTo>
                    <a:pt x="5675" y="9924"/>
                  </a:lnTo>
                  <a:lnTo>
                    <a:pt x="9971" y="5442"/>
                  </a:lnTo>
                  <a:lnTo>
                    <a:pt x="4297" y="1"/>
                  </a:lnTo>
                  <a:close/>
                </a:path>
              </a:pathLst>
            </a:custGeom>
            <a:solidFill>
              <a:srgbClr val="4719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1" name="Google Shape;1771;p34"/>
            <p:cNvSpPr/>
            <p:nvPr/>
          </p:nvSpPr>
          <p:spPr>
            <a:xfrm>
              <a:off x="660955" y="3817165"/>
              <a:ext cx="340881" cy="352217"/>
            </a:xfrm>
            <a:custGeom>
              <a:rect b="b" l="l" r="r" t="t"/>
              <a:pathLst>
                <a:path extrusionOk="0" h="5282" w="5112">
                  <a:moveTo>
                    <a:pt x="4996" y="1"/>
                  </a:moveTo>
                  <a:lnTo>
                    <a:pt x="1" y="5219"/>
                  </a:lnTo>
                  <a:lnTo>
                    <a:pt x="816" y="5282"/>
                  </a:lnTo>
                  <a:lnTo>
                    <a:pt x="5112" y="800"/>
                  </a:lnTo>
                  <a:lnTo>
                    <a:pt x="499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2" name="Google Shape;1772;p34"/>
            <p:cNvSpPr/>
            <p:nvPr/>
          </p:nvSpPr>
          <p:spPr>
            <a:xfrm>
              <a:off x="1087596" y="4228069"/>
              <a:ext cx="339814" cy="352217"/>
            </a:xfrm>
            <a:custGeom>
              <a:rect b="b" l="l" r="r" t="t"/>
              <a:pathLst>
                <a:path extrusionOk="0" h="5282" w="5096">
                  <a:moveTo>
                    <a:pt x="4297" y="0"/>
                  </a:moveTo>
                  <a:lnTo>
                    <a:pt x="0" y="4482"/>
                  </a:lnTo>
                  <a:lnTo>
                    <a:pt x="104" y="5281"/>
                  </a:lnTo>
                  <a:lnTo>
                    <a:pt x="5096" y="63"/>
                  </a:lnTo>
                  <a:lnTo>
                    <a:pt x="4297"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3" name="Google Shape;1773;p34"/>
            <p:cNvSpPr/>
            <p:nvPr/>
          </p:nvSpPr>
          <p:spPr>
            <a:xfrm>
              <a:off x="715302" y="3871512"/>
              <a:ext cx="658023" cy="654422"/>
            </a:xfrm>
            <a:custGeom>
              <a:rect b="b" l="l" r="r" t="t"/>
              <a:pathLst>
                <a:path extrusionOk="0" h="9814" w="9868">
                  <a:moveTo>
                    <a:pt x="4284" y="117"/>
                  </a:moveTo>
                  <a:lnTo>
                    <a:pt x="9751" y="5347"/>
                  </a:lnTo>
                  <a:lnTo>
                    <a:pt x="5568" y="9697"/>
                  </a:lnTo>
                  <a:lnTo>
                    <a:pt x="117" y="4467"/>
                  </a:lnTo>
                  <a:lnTo>
                    <a:pt x="4284" y="117"/>
                  </a:lnTo>
                  <a:close/>
                  <a:moveTo>
                    <a:pt x="4284" y="0"/>
                  </a:moveTo>
                  <a:lnTo>
                    <a:pt x="1" y="4467"/>
                  </a:lnTo>
                  <a:lnTo>
                    <a:pt x="5568" y="9813"/>
                  </a:lnTo>
                  <a:lnTo>
                    <a:pt x="9867" y="5332"/>
                  </a:lnTo>
                  <a:lnTo>
                    <a:pt x="42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4" name="Google Shape;1774;p34"/>
            <p:cNvSpPr/>
            <p:nvPr/>
          </p:nvSpPr>
          <p:spPr>
            <a:xfrm>
              <a:off x="993172" y="4137046"/>
              <a:ext cx="285735" cy="298938"/>
            </a:xfrm>
            <a:custGeom>
              <a:rect b="b" l="l" r="r" t="t"/>
              <a:pathLst>
                <a:path extrusionOk="0" h="4483" w="4285">
                  <a:moveTo>
                    <a:pt x="4231" y="0"/>
                  </a:moveTo>
                  <a:lnTo>
                    <a:pt x="1" y="4432"/>
                  </a:lnTo>
                  <a:lnTo>
                    <a:pt x="51" y="4482"/>
                  </a:lnTo>
                  <a:lnTo>
                    <a:pt x="4285" y="66"/>
                  </a:lnTo>
                  <a:lnTo>
                    <a:pt x="4231"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5" name="Google Shape;1775;p34"/>
            <p:cNvSpPr/>
            <p:nvPr/>
          </p:nvSpPr>
          <p:spPr>
            <a:xfrm>
              <a:off x="900482" y="4049757"/>
              <a:ext cx="286801" cy="297937"/>
            </a:xfrm>
            <a:custGeom>
              <a:rect b="b" l="l" r="r" t="t"/>
              <a:pathLst>
                <a:path extrusionOk="0" h="4468" w="4301">
                  <a:moveTo>
                    <a:pt x="4234" y="1"/>
                  </a:moveTo>
                  <a:lnTo>
                    <a:pt x="1" y="4417"/>
                  </a:lnTo>
                  <a:lnTo>
                    <a:pt x="67" y="4467"/>
                  </a:lnTo>
                  <a:lnTo>
                    <a:pt x="4300" y="51"/>
                  </a:lnTo>
                  <a:lnTo>
                    <a:pt x="423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6" name="Google Shape;1776;p34"/>
            <p:cNvSpPr/>
            <p:nvPr/>
          </p:nvSpPr>
          <p:spPr>
            <a:xfrm>
              <a:off x="808659" y="3961468"/>
              <a:ext cx="286735" cy="298137"/>
            </a:xfrm>
            <a:custGeom>
              <a:rect b="b" l="l" r="r" t="t"/>
              <a:pathLst>
                <a:path extrusionOk="0" h="4471" w="4300">
                  <a:moveTo>
                    <a:pt x="4234" y="1"/>
                  </a:moveTo>
                  <a:lnTo>
                    <a:pt x="0" y="4417"/>
                  </a:lnTo>
                  <a:lnTo>
                    <a:pt x="66" y="4470"/>
                  </a:lnTo>
                  <a:lnTo>
                    <a:pt x="4300" y="51"/>
                  </a:lnTo>
                  <a:lnTo>
                    <a:pt x="423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7" name="Google Shape;1777;p34"/>
            <p:cNvSpPr/>
            <p:nvPr/>
          </p:nvSpPr>
          <p:spPr>
            <a:xfrm>
              <a:off x="928423" y="3946597"/>
              <a:ext cx="372288" cy="356618"/>
            </a:xfrm>
            <a:custGeom>
              <a:rect b="b" l="l" r="r" t="t"/>
              <a:pathLst>
                <a:path extrusionOk="0" h="5348" w="5583">
                  <a:moveTo>
                    <a:pt x="66" y="0"/>
                  </a:moveTo>
                  <a:lnTo>
                    <a:pt x="0" y="66"/>
                  </a:lnTo>
                  <a:lnTo>
                    <a:pt x="5517" y="5347"/>
                  </a:lnTo>
                  <a:lnTo>
                    <a:pt x="5583" y="5281"/>
                  </a:lnTo>
                  <a:lnTo>
                    <a:pt x="6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8" name="Google Shape;1778;p34"/>
            <p:cNvSpPr/>
            <p:nvPr/>
          </p:nvSpPr>
          <p:spPr>
            <a:xfrm>
              <a:off x="858538" y="4020016"/>
              <a:ext cx="371488" cy="356618"/>
            </a:xfrm>
            <a:custGeom>
              <a:rect b="b" l="l" r="r" t="t"/>
              <a:pathLst>
                <a:path extrusionOk="0" h="5348" w="5571">
                  <a:moveTo>
                    <a:pt x="54" y="0"/>
                  </a:moveTo>
                  <a:lnTo>
                    <a:pt x="1" y="66"/>
                  </a:lnTo>
                  <a:lnTo>
                    <a:pt x="5505" y="5347"/>
                  </a:lnTo>
                  <a:lnTo>
                    <a:pt x="5571" y="5294"/>
                  </a:lnTo>
                  <a:lnTo>
                    <a:pt x="5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79" name="Google Shape;1779;p34"/>
            <p:cNvSpPr/>
            <p:nvPr/>
          </p:nvSpPr>
          <p:spPr>
            <a:xfrm>
              <a:off x="787654" y="4094235"/>
              <a:ext cx="371488" cy="356618"/>
            </a:xfrm>
            <a:custGeom>
              <a:rect b="b" l="l" r="r" t="t"/>
              <a:pathLst>
                <a:path extrusionOk="0" h="5348" w="5571">
                  <a:moveTo>
                    <a:pt x="54" y="1"/>
                  </a:moveTo>
                  <a:lnTo>
                    <a:pt x="1" y="54"/>
                  </a:lnTo>
                  <a:lnTo>
                    <a:pt x="5521" y="5347"/>
                  </a:lnTo>
                  <a:lnTo>
                    <a:pt x="5571" y="5281"/>
                  </a:lnTo>
                  <a:lnTo>
                    <a:pt x="5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0" name="Google Shape;1780;p34"/>
            <p:cNvSpPr/>
            <p:nvPr/>
          </p:nvSpPr>
          <p:spPr>
            <a:xfrm>
              <a:off x="475775" y="3977205"/>
              <a:ext cx="611879" cy="561933"/>
            </a:xfrm>
            <a:custGeom>
              <a:rect b="b" l="l" r="r" t="t"/>
              <a:pathLst>
                <a:path extrusionOk="0" h="8427" w="9176">
                  <a:moveTo>
                    <a:pt x="2426" y="1"/>
                  </a:moveTo>
                  <a:lnTo>
                    <a:pt x="1" y="5413"/>
                  </a:lnTo>
                  <a:lnTo>
                    <a:pt x="6763" y="8427"/>
                  </a:lnTo>
                  <a:lnTo>
                    <a:pt x="9175" y="3014"/>
                  </a:lnTo>
                  <a:lnTo>
                    <a:pt x="2426"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1" name="Google Shape;1781;p34"/>
            <p:cNvSpPr/>
            <p:nvPr/>
          </p:nvSpPr>
          <p:spPr>
            <a:xfrm>
              <a:off x="518586" y="4016415"/>
              <a:ext cx="532326" cy="486049"/>
            </a:xfrm>
            <a:custGeom>
              <a:rect b="b" l="l" r="r" t="t"/>
              <a:pathLst>
                <a:path extrusionOk="0" h="7289" w="7983">
                  <a:moveTo>
                    <a:pt x="2086" y="1"/>
                  </a:moveTo>
                  <a:lnTo>
                    <a:pt x="0" y="4653"/>
                  </a:lnTo>
                  <a:lnTo>
                    <a:pt x="5898" y="7288"/>
                  </a:lnTo>
                  <a:lnTo>
                    <a:pt x="7983" y="2636"/>
                  </a:lnTo>
                  <a:lnTo>
                    <a:pt x="2086"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2" name="Google Shape;1782;p34"/>
            <p:cNvSpPr/>
            <p:nvPr/>
          </p:nvSpPr>
          <p:spPr>
            <a:xfrm>
              <a:off x="475775" y="3977205"/>
              <a:ext cx="181910" cy="361019"/>
            </a:xfrm>
            <a:custGeom>
              <a:rect b="b" l="l" r="r" t="t"/>
              <a:pathLst>
                <a:path extrusionOk="0" h="5414" w="2728">
                  <a:moveTo>
                    <a:pt x="2426" y="1"/>
                  </a:moveTo>
                  <a:lnTo>
                    <a:pt x="1" y="5413"/>
                  </a:lnTo>
                  <a:lnTo>
                    <a:pt x="1" y="5413"/>
                  </a:lnTo>
                  <a:lnTo>
                    <a:pt x="642" y="5241"/>
                  </a:lnTo>
                  <a:lnTo>
                    <a:pt x="2728" y="589"/>
                  </a:lnTo>
                  <a:lnTo>
                    <a:pt x="2426"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3" name="Google Shape;1783;p34"/>
            <p:cNvSpPr/>
            <p:nvPr/>
          </p:nvSpPr>
          <p:spPr>
            <a:xfrm>
              <a:off x="906551" y="4178123"/>
              <a:ext cx="181110" cy="361019"/>
            </a:xfrm>
            <a:custGeom>
              <a:rect b="b" l="l" r="r" t="t"/>
              <a:pathLst>
                <a:path extrusionOk="0" h="5414" w="2716">
                  <a:moveTo>
                    <a:pt x="2715" y="1"/>
                  </a:moveTo>
                  <a:lnTo>
                    <a:pt x="2086" y="171"/>
                  </a:lnTo>
                  <a:lnTo>
                    <a:pt x="1" y="4838"/>
                  </a:lnTo>
                  <a:lnTo>
                    <a:pt x="303" y="5414"/>
                  </a:lnTo>
                  <a:lnTo>
                    <a:pt x="2715"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4" name="Google Shape;1784;p34"/>
            <p:cNvSpPr/>
            <p:nvPr/>
          </p:nvSpPr>
          <p:spPr>
            <a:xfrm>
              <a:off x="518586" y="4016415"/>
              <a:ext cx="525191" cy="483315"/>
            </a:xfrm>
            <a:custGeom>
              <a:rect b="b" l="l" r="r" t="t"/>
              <a:pathLst>
                <a:path extrusionOk="0" h="7248" w="7876">
                  <a:moveTo>
                    <a:pt x="2123" y="92"/>
                  </a:moveTo>
                  <a:lnTo>
                    <a:pt x="7785" y="2636"/>
                  </a:lnTo>
                  <a:lnTo>
                    <a:pt x="5766" y="7156"/>
                  </a:lnTo>
                  <a:lnTo>
                    <a:pt x="92" y="4627"/>
                  </a:lnTo>
                  <a:lnTo>
                    <a:pt x="2123" y="92"/>
                  </a:lnTo>
                  <a:close/>
                  <a:moveTo>
                    <a:pt x="2086" y="1"/>
                  </a:moveTo>
                  <a:lnTo>
                    <a:pt x="13" y="4627"/>
                  </a:lnTo>
                  <a:lnTo>
                    <a:pt x="0" y="4653"/>
                  </a:lnTo>
                  <a:lnTo>
                    <a:pt x="5766" y="7235"/>
                  </a:lnTo>
                  <a:lnTo>
                    <a:pt x="5794" y="7247"/>
                  </a:lnTo>
                  <a:lnTo>
                    <a:pt x="7863" y="2624"/>
                  </a:lnTo>
                  <a:lnTo>
                    <a:pt x="7876" y="2596"/>
                  </a:lnTo>
                  <a:lnTo>
                    <a:pt x="2123" y="13"/>
                  </a:lnTo>
                  <a:lnTo>
                    <a:pt x="208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5" name="Google Shape;1785;p34"/>
            <p:cNvSpPr/>
            <p:nvPr/>
          </p:nvSpPr>
          <p:spPr>
            <a:xfrm>
              <a:off x="806125" y="4146648"/>
              <a:ext cx="141634" cy="308607"/>
            </a:xfrm>
            <a:custGeom>
              <a:rect b="b" l="l" r="r" t="t"/>
              <a:pathLst>
                <a:path extrusionOk="0" h="4628" w="2124">
                  <a:moveTo>
                    <a:pt x="2057" y="1"/>
                  </a:moveTo>
                  <a:lnTo>
                    <a:pt x="0" y="4587"/>
                  </a:lnTo>
                  <a:lnTo>
                    <a:pt x="66" y="4628"/>
                  </a:lnTo>
                  <a:lnTo>
                    <a:pt x="2123" y="26"/>
                  </a:lnTo>
                  <a:lnTo>
                    <a:pt x="205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6" name="Google Shape;1786;p34"/>
            <p:cNvSpPr/>
            <p:nvPr/>
          </p:nvSpPr>
          <p:spPr>
            <a:xfrm>
              <a:off x="710901" y="4103904"/>
              <a:ext cx="141634" cy="308540"/>
            </a:xfrm>
            <a:custGeom>
              <a:rect b="b" l="l" r="r" t="t"/>
              <a:pathLst>
                <a:path extrusionOk="0" h="4627" w="2124">
                  <a:moveTo>
                    <a:pt x="2057" y="0"/>
                  </a:moveTo>
                  <a:lnTo>
                    <a:pt x="0" y="4599"/>
                  </a:lnTo>
                  <a:lnTo>
                    <a:pt x="67" y="4627"/>
                  </a:lnTo>
                  <a:lnTo>
                    <a:pt x="2124" y="38"/>
                  </a:lnTo>
                  <a:lnTo>
                    <a:pt x="2057"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7" name="Google Shape;1787;p34"/>
            <p:cNvSpPr/>
            <p:nvPr/>
          </p:nvSpPr>
          <p:spPr>
            <a:xfrm>
              <a:off x="615677" y="4061960"/>
              <a:ext cx="140567" cy="307740"/>
            </a:xfrm>
            <a:custGeom>
              <a:rect b="b" l="l" r="r" t="t"/>
              <a:pathLst>
                <a:path extrusionOk="0" h="4615" w="2108">
                  <a:moveTo>
                    <a:pt x="2045" y="0"/>
                  </a:moveTo>
                  <a:lnTo>
                    <a:pt x="1" y="4586"/>
                  </a:lnTo>
                  <a:lnTo>
                    <a:pt x="63" y="4614"/>
                  </a:lnTo>
                  <a:lnTo>
                    <a:pt x="2108" y="25"/>
                  </a:lnTo>
                  <a:lnTo>
                    <a:pt x="2045"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8" name="Google Shape;1788;p34"/>
            <p:cNvSpPr/>
            <p:nvPr/>
          </p:nvSpPr>
          <p:spPr>
            <a:xfrm>
              <a:off x="623412" y="4094235"/>
              <a:ext cx="384558" cy="174775"/>
            </a:xfrm>
            <a:custGeom>
              <a:rect b="b" l="l" r="r" t="t"/>
              <a:pathLst>
                <a:path extrusionOk="0" h="2621" w="5767">
                  <a:moveTo>
                    <a:pt x="26" y="1"/>
                  </a:moveTo>
                  <a:lnTo>
                    <a:pt x="1" y="67"/>
                  </a:lnTo>
                  <a:lnTo>
                    <a:pt x="5728" y="2621"/>
                  </a:lnTo>
                  <a:lnTo>
                    <a:pt x="5766" y="2558"/>
                  </a:lnTo>
                  <a:lnTo>
                    <a:pt x="2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89" name="Google Shape;1789;p34"/>
            <p:cNvSpPr/>
            <p:nvPr/>
          </p:nvSpPr>
          <p:spPr>
            <a:xfrm>
              <a:off x="589470" y="4170387"/>
              <a:ext cx="383691" cy="175575"/>
            </a:xfrm>
            <a:custGeom>
              <a:rect b="b" l="l" r="r" t="t"/>
              <a:pathLst>
                <a:path extrusionOk="0" h="2633" w="5754">
                  <a:moveTo>
                    <a:pt x="26" y="0"/>
                  </a:moveTo>
                  <a:lnTo>
                    <a:pt x="0" y="63"/>
                  </a:lnTo>
                  <a:lnTo>
                    <a:pt x="5725" y="2633"/>
                  </a:lnTo>
                  <a:lnTo>
                    <a:pt x="5753" y="2567"/>
                  </a:lnTo>
                  <a:lnTo>
                    <a:pt x="2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0" name="Google Shape;1790;p34"/>
            <p:cNvSpPr/>
            <p:nvPr/>
          </p:nvSpPr>
          <p:spPr>
            <a:xfrm>
              <a:off x="555262" y="4247140"/>
              <a:ext cx="383691" cy="174975"/>
            </a:xfrm>
            <a:custGeom>
              <a:rect b="b" l="l" r="r" t="t"/>
              <a:pathLst>
                <a:path extrusionOk="0" h="2624" w="5754">
                  <a:moveTo>
                    <a:pt x="26" y="0"/>
                  </a:moveTo>
                  <a:lnTo>
                    <a:pt x="1" y="67"/>
                  </a:lnTo>
                  <a:lnTo>
                    <a:pt x="5728" y="2624"/>
                  </a:lnTo>
                  <a:lnTo>
                    <a:pt x="5753" y="2558"/>
                  </a:lnTo>
                  <a:lnTo>
                    <a:pt x="2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791" name="Google Shape;1791;p34"/>
          <p:cNvGrpSpPr/>
          <p:nvPr/>
        </p:nvGrpSpPr>
        <p:grpSpPr>
          <a:xfrm>
            <a:off x="3888613" y="3050424"/>
            <a:ext cx="3466030" cy="3105911"/>
            <a:chOff x="1259573" y="3375920"/>
            <a:chExt cx="1882382" cy="1686803"/>
          </a:xfrm>
        </p:grpSpPr>
        <p:sp>
          <p:nvSpPr>
            <p:cNvPr id="1792" name="Google Shape;1792;p34"/>
            <p:cNvSpPr/>
            <p:nvPr/>
          </p:nvSpPr>
          <p:spPr>
            <a:xfrm>
              <a:off x="1358331" y="3375920"/>
              <a:ext cx="1783624" cy="1664862"/>
            </a:xfrm>
            <a:custGeom>
              <a:rect b="b" l="l" r="r" t="t"/>
              <a:pathLst>
                <a:path extrusionOk="0" h="24967" w="26748">
                  <a:moveTo>
                    <a:pt x="26094" y="21611"/>
                  </a:moveTo>
                  <a:lnTo>
                    <a:pt x="18715" y="14758"/>
                  </a:lnTo>
                  <a:cubicBezTo>
                    <a:pt x="18193" y="14258"/>
                    <a:pt x="17969" y="13512"/>
                    <a:pt x="18152" y="12817"/>
                  </a:cubicBezTo>
                  <a:cubicBezTo>
                    <a:pt x="18649" y="10983"/>
                    <a:pt x="18086" y="8911"/>
                    <a:pt x="15884" y="6866"/>
                  </a:cubicBezTo>
                  <a:cubicBezTo>
                    <a:pt x="12582" y="3787"/>
                    <a:pt x="8600" y="0"/>
                    <a:pt x="4681" y="4271"/>
                  </a:cubicBezTo>
                  <a:cubicBezTo>
                    <a:pt x="1" y="9370"/>
                    <a:pt x="4838" y="12241"/>
                    <a:pt x="8141" y="15321"/>
                  </a:cubicBezTo>
                  <a:cubicBezTo>
                    <a:pt x="10342" y="17365"/>
                    <a:pt x="12437" y="17758"/>
                    <a:pt x="14220" y="17117"/>
                  </a:cubicBezTo>
                  <a:cubicBezTo>
                    <a:pt x="14890" y="16881"/>
                    <a:pt x="15648" y="17038"/>
                    <a:pt x="16174" y="17522"/>
                  </a:cubicBezTo>
                  <a:lnTo>
                    <a:pt x="23552" y="24388"/>
                  </a:lnTo>
                  <a:cubicBezTo>
                    <a:pt x="24169" y="24967"/>
                    <a:pt x="25137" y="24926"/>
                    <a:pt x="25713" y="24310"/>
                  </a:cubicBezTo>
                  <a:lnTo>
                    <a:pt x="26185" y="23787"/>
                  </a:lnTo>
                  <a:cubicBezTo>
                    <a:pt x="26748" y="23171"/>
                    <a:pt x="26710" y="22187"/>
                    <a:pt x="26094" y="2161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3" name="Google Shape;1793;p34"/>
            <p:cNvSpPr/>
            <p:nvPr/>
          </p:nvSpPr>
          <p:spPr>
            <a:xfrm>
              <a:off x="1561185" y="3460692"/>
              <a:ext cx="111893" cy="164239"/>
            </a:xfrm>
            <a:custGeom>
              <a:rect b="b" l="l" r="r" t="t"/>
              <a:pathLst>
                <a:path extrusionOk="0" h="2463" w="1678">
                  <a:moveTo>
                    <a:pt x="812" y="2450"/>
                  </a:moveTo>
                  <a:cubicBezTo>
                    <a:pt x="1271" y="2463"/>
                    <a:pt x="1652" y="1925"/>
                    <a:pt x="1665" y="1243"/>
                  </a:cubicBezTo>
                  <a:cubicBezTo>
                    <a:pt x="1677" y="576"/>
                    <a:pt x="1309" y="13"/>
                    <a:pt x="853" y="13"/>
                  </a:cubicBezTo>
                  <a:cubicBezTo>
                    <a:pt x="406" y="0"/>
                    <a:pt x="26" y="535"/>
                    <a:pt x="13" y="1205"/>
                  </a:cubicBezTo>
                  <a:cubicBezTo>
                    <a:pt x="1" y="1887"/>
                    <a:pt x="366" y="2450"/>
                    <a:pt x="812" y="245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4" name="Google Shape;1794;p34"/>
            <p:cNvSpPr/>
            <p:nvPr/>
          </p:nvSpPr>
          <p:spPr>
            <a:xfrm>
              <a:off x="1405613" y="3600490"/>
              <a:ext cx="143301" cy="132832"/>
            </a:xfrm>
            <a:custGeom>
              <a:rect b="b" l="l" r="r" t="t"/>
              <a:pathLst>
                <a:path extrusionOk="0" h="1992" w="2149">
                  <a:moveTo>
                    <a:pt x="592" y="1585"/>
                  </a:moveTo>
                  <a:cubicBezTo>
                    <a:pt x="1035" y="1966"/>
                    <a:pt x="1614" y="1991"/>
                    <a:pt x="1875" y="1677"/>
                  </a:cubicBezTo>
                  <a:cubicBezTo>
                    <a:pt x="2149" y="1350"/>
                    <a:pt x="2007" y="787"/>
                    <a:pt x="1560" y="406"/>
                  </a:cubicBezTo>
                  <a:cubicBezTo>
                    <a:pt x="1114" y="38"/>
                    <a:pt x="538" y="0"/>
                    <a:pt x="277" y="327"/>
                  </a:cubicBezTo>
                  <a:cubicBezTo>
                    <a:pt x="0" y="655"/>
                    <a:pt x="145" y="1218"/>
                    <a:pt x="592" y="158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5" name="Google Shape;1795;p34"/>
            <p:cNvSpPr/>
            <p:nvPr/>
          </p:nvSpPr>
          <p:spPr>
            <a:xfrm>
              <a:off x="1259573" y="3566635"/>
              <a:ext cx="1783824" cy="1496089"/>
            </a:xfrm>
            <a:custGeom>
              <a:rect b="b" l="l" r="r" t="t"/>
              <a:pathLst>
                <a:path extrusionOk="0" h="22436" w="26751">
                  <a:moveTo>
                    <a:pt x="8446" y="1"/>
                  </a:moveTo>
                  <a:cubicBezTo>
                    <a:pt x="7201" y="1"/>
                    <a:pt x="5937" y="541"/>
                    <a:pt x="4680" y="1912"/>
                  </a:cubicBezTo>
                  <a:cubicBezTo>
                    <a:pt x="0" y="7010"/>
                    <a:pt x="4825" y="9878"/>
                    <a:pt x="8140" y="12958"/>
                  </a:cubicBezTo>
                  <a:cubicBezTo>
                    <a:pt x="9717" y="14422"/>
                    <a:pt x="11233" y="15046"/>
                    <a:pt x="12627" y="15046"/>
                  </a:cubicBezTo>
                  <a:cubicBezTo>
                    <a:pt x="13178" y="15046"/>
                    <a:pt x="13711" y="14948"/>
                    <a:pt x="14220" y="14766"/>
                  </a:cubicBezTo>
                  <a:cubicBezTo>
                    <a:pt x="14430" y="14688"/>
                    <a:pt x="14648" y="14650"/>
                    <a:pt x="14865" y="14650"/>
                  </a:cubicBezTo>
                  <a:cubicBezTo>
                    <a:pt x="15338" y="14650"/>
                    <a:pt x="15804" y="14831"/>
                    <a:pt x="16173" y="15172"/>
                  </a:cubicBezTo>
                  <a:lnTo>
                    <a:pt x="23552" y="22028"/>
                  </a:lnTo>
                  <a:cubicBezTo>
                    <a:pt x="23845" y="22302"/>
                    <a:pt x="24217" y="22436"/>
                    <a:pt x="24589" y="22436"/>
                  </a:cubicBezTo>
                  <a:cubicBezTo>
                    <a:pt x="25000" y="22436"/>
                    <a:pt x="25410" y="22272"/>
                    <a:pt x="25713" y="21950"/>
                  </a:cubicBezTo>
                  <a:lnTo>
                    <a:pt x="26184" y="21437"/>
                  </a:lnTo>
                  <a:cubicBezTo>
                    <a:pt x="26751" y="20808"/>
                    <a:pt x="26710" y="19839"/>
                    <a:pt x="26093" y="19261"/>
                  </a:cubicBezTo>
                  <a:lnTo>
                    <a:pt x="18714" y="12395"/>
                  </a:lnTo>
                  <a:cubicBezTo>
                    <a:pt x="18180" y="11910"/>
                    <a:pt x="17969" y="11162"/>
                    <a:pt x="18151" y="10470"/>
                  </a:cubicBezTo>
                  <a:cubicBezTo>
                    <a:pt x="18652" y="8620"/>
                    <a:pt x="18085" y="6551"/>
                    <a:pt x="15884" y="4506"/>
                  </a:cubicBezTo>
                  <a:cubicBezTo>
                    <a:pt x="13640" y="2423"/>
                    <a:pt x="11084" y="1"/>
                    <a:pt x="844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6" name="Google Shape;1796;p34"/>
            <p:cNvSpPr/>
            <p:nvPr/>
          </p:nvSpPr>
          <p:spPr>
            <a:xfrm>
              <a:off x="1315587" y="3601177"/>
              <a:ext cx="1187749" cy="936156"/>
            </a:xfrm>
            <a:custGeom>
              <a:rect b="b" l="l" r="r" t="t"/>
              <a:pathLst>
                <a:path extrusionOk="0" h="14039" w="17812">
                  <a:moveTo>
                    <a:pt x="7707" y="0"/>
                  </a:moveTo>
                  <a:cubicBezTo>
                    <a:pt x="6543" y="0"/>
                    <a:pt x="5371" y="495"/>
                    <a:pt x="4221" y="1746"/>
                  </a:cubicBezTo>
                  <a:cubicBezTo>
                    <a:pt x="0" y="6360"/>
                    <a:pt x="4366" y="9216"/>
                    <a:pt x="7457" y="12087"/>
                  </a:cubicBezTo>
                  <a:cubicBezTo>
                    <a:pt x="8932" y="13456"/>
                    <a:pt x="10355" y="14039"/>
                    <a:pt x="11656" y="14039"/>
                  </a:cubicBezTo>
                  <a:cubicBezTo>
                    <a:pt x="13095" y="14039"/>
                    <a:pt x="14385" y="13328"/>
                    <a:pt x="15437" y="12178"/>
                  </a:cubicBezTo>
                  <a:cubicBezTo>
                    <a:pt x="17444" y="10002"/>
                    <a:pt x="17812" y="7068"/>
                    <a:pt x="14717" y="4183"/>
                  </a:cubicBezTo>
                  <a:cubicBezTo>
                    <a:pt x="12607" y="2226"/>
                    <a:pt x="10175" y="0"/>
                    <a:pt x="7707" y="0"/>
                  </a:cubicBezTo>
                  <a:close/>
                </a:path>
              </a:pathLst>
            </a:custGeom>
            <a:solidFill>
              <a:srgbClr val="E1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7" name="Google Shape;1797;p34"/>
            <p:cNvSpPr/>
            <p:nvPr/>
          </p:nvSpPr>
          <p:spPr>
            <a:xfrm>
              <a:off x="1634601" y="4119575"/>
              <a:ext cx="160905" cy="115561"/>
            </a:xfrm>
            <a:custGeom>
              <a:rect b="b" l="l" r="r" t="t"/>
              <a:pathLst>
                <a:path extrusionOk="0" h="1733" w="2413">
                  <a:moveTo>
                    <a:pt x="1199" y="1"/>
                  </a:moveTo>
                  <a:cubicBezTo>
                    <a:pt x="557" y="1"/>
                    <a:pt x="25" y="349"/>
                    <a:pt x="13" y="825"/>
                  </a:cubicBezTo>
                  <a:cubicBezTo>
                    <a:pt x="0" y="1297"/>
                    <a:pt x="525" y="1706"/>
                    <a:pt x="1180" y="1731"/>
                  </a:cubicBezTo>
                  <a:cubicBezTo>
                    <a:pt x="1201" y="1732"/>
                    <a:pt x="1222" y="1732"/>
                    <a:pt x="1243" y="1732"/>
                  </a:cubicBezTo>
                  <a:cubicBezTo>
                    <a:pt x="1869" y="1732"/>
                    <a:pt x="2385" y="1376"/>
                    <a:pt x="2397" y="920"/>
                  </a:cubicBezTo>
                  <a:cubicBezTo>
                    <a:pt x="2412" y="432"/>
                    <a:pt x="1887" y="26"/>
                    <a:pt x="1233" y="1"/>
                  </a:cubicBezTo>
                  <a:cubicBezTo>
                    <a:pt x="1222" y="1"/>
                    <a:pt x="1210" y="1"/>
                    <a:pt x="1199"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8" name="Google Shape;1798;p34"/>
            <p:cNvSpPr/>
            <p:nvPr/>
          </p:nvSpPr>
          <p:spPr>
            <a:xfrm>
              <a:off x="1619664" y="3956733"/>
              <a:ext cx="143301" cy="170907"/>
            </a:xfrm>
            <a:custGeom>
              <a:rect b="b" l="l" r="r" t="t"/>
              <a:pathLst>
                <a:path extrusionOk="0" h="2563" w="2149">
                  <a:moveTo>
                    <a:pt x="1180" y="1"/>
                  </a:moveTo>
                  <a:cubicBezTo>
                    <a:pt x="711" y="1"/>
                    <a:pt x="276" y="456"/>
                    <a:pt x="145" y="1081"/>
                  </a:cubicBezTo>
                  <a:cubicBezTo>
                    <a:pt x="1" y="1773"/>
                    <a:pt x="303" y="2431"/>
                    <a:pt x="812" y="2547"/>
                  </a:cubicBezTo>
                  <a:cubicBezTo>
                    <a:pt x="861" y="2557"/>
                    <a:pt x="910" y="2562"/>
                    <a:pt x="959" y="2562"/>
                  </a:cubicBezTo>
                  <a:cubicBezTo>
                    <a:pt x="1424" y="2562"/>
                    <a:pt x="1876" y="2115"/>
                    <a:pt x="2007" y="1474"/>
                  </a:cubicBezTo>
                  <a:cubicBezTo>
                    <a:pt x="2149" y="779"/>
                    <a:pt x="1850" y="122"/>
                    <a:pt x="1337" y="18"/>
                  </a:cubicBezTo>
                  <a:cubicBezTo>
                    <a:pt x="1285" y="7"/>
                    <a:pt x="1232" y="1"/>
                    <a:pt x="118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99" name="Google Shape;1799;p34"/>
            <p:cNvSpPr/>
            <p:nvPr/>
          </p:nvSpPr>
          <p:spPr>
            <a:xfrm>
              <a:off x="1676545" y="3981606"/>
              <a:ext cx="36742" cy="131965"/>
            </a:xfrm>
            <a:custGeom>
              <a:rect b="b" l="l" r="r" t="t"/>
              <a:pathLst>
                <a:path extrusionOk="0" h="1979" w="551">
                  <a:moveTo>
                    <a:pt x="13" y="1966"/>
                  </a:moveTo>
                  <a:cubicBezTo>
                    <a:pt x="0" y="1966"/>
                    <a:pt x="38" y="1926"/>
                    <a:pt x="91" y="1859"/>
                  </a:cubicBezTo>
                  <a:cubicBezTo>
                    <a:pt x="132" y="1781"/>
                    <a:pt x="195" y="1690"/>
                    <a:pt x="236" y="1573"/>
                  </a:cubicBezTo>
                  <a:cubicBezTo>
                    <a:pt x="261" y="1454"/>
                    <a:pt x="274" y="1309"/>
                    <a:pt x="249" y="1180"/>
                  </a:cubicBezTo>
                  <a:cubicBezTo>
                    <a:pt x="236" y="1048"/>
                    <a:pt x="170" y="916"/>
                    <a:pt x="132" y="787"/>
                  </a:cubicBezTo>
                  <a:cubicBezTo>
                    <a:pt x="79" y="655"/>
                    <a:pt x="54" y="523"/>
                    <a:pt x="66" y="378"/>
                  </a:cubicBezTo>
                  <a:cubicBezTo>
                    <a:pt x="79" y="315"/>
                    <a:pt x="91" y="249"/>
                    <a:pt x="132" y="196"/>
                  </a:cubicBezTo>
                  <a:cubicBezTo>
                    <a:pt x="157" y="142"/>
                    <a:pt x="195" y="104"/>
                    <a:pt x="249" y="64"/>
                  </a:cubicBezTo>
                  <a:cubicBezTo>
                    <a:pt x="327" y="13"/>
                    <a:pt x="418" y="1"/>
                    <a:pt x="472" y="13"/>
                  </a:cubicBezTo>
                  <a:cubicBezTo>
                    <a:pt x="525" y="26"/>
                    <a:pt x="551" y="51"/>
                    <a:pt x="551" y="64"/>
                  </a:cubicBezTo>
                  <a:cubicBezTo>
                    <a:pt x="538" y="104"/>
                    <a:pt x="447" y="92"/>
                    <a:pt x="352" y="196"/>
                  </a:cubicBezTo>
                  <a:cubicBezTo>
                    <a:pt x="302" y="237"/>
                    <a:pt x="274" y="299"/>
                    <a:pt x="274" y="406"/>
                  </a:cubicBezTo>
                  <a:cubicBezTo>
                    <a:pt x="261" y="498"/>
                    <a:pt x="289" y="601"/>
                    <a:pt x="327" y="721"/>
                  </a:cubicBezTo>
                  <a:cubicBezTo>
                    <a:pt x="368" y="837"/>
                    <a:pt x="431" y="982"/>
                    <a:pt x="447" y="1152"/>
                  </a:cubicBezTo>
                  <a:cubicBezTo>
                    <a:pt x="459" y="1322"/>
                    <a:pt x="418" y="1479"/>
                    <a:pt x="368" y="1624"/>
                  </a:cubicBezTo>
                  <a:cubicBezTo>
                    <a:pt x="302" y="1756"/>
                    <a:pt x="211" y="1847"/>
                    <a:pt x="145" y="1900"/>
                  </a:cubicBezTo>
                  <a:cubicBezTo>
                    <a:pt x="66" y="1966"/>
                    <a:pt x="13" y="1979"/>
                    <a:pt x="13" y="196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0" name="Google Shape;1800;p34"/>
            <p:cNvSpPr/>
            <p:nvPr/>
          </p:nvSpPr>
          <p:spPr>
            <a:xfrm>
              <a:off x="1735893" y="3649256"/>
              <a:ext cx="142434" cy="171041"/>
            </a:xfrm>
            <a:custGeom>
              <a:rect b="b" l="l" r="r" t="t"/>
              <a:pathLst>
                <a:path extrusionOk="0" h="2565" w="2136">
                  <a:moveTo>
                    <a:pt x="1182" y="1"/>
                  </a:moveTo>
                  <a:cubicBezTo>
                    <a:pt x="718" y="1"/>
                    <a:pt x="264" y="449"/>
                    <a:pt x="132" y="1091"/>
                  </a:cubicBezTo>
                  <a:cubicBezTo>
                    <a:pt x="0" y="1786"/>
                    <a:pt x="302" y="2440"/>
                    <a:pt x="815" y="2547"/>
                  </a:cubicBezTo>
                  <a:cubicBezTo>
                    <a:pt x="866" y="2559"/>
                    <a:pt x="917" y="2564"/>
                    <a:pt x="968" y="2564"/>
                  </a:cubicBezTo>
                  <a:cubicBezTo>
                    <a:pt x="1426" y="2564"/>
                    <a:pt x="1864" y="2110"/>
                    <a:pt x="1994" y="1484"/>
                  </a:cubicBezTo>
                  <a:cubicBezTo>
                    <a:pt x="2136" y="789"/>
                    <a:pt x="1837" y="135"/>
                    <a:pt x="1324" y="15"/>
                  </a:cubicBezTo>
                  <a:cubicBezTo>
                    <a:pt x="1277" y="6"/>
                    <a:pt x="1230" y="1"/>
                    <a:pt x="118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1" name="Google Shape;1801;p34"/>
            <p:cNvSpPr/>
            <p:nvPr/>
          </p:nvSpPr>
          <p:spPr>
            <a:xfrm>
              <a:off x="1792708" y="3673929"/>
              <a:ext cx="35942" cy="131965"/>
            </a:xfrm>
            <a:custGeom>
              <a:rect b="b" l="l" r="r" t="t"/>
              <a:pathLst>
                <a:path extrusionOk="0" h="1979" w="539">
                  <a:moveTo>
                    <a:pt x="1" y="1979"/>
                  </a:moveTo>
                  <a:cubicBezTo>
                    <a:pt x="1" y="1966"/>
                    <a:pt x="26" y="1925"/>
                    <a:pt x="79" y="1863"/>
                  </a:cubicBezTo>
                  <a:cubicBezTo>
                    <a:pt x="133" y="1797"/>
                    <a:pt x="183" y="1690"/>
                    <a:pt x="224" y="1573"/>
                  </a:cubicBezTo>
                  <a:cubicBezTo>
                    <a:pt x="262" y="1454"/>
                    <a:pt x="277" y="1312"/>
                    <a:pt x="249" y="1180"/>
                  </a:cubicBezTo>
                  <a:cubicBezTo>
                    <a:pt x="224" y="1048"/>
                    <a:pt x="158" y="919"/>
                    <a:pt x="120" y="799"/>
                  </a:cubicBezTo>
                  <a:cubicBezTo>
                    <a:pt x="67" y="667"/>
                    <a:pt x="41" y="526"/>
                    <a:pt x="54" y="394"/>
                  </a:cubicBezTo>
                  <a:cubicBezTo>
                    <a:pt x="67" y="328"/>
                    <a:pt x="92" y="262"/>
                    <a:pt x="120" y="196"/>
                  </a:cubicBezTo>
                  <a:cubicBezTo>
                    <a:pt x="158" y="145"/>
                    <a:pt x="199" y="104"/>
                    <a:pt x="236" y="79"/>
                  </a:cubicBezTo>
                  <a:cubicBezTo>
                    <a:pt x="315" y="13"/>
                    <a:pt x="406" y="1"/>
                    <a:pt x="472" y="13"/>
                  </a:cubicBezTo>
                  <a:cubicBezTo>
                    <a:pt x="526" y="26"/>
                    <a:pt x="538" y="54"/>
                    <a:pt x="538" y="79"/>
                  </a:cubicBezTo>
                  <a:cubicBezTo>
                    <a:pt x="526" y="104"/>
                    <a:pt x="435" y="92"/>
                    <a:pt x="340" y="196"/>
                  </a:cubicBezTo>
                  <a:cubicBezTo>
                    <a:pt x="302" y="249"/>
                    <a:pt x="262" y="315"/>
                    <a:pt x="262" y="406"/>
                  </a:cubicBezTo>
                  <a:cubicBezTo>
                    <a:pt x="262" y="498"/>
                    <a:pt x="277" y="604"/>
                    <a:pt x="328" y="721"/>
                  </a:cubicBezTo>
                  <a:cubicBezTo>
                    <a:pt x="356" y="840"/>
                    <a:pt x="419" y="982"/>
                    <a:pt x="435" y="1155"/>
                  </a:cubicBezTo>
                  <a:cubicBezTo>
                    <a:pt x="460" y="1325"/>
                    <a:pt x="419" y="1495"/>
                    <a:pt x="356" y="1627"/>
                  </a:cubicBezTo>
                  <a:cubicBezTo>
                    <a:pt x="290" y="1756"/>
                    <a:pt x="199" y="1847"/>
                    <a:pt x="133" y="1913"/>
                  </a:cubicBezTo>
                  <a:cubicBezTo>
                    <a:pt x="54" y="1966"/>
                    <a:pt x="13" y="1979"/>
                    <a:pt x="1" y="197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2" name="Google Shape;1802;p34"/>
            <p:cNvSpPr/>
            <p:nvPr/>
          </p:nvSpPr>
          <p:spPr>
            <a:xfrm>
              <a:off x="1912471" y="4188592"/>
              <a:ext cx="160905" cy="147768"/>
            </a:xfrm>
            <a:custGeom>
              <a:rect b="b" l="l" r="r" t="t"/>
              <a:pathLst>
                <a:path extrusionOk="0" h="2216" w="2413">
                  <a:moveTo>
                    <a:pt x="1633" y="0"/>
                  </a:moveTo>
                  <a:cubicBezTo>
                    <a:pt x="1305" y="0"/>
                    <a:pt x="910" y="192"/>
                    <a:pt x="589" y="539"/>
                  </a:cubicBezTo>
                  <a:cubicBezTo>
                    <a:pt x="117" y="1064"/>
                    <a:pt x="0" y="1743"/>
                    <a:pt x="340" y="2058"/>
                  </a:cubicBezTo>
                  <a:cubicBezTo>
                    <a:pt x="451" y="2165"/>
                    <a:pt x="602" y="2216"/>
                    <a:pt x="772" y="2216"/>
                  </a:cubicBezTo>
                  <a:cubicBezTo>
                    <a:pt x="1100" y="2216"/>
                    <a:pt x="1498" y="2024"/>
                    <a:pt x="1809" y="1677"/>
                  </a:cubicBezTo>
                  <a:cubicBezTo>
                    <a:pt x="2293" y="1155"/>
                    <a:pt x="2413" y="473"/>
                    <a:pt x="2070" y="158"/>
                  </a:cubicBezTo>
                  <a:cubicBezTo>
                    <a:pt x="1955" y="51"/>
                    <a:pt x="1803" y="0"/>
                    <a:pt x="163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3" name="Google Shape;1803;p34"/>
            <p:cNvSpPr/>
            <p:nvPr/>
          </p:nvSpPr>
          <p:spPr>
            <a:xfrm>
              <a:off x="1943946" y="4208730"/>
              <a:ext cx="100491" cy="120695"/>
            </a:xfrm>
            <a:custGeom>
              <a:rect b="b" l="l" r="r" t="t"/>
              <a:pathLst>
                <a:path extrusionOk="0" h="1810" w="1507">
                  <a:moveTo>
                    <a:pt x="1453" y="1"/>
                  </a:moveTo>
                  <a:cubicBezTo>
                    <a:pt x="1469" y="1"/>
                    <a:pt x="1482" y="54"/>
                    <a:pt x="1494" y="158"/>
                  </a:cubicBezTo>
                  <a:cubicBezTo>
                    <a:pt x="1507" y="249"/>
                    <a:pt x="1482" y="407"/>
                    <a:pt x="1416" y="551"/>
                  </a:cubicBezTo>
                  <a:cubicBezTo>
                    <a:pt x="1375" y="630"/>
                    <a:pt x="1324" y="696"/>
                    <a:pt x="1271" y="775"/>
                  </a:cubicBezTo>
                  <a:cubicBezTo>
                    <a:pt x="1233" y="800"/>
                    <a:pt x="1192" y="841"/>
                    <a:pt x="1139" y="866"/>
                  </a:cubicBezTo>
                  <a:cubicBezTo>
                    <a:pt x="1089" y="878"/>
                    <a:pt x="1022" y="891"/>
                    <a:pt x="982" y="891"/>
                  </a:cubicBezTo>
                  <a:cubicBezTo>
                    <a:pt x="944" y="891"/>
                    <a:pt x="903" y="891"/>
                    <a:pt x="865" y="904"/>
                  </a:cubicBezTo>
                  <a:cubicBezTo>
                    <a:pt x="824" y="904"/>
                    <a:pt x="799" y="919"/>
                    <a:pt x="761" y="919"/>
                  </a:cubicBezTo>
                  <a:cubicBezTo>
                    <a:pt x="695" y="944"/>
                    <a:pt x="629" y="970"/>
                    <a:pt x="576" y="998"/>
                  </a:cubicBezTo>
                  <a:cubicBezTo>
                    <a:pt x="340" y="1127"/>
                    <a:pt x="224" y="1350"/>
                    <a:pt x="170" y="1507"/>
                  </a:cubicBezTo>
                  <a:cubicBezTo>
                    <a:pt x="117" y="1677"/>
                    <a:pt x="117" y="1797"/>
                    <a:pt x="79" y="1809"/>
                  </a:cubicBezTo>
                  <a:cubicBezTo>
                    <a:pt x="66" y="1809"/>
                    <a:pt x="54" y="1784"/>
                    <a:pt x="25" y="1731"/>
                  </a:cubicBezTo>
                  <a:cubicBezTo>
                    <a:pt x="13" y="1677"/>
                    <a:pt x="0" y="1586"/>
                    <a:pt x="13" y="1482"/>
                  </a:cubicBezTo>
                  <a:cubicBezTo>
                    <a:pt x="25" y="1375"/>
                    <a:pt x="66" y="1259"/>
                    <a:pt x="132" y="1139"/>
                  </a:cubicBezTo>
                  <a:cubicBezTo>
                    <a:pt x="211" y="1011"/>
                    <a:pt x="315" y="891"/>
                    <a:pt x="459" y="812"/>
                  </a:cubicBezTo>
                  <a:cubicBezTo>
                    <a:pt x="538" y="775"/>
                    <a:pt x="617" y="734"/>
                    <a:pt x="708" y="721"/>
                  </a:cubicBezTo>
                  <a:cubicBezTo>
                    <a:pt x="746" y="709"/>
                    <a:pt x="799" y="696"/>
                    <a:pt x="840" y="696"/>
                  </a:cubicBezTo>
                  <a:lnTo>
                    <a:pt x="982" y="696"/>
                  </a:lnTo>
                  <a:lnTo>
                    <a:pt x="1076" y="696"/>
                  </a:lnTo>
                  <a:cubicBezTo>
                    <a:pt x="1089" y="683"/>
                    <a:pt x="1126" y="668"/>
                    <a:pt x="1155" y="643"/>
                  </a:cubicBezTo>
                  <a:cubicBezTo>
                    <a:pt x="1205" y="605"/>
                    <a:pt x="1258" y="539"/>
                    <a:pt x="1284" y="485"/>
                  </a:cubicBezTo>
                  <a:cubicBezTo>
                    <a:pt x="1362" y="369"/>
                    <a:pt x="1403" y="237"/>
                    <a:pt x="1428" y="146"/>
                  </a:cubicBezTo>
                  <a:cubicBezTo>
                    <a:pt x="1441" y="54"/>
                    <a:pt x="1441" y="1"/>
                    <a:pt x="1453"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4" name="Google Shape;1804;p34"/>
            <p:cNvSpPr/>
            <p:nvPr/>
          </p:nvSpPr>
          <p:spPr>
            <a:xfrm>
              <a:off x="2108121" y="3857175"/>
              <a:ext cx="146902" cy="104225"/>
            </a:xfrm>
            <a:custGeom>
              <a:rect b="b" l="l" r="r" t="t"/>
              <a:pathLst>
                <a:path extrusionOk="0" h="1563" w="2203">
                  <a:moveTo>
                    <a:pt x="961" y="0"/>
                  </a:moveTo>
                  <a:cubicBezTo>
                    <a:pt x="516" y="0"/>
                    <a:pt x="145" y="221"/>
                    <a:pt x="80" y="568"/>
                  </a:cubicBezTo>
                  <a:cubicBezTo>
                    <a:pt x="1" y="986"/>
                    <a:pt x="394" y="1420"/>
                    <a:pt x="957" y="1536"/>
                  </a:cubicBezTo>
                  <a:cubicBezTo>
                    <a:pt x="1049" y="1554"/>
                    <a:pt x="1139" y="1562"/>
                    <a:pt x="1226" y="1562"/>
                  </a:cubicBezTo>
                  <a:cubicBezTo>
                    <a:pt x="1677" y="1562"/>
                    <a:pt x="2048" y="1339"/>
                    <a:pt x="2124" y="986"/>
                  </a:cubicBezTo>
                  <a:cubicBezTo>
                    <a:pt x="2203" y="568"/>
                    <a:pt x="1809" y="137"/>
                    <a:pt x="1246" y="30"/>
                  </a:cubicBezTo>
                  <a:cubicBezTo>
                    <a:pt x="1149" y="10"/>
                    <a:pt x="1054" y="0"/>
                    <a:pt x="96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5" name="Google Shape;1805;p34"/>
            <p:cNvSpPr/>
            <p:nvPr/>
          </p:nvSpPr>
          <p:spPr>
            <a:xfrm>
              <a:off x="2123858" y="3890583"/>
              <a:ext cx="115427" cy="35075"/>
            </a:xfrm>
            <a:custGeom>
              <a:rect b="b" l="l" r="r" t="t"/>
              <a:pathLst>
                <a:path extrusionOk="0" h="526" w="1731">
                  <a:moveTo>
                    <a:pt x="1718" y="513"/>
                  </a:moveTo>
                  <a:cubicBezTo>
                    <a:pt x="1718" y="526"/>
                    <a:pt x="1680" y="485"/>
                    <a:pt x="1627" y="435"/>
                  </a:cubicBezTo>
                  <a:cubicBezTo>
                    <a:pt x="1573" y="381"/>
                    <a:pt x="1495" y="315"/>
                    <a:pt x="1404" y="265"/>
                  </a:cubicBezTo>
                  <a:cubicBezTo>
                    <a:pt x="1312" y="211"/>
                    <a:pt x="1180" y="186"/>
                    <a:pt x="1089" y="224"/>
                  </a:cubicBezTo>
                  <a:cubicBezTo>
                    <a:pt x="1036" y="237"/>
                    <a:pt x="1010" y="265"/>
                    <a:pt x="957" y="303"/>
                  </a:cubicBezTo>
                  <a:cubicBezTo>
                    <a:pt x="919" y="343"/>
                    <a:pt x="853" y="394"/>
                    <a:pt x="800" y="422"/>
                  </a:cubicBezTo>
                  <a:cubicBezTo>
                    <a:pt x="683" y="501"/>
                    <a:pt x="564" y="526"/>
                    <a:pt x="447" y="526"/>
                  </a:cubicBezTo>
                  <a:cubicBezTo>
                    <a:pt x="381" y="526"/>
                    <a:pt x="344" y="526"/>
                    <a:pt x="278" y="513"/>
                  </a:cubicBezTo>
                  <a:cubicBezTo>
                    <a:pt x="224" y="501"/>
                    <a:pt x="186" y="485"/>
                    <a:pt x="146" y="460"/>
                  </a:cubicBezTo>
                  <a:cubicBezTo>
                    <a:pt x="67" y="406"/>
                    <a:pt x="13" y="343"/>
                    <a:pt x="13" y="277"/>
                  </a:cubicBezTo>
                  <a:cubicBezTo>
                    <a:pt x="1" y="224"/>
                    <a:pt x="29" y="199"/>
                    <a:pt x="42" y="199"/>
                  </a:cubicBezTo>
                  <a:cubicBezTo>
                    <a:pt x="54" y="199"/>
                    <a:pt x="67" y="224"/>
                    <a:pt x="92" y="237"/>
                  </a:cubicBezTo>
                  <a:cubicBezTo>
                    <a:pt x="120" y="265"/>
                    <a:pt x="146" y="290"/>
                    <a:pt x="212" y="303"/>
                  </a:cubicBezTo>
                  <a:cubicBezTo>
                    <a:pt x="265" y="328"/>
                    <a:pt x="328" y="328"/>
                    <a:pt x="422" y="315"/>
                  </a:cubicBezTo>
                  <a:cubicBezTo>
                    <a:pt x="514" y="315"/>
                    <a:pt x="605" y="290"/>
                    <a:pt x="696" y="237"/>
                  </a:cubicBezTo>
                  <a:cubicBezTo>
                    <a:pt x="737" y="211"/>
                    <a:pt x="775" y="186"/>
                    <a:pt x="828" y="145"/>
                  </a:cubicBezTo>
                  <a:cubicBezTo>
                    <a:pt x="853" y="120"/>
                    <a:pt x="878" y="108"/>
                    <a:pt x="919" y="79"/>
                  </a:cubicBezTo>
                  <a:cubicBezTo>
                    <a:pt x="957" y="67"/>
                    <a:pt x="998" y="41"/>
                    <a:pt x="1036" y="41"/>
                  </a:cubicBezTo>
                  <a:cubicBezTo>
                    <a:pt x="1209" y="1"/>
                    <a:pt x="1366" y="54"/>
                    <a:pt x="1470" y="145"/>
                  </a:cubicBezTo>
                  <a:cubicBezTo>
                    <a:pt x="1586" y="224"/>
                    <a:pt x="1640" y="328"/>
                    <a:pt x="1680" y="394"/>
                  </a:cubicBezTo>
                  <a:cubicBezTo>
                    <a:pt x="1718" y="472"/>
                    <a:pt x="1731" y="513"/>
                    <a:pt x="1718" y="51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6" name="Google Shape;1806;p34"/>
            <p:cNvSpPr/>
            <p:nvPr/>
          </p:nvSpPr>
          <p:spPr>
            <a:xfrm>
              <a:off x="1801510" y="4087566"/>
              <a:ext cx="182777" cy="163772"/>
            </a:xfrm>
            <a:custGeom>
              <a:rect b="b" l="l" r="r" t="t"/>
              <a:pathLst>
                <a:path extrusionOk="0" h="2456" w="2741">
                  <a:moveTo>
                    <a:pt x="1806" y="0"/>
                  </a:moveTo>
                  <a:cubicBezTo>
                    <a:pt x="1429" y="0"/>
                    <a:pt x="994" y="206"/>
                    <a:pt x="655" y="585"/>
                  </a:cubicBezTo>
                  <a:cubicBezTo>
                    <a:pt x="117" y="1164"/>
                    <a:pt x="1" y="1934"/>
                    <a:pt x="406" y="2315"/>
                  </a:cubicBezTo>
                  <a:cubicBezTo>
                    <a:pt x="511" y="2412"/>
                    <a:pt x="620" y="2456"/>
                    <a:pt x="735" y="2456"/>
                  </a:cubicBezTo>
                  <a:cubicBezTo>
                    <a:pt x="1053" y="2456"/>
                    <a:pt x="1411" y="2124"/>
                    <a:pt x="1797" y="1698"/>
                  </a:cubicBezTo>
                  <a:cubicBezTo>
                    <a:pt x="2331" y="1110"/>
                    <a:pt x="2740" y="560"/>
                    <a:pt x="2347" y="192"/>
                  </a:cubicBezTo>
                  <a:cubicBezTo>
                    <a:pt x="2202" y="62"/>
                    <a:pt x="2013" y="0"/>
                    <a:pt x="1806"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7" name="Google Shape;1807;p34"/>
            <p:cNvSpPr/>
            <p:nvPr/>
          </p:nvSpPr>
          <p:spPr>
            <a:xfrm>
              <a:off x="1847855" y="4121308"/>
              <a:ext cx="111026" cy="115427"/>
            </a:xfrm>
            <a:custGeom>
              <a:rect b="b" l="l" r="r" t="t"/>
              <a:pathLst>
                <a:path extrusionOk="0" h="1731" w="1665">
                  <a:moveTo>
                    <a:pt x="1665" y="13"/>
                  </a:moveTo>
                  <a:cubicBezTo>
                    <a:pt x="1665" y="29"/>
                    <a:pt x="1611" y="54"/>
                    <a:pt x="1532" y="92"/>
                  </a:cubicBezTo>
                  <a:cubicBezTo>
                    <a:pt x="1466" y="132"/>
                    <a:pt x="1375" y="211"/>
                    <a:pt x="1271" y="315"/>
                  </a:cubicBezTo>
                  <a:cubicBezTo>
                    <a:pt x="1073" y="500"/>
                    <a:pt x="837" y="761"/>
                    <a:pt x="680" y="956"/>
                  </a:cubicBezTo>
                  <a:cubicBezTo>
                    <a:pt x="340" y="1378"/>
                    <a:pt x="92" y="1730"/>
                    <a:pt x="26" y="1692"/>
                  </a:cubicBezTo>
                  <a:cubicBezTo>
                    <a:pt x="1" y="1680"/>
                    <a:pt x="26" y="1573"/>
                    <a:pt x="105" y="1416"/>
                  </a:cubicBezTo>
                  <a:cubicBezTo>
                    <a:pt x="196" y="1258"/>
                    <a:pt x="328" y="1035"/>
                    <a:pt x="510" y="828"/>
                  </a:cubicBezTo>
                  <a:cubicBezTo>
                    <a:pt x="680" y="617"/>
                    <a:pt x="944" y="368"/>
                    <a:pt x="1180" y="198"/>
                  </a:cubicBezTo>
                  <a:cubicBezTo>
                    <a:pt x="1297" y="120"/>
                    <a:pt x="1416" y="54"/>
                    <a:pt x="1507" y="29"/>
                  </a:cubicBezTo>
                  <a:cubicBezTo>
                    <a:pt x="1599" y="0"/>
                    <a:pt x="1665" y="13"/>
                    <a:pt x="1665"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8" name="Google Shape;1808;p34"/>
            <p:cNvSpPr/>
            <p:nvPr/>
          </p:nvSpPr>
          <p:spPr>
            <a:xfrm>
              <a:off x="1747230" y="3870845"/>
              <a:ext cx="170574" cy="126363"/>
            </a:xfrm>
            <a:custGeom>
              <a:rect b="b" l="l" r="r" t="t"/>
              <a:pathLst>
                <a:path extrusionOk="0" h="1895" w="2558">
                  <a:moveTo>
                    <a:pt x="957" y="1"/>
                  </a:moveTo>
                  <a:cubicBezTo>
                    <a:pt x="631" y="1"/>
                    <a:pt x="355" y="129"/>
                    <a:pt x="223" y="375"/>
                  </a:cubicBezTo>
                  <a:cubicBezTo>
                    <a:pt x="0" y="797"/>
                    <a:pt x="302" y="1397"/>
                    <a:pt x="881" y="1712"/>
                  </a:cubicBezTo>
                  <a:cubicBezTo>
                    <a:pt x="1119" y="1834"/>
                    <a:pt x="1367" y="1894"/>
                    <a:pt x="1591" y="1894"/>
                  </a:cubicBezTo>
                  <a:cubicBezTo>
                    <a:pt x="1920" y="1894"/>
                    <a:pt x="2201" y="1766"/>
                    <a:pt x="2334" y="1517"/>
                  </a:cubicBezTo>
                  <a:cubicBezTo>
                    <a:pt x="2557" y="1095"/>
                    <a:pt x="2255" y="495"/>
                    <a:pt x="1680" y="193"/>
                  </a:cubicBezTo>
                  <a:cubicBezTo>
                    <a:pt x="1436" y="63"/>
                    <a:pt x="1184" y="1"/>
                    <a:pt x="957"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09" name="Google Shape;1809;p34"/>
            <p:cNvSpPr/>
            <p:nvPr/>
          </p:nvSpPr>
          <p:spPr>
            <a:xfrm>
              <a:off x="1561183" y="3805495"/>
              <a:ext cx="182710" cy="163706"/>
            </a:xfrm>
            <a:custGeom>
              <a:rect b="b" l="l" r="r" t="t"/>
              <a:pathLst>
                <a:path extrusionOk="0" h="2455" w="2740">
                  <a:moveTo>
                    <a:pt x="1791" y="1"/>
                  </a:moveTo>
                  <a:cubicBezTo>
                    <a:pt x="1420" y="1"/>
                    <a:pt x="985" y="206"/>
                    <a:pt x="642" y="582"/>
                  </a:cubicBezTo>
                  <a:cubicBezTo>
                    <a:pt x="104" y="1173"/>
                    <a:pt x="0" y="1947"/>
                    <a:pt x="393" y="2311"/>
                  </a:cubicBezTo>
                  <a:cubicBezTo>
                    <a:pt x="502" y="2410"/>
                    <a:pt x="615" y="2454"/>
                    <a:pt x="732" y="2454"/>
                  </a:cubicBezTo>
                  <a:cubicBezTo>
                    <a:pt x="1051" y="2454"/>
                    <a:pt x="1403" y="2128"/>
                    <a:pt x="1796" y="1698"/>
                  </a:cubicBezTo>
                  <a:cubicBezTo>
                    <a:pt x="2334" y="1107"/>
                    <a:pt x="2740" y="569"/>
                    <a:pt x="2334" y="204"/>
                  </a:cubicBezTo>
                  <a:cubicBezTo>
                    <a:pt x="2192" y="67"/>
                    <a:pt x="2002" y="1"/>
                    <a:pt x="17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0" name="Google Shape;1810;p34"/>
            <p:cNvSpPr/>
            <p:nvPr/>
          </p:nvSpPr>
          <p:spPr>
            <a:xfrm>
              <a:off x="1607528" y="3840037"/>
              <a:ext cx="111026" cy="114360"/>
            </a:xfrm>
            <a:custGeom>
              <a:rect b="b" l="l" r="r" t="t"/>
              <a:pathLst>
                <a:path extrusionOk="0" h="1715" w="1665">
                  <a:moveTo>
                    <a:pt x="1664" y="13"/>
                  </a:moveTo>
                  <a:cubicBezTo>
                    <a:pt x="1664" y="26"/>
                    <a:pt x="1611" y="38"/>
                    <a:pt x="1532" y="92"/>
                  </a:cubicBezTo>
                  <a:cubicBezTo>
                    <a:pt x="1453" y="130"/>
                    <a:pt x="1362" y="208"/>
                    <a:pt x="1271" y="299"/>
                  </a:cubicBezTo>
                  <a:cubicBezTo>
                    <a:pt x="1060" y="498"/>
                    <a:pt x="837" y="746"/>
                    <a:pt x="667" y="957"/>
                  </a:cubicBezTo>
                  <a:cubicBezTo>
                    <a:pt x="327" y="1375"/>
                    <a:pt x="92" y="1715"/>
                    <a:pt x="25" y="1690"/>
                  </a:cubicBezTo>
                  <a:cubicBezTo>
                    <a:pt x="0" y="1677"/>
                    <a:pt x="25" y="1557"/>
                    <a:pt x="104" y="1400"/>
                  </a:cubicBezTo>
                  <a:cubicBezTo>
                    <a:pt x="183" y="1243"/>
                    <a:pt x="327" y="1035"/>
                    <a:pt x="497" y="812"/>
                  </a:cubicBezTo>
                  <a:cubicBezTo>
                    <a:pt x="667" y="601"/>
                    <a:pt x="944" y="365"/>
                    <a:pt x="1180" y="196"/>
                  </a:cubicBezTo>
                  <a:cubicBezTo>
                    <a:pt x="1296" y="104"/>
                    <a:pt x="1416" y="38"/>
                    <a:pt x="1507" y="26"/>
                  </a:cubicBezTo>
                  <a:cubicBezTo>
                    <a:pt x="1598" y="1"/>
                    <a:pt x="1664" y="1"/>
                    <a:pt x="1664"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1" name="Google Shape;1811;p34"/>
            <p:cNvSpPr/>
            <p:nvPr/>
          </p:nvSpPr>
          <p:spPr>
            <a:xfrm>
              <a:off x="2124725" y="4117241"/>
              <a:ext cx="146035" cy="169974"/>
            </a:xfrm>
            <a:custGeom>
              <a:rect b="b" l="l" r="r" t="t"/>
              <a:pathLst>
                <a:path extrusionOk="0" h="2549" w="2190">
                  <a:moveTo>
                    <a:pt x="953" y="1"/>
                  </a:moveTo>
                  <a:cubicBezTo>
                    <a:pt x="893" y="1"/>
                    <a:pt x="833" y="8"/>
                    <a:pt x="774" y="24"/>
                  </a:cubicBezTo>
                  <a:cubicBezTo>
                    <a:pt x="265" y="140"/>
                    <a:pt x="0" y="810"/>
                    <a:pt x="173" y="1505"/>
                  </a:cubicBezTo>
                  <a:cubicBezTo>
                    <a:pt x="335" y="2118"/>
                    <a:pt x="786" y="2549"/>
                    <a:pt x="1241" y="2549"/>
                  </a:cubicBezTo>
                  <a:cubicBezTo>
                    <a:pt x="1300" y="2549"/>
                    <a:pt x="1358" y="2542"/>
                    <a:pt x="1416" y="2527"/>
                  </a:cubicBezTo>
                  <a:cubicBezTo>
                    <a:pt x="1916" y="2408"/>
                    <a:pt x="2190" y="1741"/>
                    <a:pt x="2007" y="1046"/>
                  </a:cubicBezTo>
                  <a:cubicBezTo>
                    <a:pt x="1857" y="431"/>
                    <a:pt x="1409" y="1"/>
                    <a:pt x="95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2" name="Google Shape;1812;p34"/>
            <p:cNvSpPr/>
            <p:nvPr/>
          </p:nvSpPr>
          <p:spPr>
            <a:xfrm>
              <a:off x="2168536" y="4131778"/>
              <a:ext cx="55880" cy="133032"/>
            </a:xfrm>
            <a:custGeom>
              <a:rect b="b" l="l" r="r" t="t"/>
              <a:pathLst>
                <a:path extrusionOk="0" h="1995" w="838">
                  <a:moveTo>
                    <a:pt x="171" y="1"/>
                  </a:moveTo>
                  <a:cubicBezTo>
                    <a:pt x="183" y="13"/>
                    <a:pt x="158" y="67"/>
                    <a:pt x="145" y="145"/>
                  </a:cubicBezTo>
                  <a:cubicBezTo>
                    <a:pt x="130" y="224"/>
                    <a:pt x="117" y="343"/>
                    <a:pt x="145" y="460"/>
                  </a:cubicBezTo>
                  <a:cubicBezTo>
                    <a:pt x="158" y="592"/>
                    <a:pt x="208" y="721"/>
                    <a:pt x="287" y="828"/>
                  </a:cubicBezTo>
                  <a:cubicBezTo>
                    <a:pt x="366" y="932"/>
                    <a:pt x="485" y="1023"/>
                    <a:pt x="576" y="1114"/>
                  </a:cubicBezTo>
                  <a:cubicBezTo>
                    <a:pt x="668" y="1221"/>
                    <a:pt x="759" y="1337"/>
                    <a:pt x="800" y="1457"/>
                  </a:cubicBezTo>
                  <a:cubicBezTo>
                    <a:pt x="825" y="1523"/>
                    <a:pt x="837" y="1586"/>
                    <a:pt x="825" y="1652"/>
                  </a:cubicBezTo>
                  <a:cubicBezTo>
                    <a:pt x="825" y="1718"/>
                    <a:pt x="812" y="1771"/>
                    <a:pt x="787" y="1822"/>
                  </a:cubicBezTo>
                  <a:cubicBezTo>
                    <a:pt x="734" y="1916"/>
                    <a:pt x="655" y="1966"/>
                    <a:pt x="602" y="1979"/>
                  </a:cubicBezTo>
                  <a:cubicBezTo>
                    <a:pt x="551" y="1995"/>
                    <a:pt x="510" y="1979"/>
                    <a:pt x="510" y="1954"/>
                  </a:cubicBezTo>
                  <a:cubicBezTo>
                    <a:pt x="510" y="1929"/>
                    <a:pt x="589" y="1888"/>
                    <a:pt x="630" y="1759"/>
                  </a:cubicBezTo>
                  <a:cubicBezTo>
                    <a:pt x="655" y="1693"/>
                    <a:pt x="655" y="1627"/>
                    <a:pt x="617" y="1535"/>
                  </a:cubicBezTo>
                  <a:cubicBezTo>
                    <a:pt x="576" y="1457"/>
                    <a:pt x="510" y="1366"/>
                    <a:pt x="419" y="1271"/>
                  </a:cubicBezTo>
                  <a:cubicBezTo>
                    <a:pt x="340" y="1193"/>
                    <a:pt x="224" y="1089"/>
                    <a:pt x="130" y="944"/>
                  </a:cubicBezTo>
                  <a:cubicBezTo>
                    <a:pt x="39" y="787"/>
                    <a:pt x="1" y="630"/>
                    <a:pt x="1" y="472"/>
                  </a:cubicBezTo>
                  <a:cubicBezTo>
                    <a:pt x="1" y="328"/>
                    <a:pt x="39" y="199"/>
                    <a:pt x="79" y="120"/>
                  </a:cubicBezTo>
                  <a:cubicBezTo>
                    <a:pt x="117" y="41"/>
                    <a:pt x="158" y="1"/>
                    <a:pt x="171"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3" name="Google Shape;1813;p34"/>
            <p:cNvSpPr/>
            <p:nvPr/>
          </p:nvSpPr>
          <p:spPr>
            <a:xfrm>
              <a:off x="2068111" y="4291951"/>
              <a:ext cx="145835" cy="170040"/>
            </a:xfrm>
            <a:custGeom>
              <a:rect b="b" l="l" r="r" t="t"/>
              <a:pathLst>
                <a:path extrusionOk="0" h="2550" w="2187">
                  <a:moveTo>
                    <a:pt x="950" y="1"/>
                  </a:moveTo>
                  <a:cubicBezTo>
                    <a:pt x="890" y="1"/>
                    <a:pt x="830" y="8"/>
                    <a:pt x="771" y="24"/>
                  </a:cubicBezTo>
                  <a:cubicBezTo>
                    <a:pt x="274" y="143"/>
                    <a:pt x="0" y="810"/>
                    <a:pt x="183" y="1505"/>
                  </a:cubicBezTo>
                  <a:cubicBezTo>
                    <a:pt x="333" y="2120"/>
                    <a:pt x="781" y="2550"/>
                    <a:pt x="1237" y="2550"/>
                  </a:cubicBezTo>
                  <a:cubicBezTo>
                    <a:pt x="1296" y="2550"/>
                    <a:pt x="1356" y="2542"/>
                    <a:pt x="1416" y="2527"/>
                  </a:cubicBezTo>
                  <a:cubicBezTo>
                    <a:pt x="1925" y="2408"/>
                    <a:pt x="2186" y="1741"/>
                    <a:pt x="2016" y="1046"/>
                  </a:cubicBezTo>
                  <a:cubicBezTo>
                    <a:pt x="1855" y="431"/>
                    <a:pt x="1406" y="1"/>
                    <a:pt x="95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4" name="Google Shape;1814;p34"/>
            <p:cNvSpPr/>
            <p:nvPr/>
          </p:nvSpPr>
          <p:spPr>
            <a:xfrm>
              <a:off x="2112589" y="4306689"/>
              <a:ext cx="55213" cy="132832"/>
            </a:xfrm>
            <a:custGeom>
              <a:rect b="b" l="l" r="r" t="t"/>
              <a:pathLst>
                <a:path extrusionOk="0" h="1992" w="828">
                  <a:moveTo>
                    <a:pt x="157" y="1"/>
                  </a:moveTo>
                  <a:cubicBezTo>
                    <a:pt x="170" y="13"/>
                    <a:pt x="157" y="64"/>
                    <a:pt x="145" y="142"/>
                  </a:cubicBezTo>
                  <a:cubicBezTo>
                    <a:pt x="120" y="221"/>
                    <a:pt x="120" y="340"/>
                    <a:pt x="132" y="457"/>
                  </a:cubicBezTo>
                  <a:cubicBezTo>
                    <a:pt x="157" y="589"/>
                    <a:pt x="211" y="721"/>
                    <a:pt x="289" y="825"/>
                  </a:cubicBezTo>
                  <a:cubicBezTo>
                    <a:pt x="355" y="929"/>
                    <a:pt x="472" y="1023"/>
                    <a:pt x="563" y="1114"/>
                  </a:cubicBezTo>
                  <a:cubicBezTo>
                    <a:pt x="670" y="1218"/>
                    <a:pt x="749" y="1337"/>
                    <a:pt x="799" y="1454"/>
                  </a:cubicBezTo>
                  <a:cubicBezTo>
                    <a:pt x="811" y="1520"/>
                    <a:pt x="827" y="1586"/>
                    <a:pt x="827" y="1652"/>
                  </a:cubicBezTo>
                  <a:cubicBezTo>
                    <a:pt x="811" y="1715"/>
                    <a:pt x="799" y="1768"/>
                    <a:pt x="774" y="1822"/>
                  </a:cubicBezTo>
                  <a:cubicBezTo>
                    <a:pt x="720" y="1913"/>
                    <a:pt x="642" y="1966"/>
                    <a:pt x="591" y="1979"/>
                  </a:cubicBezTo>
                  <a:cubicBezTo>
                    <a:pt x="538" y="1992"/>
                    <a:pt x="513" y="1979"/>
                    <a:pt x="497" y="1951"/>
                  </a:cubicBezTo>
                  <a:cubicBezTo>
                    <a:pt x="497" y="1926"/>
                    <a:pt x="591" y="1888"/>
                    <a:pt x="629" y="1756"/>
                  </a:cubicBezTo>
                  <a:cubicBezTo>
                    <a:pt x="642" y="1690"/>
                    <a:pt x="642" y="1624"/>
                    <a:pt x="604" y="1532"/>
                  </a:cubicBezTo>
                  <a:cubicBezTo>
                    <a:pt x="576" y="1454"/>
                    <a:pt x="497" y="1363"/>
                    <a:pt x="418" y="1271"/>
                  </a:cubicBezTo>
                  <a:cubicBezTo>
                    <a:pt x="327" y="1193"/>
                    <a:pt x="211" y="1086"/>
                    <a:pt x="120" y="944"/>
                  </a:cubicBezTo>
                  <a:cubicBezTo>
                    <a:pt x="41" y="787"/>
                    <a:pt x="0" y="614"/>
                    <a:pt x="0" y="472"/>
                  </a:cubicBezTo>
                  <a:cubicBezTo>
                    <a:pt x="0" y="328"/>
                    <a:pt x="25" y="196"/>
                    <a:pt x="66" y="117"/>
                  </a:cubicBezTo>
                  <a:cubicBezTo>
                    <a:pt x="120" y="38"/>
                    <a:pt x="145" y="1"/>
                    <a:pt x="15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5" name="Google Shape;1815;p34"/>
            <p:cNvSpPr/>
            <p:nvPr/>
          </p:nvSpPr>
          <p:spPr>
            <a:xfrm>
              <a:off x="1927342" y="3792759"/>
              <a:ext cx="139767" cy="188178"/>
            </a:xfrm>
            <a:custGeom>
              <a:rect b="b" l="l" r="r" t="t"/>
              <a:pathLst>
                <a:path extrusionOk="0" h="2822" w="2096">
                  <a:moveTo>
                    <a:pt x="1172" y="1"/>
                  </a:moveTo>
                  <a:cubicBezTo>
                    <a:pt x="769" y="1"/>
                    <a:pt x="551" y="521"/>
                    <a:pt x="353" y="1207"/>
                  </a:cubicBezTo>
                  <a:cubicBezTo>
                    <a:pt x="130" y="1968"/>
                    <a:pt x="1" y="2634"/>
                    <a:pt x="523" y="2792"/>
                  </a:cubicBezTo>
                  <a:cubicBezTo>
                    <a:pt x="588" y="2812"/>
                    <a:pt x="655" y="2821"/>
                    <a:pt x="722" y="2821"/>
                  </a:cubicBezTo>
                  <a:cubicBezTo>
                    <a:pt x="1183" y="2821"/>
                    <a:pt x="1669" y="2368"/>
                    <a:pt x="1875" y="1704"/>
                  </a:cubicBezTo>
                  <a:cubicBezTo>
                    <a:pt x="2096" y="930"/>
                    <a:pt x="1860" y="184"/>
                    <a:pt x="1338" y="27"/>
                  </a:cubicBezTo>
                  <a:cubicBezTo>
                    <a:pt x="1279" y="9"/>
                    <a:pt x="1224" y="1"/>
                    <a:pt x="117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6" name="Google Shape;1816;p34"/>
            <p:cNvSpPr/>
            <p:nvPr/>
          </p:nvSpPr>
          <p:spPr>
            <a:xfrm>
              <a:off x="1950881" y="3810230"/>
              <a:ext cx="53279" cy="149435"/>
            </a:xfrm>
            <a:custGeom>
              <a:rect b="b" l="l" r="r" t="t"/>
              <a:pathLst>
                <a:path extrusionOk="0" h="2241" w="799">
                  <a:moveTo>
                    <a:pt x="13" y="2240"/>
                  </a:moveTo>
                  <a:cubicBezTo>
                    <a:pt x="0" y="2228"/>
                    <a:pt x="41" y="2190"/>
                    <a:pt x="91" y="2111"/>
                  </a:cubicBezTo>
                  <a:cubicBezTo>
                    <a:pt x="145" y="2045"/>
                    <a:pt x="186" y="1942"/>
                    <a:pt x="236" y="1809"/>
                  </a:cubicBezTo>
                  <a:cubicBezTo>
                    <a:pt x="327" y="1548"/>
                    <a:pt x="434" y="1206"/>
                    <a:pt x="484" y="957"/>
                  </a:cubicBezTo>
                  <a:cubicBezTo>
                    <a:pt x="604" y="432"/>
                    <a:pt x="683" y="1"/>
                    <a:pt x="749" y="1"/>
                  </a:cubicBezTo>
                  <a:cubicBezTo>
                    <a:pt x="774" y="14"/>
                    <a:pt x="799" y="117"/>
                    <a:pt x="799" y="303"/>
                  </a:cubicBezTo>
                  <a:cubicBezTo>
                    <a:pt x="799" y="473"/>
                    <a:pt x="761" y="721"/>
                    <a:pt x="695" y="998"/>
                  </a:cubicBezTo>
                  <a:cubicBezTo>
                    <a:pt x="629" y="1272"/>
                    <a:pt x="500" y="1611"/>
                    <a:pt x="368" y="1863"/>
                  </a:cubicBezTo>
                  <a:cubicBezTo>
                    <a:pt x="289" y="1992"/>
                    <a:pt x="211" y="2099"/>
                    <a:pt x="145" y="2162"/>
                  </a:cubicBezTo>
                  <a:cubicBezTo>
                    <a:pt x="66" y="2228"/>
                    <a:pt x="13" y="2240"/>
                    <a:pt x="13" y="224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7" name="Google Shape;1817;p34"/>
            <p:cNvSpPr/>
            <p:nvPr/>
          </p:nvSpPr>
          <p:spPr>
            <a:xfrm>
              <a:off x="1986690" y="3986808"/>
              <a:ext cx="160972" cy="115561"/>
            </a:xfrm>
            <a:custGeom>
              <a:rect b="b" l="l" r="r" t="t"/>
              <a:pathLst>
                <a:path extrusionOk="0" h="1733" w="2414">
                  <a:moveTo>
                    <a:pt x="1192" y="1"/>
                  </a:moveTo>
                  <a:cubicBezTo>
                    <a:pt x="553" y="1"/>
                    <a:pt x="26" y="351"/>
                    <a:pt x="13" y="825"/>
                  </a:cubicBezTo>
                  <a:cubicBezTo>
                    <a:pt x="1" y="1297"/>
                    <a:pt x="526" y="1703"/>
                    <a:pt x="1180" y="1731"/>
                  </a:cubicBezTo>
                  <a:cubicBezTo>
                    <a:pt x="1202" y="1732"/>
                    <a:pt x="1223" y="1732"/>
                    <a:pt x="1244" y="1732"/>
                  </a:cubicBezTo>
                  <a:cubicBezTo>
                    <a:pt x="1870" y="1732"/>
                    <a:pt x="2385" y="1373"/>
                    <a:pt x="2401" y="917"/>
                  </a:cubicBezTo>
                  <a:cubicBezTo>
                    <a:pt x="2413" y="432"/>
                    <a:pt x="1888" y="26"/>
                    <a:pt x="1234" y="1"/>
                  </a:cubicBezTo>
                  <a:cubicBezTo>
                    <a:pt x="1220" y="1"/>
                    <a:pt x="1206" y="1"/>
                    <a:pt x="1192"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8" name="Google Shape;1818;p34"/>
            <p:cNvSpPr/>
            <p:nvPr/>
          </p:nvSpPr>
          <p:spPr>
            <a:xfrm>
              <a:off x="2242822" y="4018216"/>
              <a:ext cx="139967" cy="188178"/>
            </a:xfrm>
            <a:custGeom>
              <a:rect b="b" l="l" r="r" t="t"/>
              <a:pathLst>
                <a:path extrusionOk="0" h="2822" w="2099">
                  <a:moveTo>
                    <a:pt x="1168" y="1"/>
                  </a:moveTo>
                  <a:cubicBezTo>
                    <a:pt x="758" y="1"/>
                    <a:pt x="550" y="520"/>
                    <a:pt x="352" y="1194"/>
                  </a:cubicBezTo>
                  <a:cubicBezTo>
                    <a:pt x="117" y="1968"/>
                    <a:pt x="0" y="2635"/>
                    <a:pt x="510" y="2792"/>
                  </a:cubicBezTo>
                  <a:cubicBezTo>
                    <a:pt x="577" y="2812"/>
                    <a:pt x="645" y="2821"/>
                    <a:pt x="713" y="2821"/>
                  </a:cubicBezTo>
                  <a:cubicBezTo>
                    <a:pt x="1182" y="2821"/>
                    <a:pt x="1667" y="2368"/>
                    <a:pt x="1862" y="1704"/>
                  </a:cubicBezTo>
                  <a:cubicBezTo>
                    <a:pt x="2098" y="930"/>
                    <a:pt x="1862" y="184"/>
                    <a:pt x="1337" y="27"/>
                  </a:cubicBezTo>
                  <a:cubicBezTo>
                    <a:pt x="1277" y="9"/>
                    <a:pt x="1221" y="1"/>
                    <a:pt x="116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9" name="Google Shape;1819;p34"/>
            <p:cNvSpPr/>
            <p:nvPr/>
          </p:nvSpPr>
          <p:spPr>
            <a:xfrm>
              <a:off x="2266294" y="4035753"/>
              <a:ext cx="53546" cy="149369"/>
            </a:xfrm>
            <a:custGeom>
              <a:rect b="b" l="l" r="r" t="t"/>
              <a:pathLst>
                <a:path extrusionOk="0" h="2240" w="803">
                  <a:moveTo>
                    <a:pt x="0" y="2239"/>
                  </a:moveTo>
                  <a:cubicBezTo>
                    <a:pt x="0" y="2227"/>
                    <a:pt x="41" y="2189"/>
                    <a:pt x="79" y="2111"/>
                  </a:cubicBezTo>
                  <a:cubicBezTo>
                    <a:pt x="133" y="2044"/>
                    <a:pt x="186" y="1941"/>
                    <a:pt x="224" y="1809"/>
                  </a:cubicBezTo>
                  <a:cubicBezTo>
                    <a:pt x="331" y="1532"/>
                    <a:pt x="422" y="1205"/>
                    <a:pt x="488" y="944"/>
                  </a:cubicBezTo>
                  <a:cubicBezTo>
                    <a:pt x="604" y="431"/>
                    <a:pt x="670" y="0"/>
                    <a:pt x="736" y="0"/>
                  </a:cubicBezTo>
                  <a:cubicBezTo>
                    <a:pt x="774" y="0"/>
                    <a:pt x="803" y="116"/>
                    <a:pt x="787" y="302"/>
                  </a:cubicBezTo>
                  <a:cubicBezTo>
                    <a:pt x="787" y="472"/>
                    <a:pt x="762" y="720"/>
                    <a:pt x="696" y="997"/>
                  </a:cubicBezTo>
                  <a:cubicBezTo>
                    <a:pt x="630" y="1271"/>
                    <a:pt x="501" y="1610"/>
                    <a:pt x="356" y="1862"/>
                  </a:cubicBezTo>
                  <a:cubicBezTo>
                    <a:pt x="290" y="1991"/>
                    <a:pt x="211" y="2098"/>
                    <a:pt x="133" y="2161"/>
                  </a:cubicBezTo>
                  <a:cubicBezTo>
                    <a:pt x="67" y="2227"/>
                    <a:pt x="16" y="2239"/>
                    <a:pt x="0" y="223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0" name="Google Shape;1820;p34"/>
            <p:cNvSpPr/>
            <p:nvPr/>
          </p:nvSpPr>
          <p:spPr>
            <a:xfrm>
              <a:off x="1858391" y="3974605"/>
              <a:ext cx="171174" cy="122296"/>
            </a:xfrm>
            <a:custGeom>
              <a:rect b="b" l="l" r="r" t="t"/>
              <a:pathLst>
                <a:path extrusionOk="0" h="1834" w="2567">
                  <a:moveTo>
                    <a:pt x="1539" y="0"/>
                  </a:moveTo>
                  <a:cubicBezTo>
                    <a:pt x="1354" y="0"/>
                    <a:pt x="1154" y="38"/>
                    <a:pt x="956" y="118"/>
                  </a:cubicBezTo>
                  <a:cubicBezTo>
                    <a:pt x="340" y="354"/>
                    <a:pt x="0" y="917"/>
                    <a:pt x="170" y="1364"/>
                  </a:cubicBezTo>
                  <a:cubicBezTo>
                    <a:pt x="294" y="1665"/>
                    <a:pt x="629" y="1834"/>
                    <a:pt x="1020" y="1834"/>
                  </a:cubicBezTo>
                  <a:cubicBezTo>
                    <a:pt x="1206" y="1834"/>
                    <a:pt x="1404" y="1796"/>
                    <a:pt x="1598" y="1716"/>
                  </a:cubicBezTo>
                  <a:cubicBezTo>
                    <a:pt x="2214" y="1468"/>
                    <a:pt x="2567" y="917"/>
                    <a:pt x="2384" y="470"/>
                  </a:cubicBezTo>
                  <a:cubicBezTo>
                    <a:pt x="2260" y="170"/>
                    <a:pt x="1931" y="0"/>
                    <a:pt x="153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1" name="Google Shape;1821;p34"/>
            <p:cNvSpPr/>
            <p:nvPr/>
          </p:nvSpPr>
          <p:spPr>
            <a:xfrm>
              <a:off x="1823316" y="3765352"/>
              <a:ext cx="143301" cy="149169"/>
            </a:xfrm>
            <a:custGeom>
              <a:rect b="b" l="l" r="r" t="t"/>
              <a:pathLst>
                <a:path extrusionOk="0" h="2237" w="2149">
                  <a:moveTo>
                    <a:pt x="1337" y="1"/>
                  </a:moveTo>
                  <a:cubicBezTo>
                    <a:pt x="986" y="1"/>
                    <a:pt x="593" y="247"/>
                    <a:pt x="340" y="661"/>
                  </a:cubicBezTo>
                  <a:cubicBezTo>
                    <a:pt x="1" y="1224"/>
                    <a:pt x="54" y="1891"/>
                    <a:pt x="460" y="2143"/>
                  </a:cubicBezTo>
                  <a:cubicBezTo>
                    <a:pt x="561" y="2206"/>
                    <a:pt x="676" y="2236"/>
                    <a:pt x="797" y="2236"/>
                  </a:cubicBezTo>
                  <a:cubicBezTo>
                    <a:pt x="1151" y="2236"/>
                    <a:pt x="1557" y="1983"/>
                    <a:pt x="1809" y="1564"/>
                  </a:cubicBezTo>
                  <a:cubicBezTo>
                    <a:pt x="2149" y="1001"/>
                    <a:pt x="2099" y="347"/>
                    <a:pt x="1690" y="98"/>
                  </a:cubicBezTo>
                  <a:cubicBezTo>
                    <a:pt x="1583" y="32"/>
                    <a:pt x="1463" y="1"/>
                    <a:pt x="13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2" name="Google Shape;1822;p34"/>
            <p:cNvSpPr/>
            <p:nvPr/>
          </p:nvSpPr>
          <p:spPr>
            <a:xfrm>
              <a:off x="1674811" y="3917590"/>
              <a:ext cx="130098" cy="157637"/>
            </a:xfrm>
            <a:custGeom>
              <a:rect b="b" l="l" r="r" t="t"/>
              <a:pathLst>
                <a:path extrusionOk="0" h="2364" w="1951">
                  <a:moveTo>
                    <a:pt x="1090" y="1"/>
                  </a:moveTo>
                  <a:cubicBezTo>
                    <a:pt x="676" y="1"/>
                    <a:pt x="272" y="410"/>
                    <a:pt x="142" y="986"/>
                  </a:cubicBezTo>
                  <a:cubicBezTo>
                    <a:pt x="1" y="1640"/>
                    <a:pt x="262" y="2244"/>
                    <a:pt x="721" y="2348"/>
                  </a:cubicBezTo>
                  <a:cubicBezTo>
                    <a:pt x="768" y="2359"/>
                    <a:pt x="815" y="2364"/>
                    <a:pt x="863" y="2364"/>
                  </a:cubicBezTo>
                  <a:cubicBezTo>
                    <a:pt x="1278" y="2364"/>
                    <a:pt x="1691" y="1955"/>
                    <a:pt x="1809" y="1379"/>
                  </a:cubicBezTo>
                  <a:cubicBezTo>
                    <a:pt x="1951" y="725"/>
                    <a:pt x="1703" y="121"/>
                    <a:pt x="1231" y="17"/>
                  </a:cubicBezTo>
                  <a:cubicBezTo>
                    <a:pt x="1184" y="6"/>
                    <a:pt x="1137" y="1"/>
                    <a:pt x="109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3" name="Google Shape;1823;p34"/>
            <p:cNvSpPr/>
            <p:nvPr/>
          </p:nvSpPr>
          <p:spPr>
            <a:xfrm>
              <a:off x="2095118" y="4024217"/>
              <a:ext cx="130364" cy="158571"/>
            </a:xfrm>
            <a:custGeom>
              <a:rect b="b" l="l" r="r" t="t"/>
              <a:pathLst>
                <a:path extrusionOk="0" h="2378" w="1955">
                  <a:moveTo>
                    <a:pt x="1093" y="0"/>
                  </a:moveTo>
                  <a:cubicBezTo>
                    <a:pt x="681" y="0"/>
                    <a:pt x="273" y="408"/>
                    <a:pt x="146" y="997"/>
                  </a:cubicBezTo>
                  <a:cubicBezTo>
                    <a:pt x="1" y="1642"/>
                    <a:pt x="262" y="2243"/>
                    <a:pt x="721" y="2362"/>
                  </a:cubicBezTo>
                  <a:cubicBezTo>
                    <a:pt x="766" y="2372"/>
                    <a:pt x="811" y="2377"/>
                    <a:pt x="856" y="2377"/>
                  </a:cubicBezTo>
                  <a:cubicBezTo>
                    <a:pt x="1272" y="2377"/>
                    <a:pt x="1679" y="1957"/>
                    <a:pt x="1809" y="1378"/>
                  </a:cubicBezTo>
                  <a:cubicBezTo>
                    <a:pt x="1954" y="736"/>
                    <a:pt x="1690" y="120"/>
                    <a:pt x="1231" y="16"/>
                  </a:cubicBezTo>
                  <a:cubicBezTo>
                    <a:pt x="1185" y="5"/>
                    <a:pt x="1139" y="0"/>
                    <a:pt x="10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4" name="Google Shape;1824;p34"/>
            <p:cNvSpPr/>
            <p:nvPr/>
          </p:nvSpPr>
          <p:spPr>
            <a:xfrm>
              <a:off x="2025100" y="3875646"/>
              <a:ext cx="130298" cy="158504"/>
            </a:xfrm>
            <a:custGeom>
              <a:rect b="b" l="l" r="r" t="t"/>
              <a:pathLst>
                <a:path extrusionOk="0" h="2377" w="1954">
                  <a:moveTo>
                    <a:pt x="1093" y="1"/>
                  </a:moveTo>
                  <a:cubicBezTo>
                    <a:pt x="679" y="1"/>
                    <a:pt x="275" y="411"/>
                    <a:pt x="145" y="998"/>
                  </a:cubicBezTo>
                  <a:cubicBezTo>
                    <a:pt x="0" y="1640"/>
                    <a:pt x="265" y="2244"/>
                    <a:pt x="724" y="2360"/>
                  </a:cubicBezTo>
                  <a:cubicBezTo>
                    <a:pt x="769" y="2371"/>
                    <a:pt x="815" y="2376"/>
                    <a:pt x="861" y="2376"/>
                  </a:cubicBezTo>
                  <a:cubicBezTo>
                    <a:pt x="1274" y="2376"/>
                    <a:pt x="1682" y="1956"/>
                    <a:pt x="1809" y="1379"/>
                  </a:cubicBezTo>
                  <a:cubicBezTo>
                    <a:pt x="1954" y="737"/>
                    <a:pt x="1693" y="121"/>
                    <a:pt x="1233" y="17"/>
                  </a:cubicBezTo>
                  <a:cubicBezTo>
                    <a:pt x="1187" y="6"/>
                    <a:pt x="1140" y="1"/>
                    <a:pt x="109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5" name="Google Shape;1825;p34"/>
            <p:cNvSpPr/>
            <p:nvPr/>
          </p:nvSpPr>
          <p:spPr>
            <a:xfrm>
              <a:off x="1844321" y="4230403"/>
              <a:ext cx="130298" cy="158571"/>
            </a:xfrm>
            <a:custGeom>
              <a:rect b="b" l="l" r="r" t="t"/>
              <a:pathLst>
                <a:path extrusionOk="0" h="2378" w="1954">
                  <a:moveTo>
                    <a:pt x="1099" y="1"/>
                  </a:moveTo>
                  <a:cubicBezTo>
                    <a:pt x="683" y="1"/>
                    <a:pt x="276" y="421"/>
                    <a:pt x="145" y="1000"/>
                  </a:cubicBezTo>
                  <a:cubicBezTo>
                    <a:pt x="0" y="1642"/>
                    <a:pt x="261" y="2258"/>
                    <a:pt x="721" y="2362"/>
                  </a:cubicBezTo>
                  <a:cubicBezTo>
                    <a:pt x="766" y="2372"/>
                    <a:pt x="813" y="2377"/>
                    <a:pt x="859" y="2377"/>
                  </a:cubicBezTo>
                  <a:cubicBezTo>
                    <a:pt x="1275" y="2377"/>
                    <a:pt x="1690" y="1969"/>
                    <a:pt x="1809" y="1381"/>
                  </a:cubicBezTo>
                  <a:cubicBezTo>
                    <a:pt x="1953" y="736"/>
                    <a:pt x="1705" y="135"/>
                    <a:pt x="1233" y="16"/>
                  </a:cubicBezTo>
                  <a:cubicBezTo>
                    <a:pt x="1189" y="5"/>
                    <a:pt x="1144" y="1"/>
                    <a:pt x="1099"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6" name="Google Shape;1826;p34"/>
            <p:cNvSpPr/>
            <p:nvPr/>
          </p:nvSpPr>
          <p:spPr>
            <a:xfrm>
              <a:off x="1503501" y="3496484"/>
              <a:ext cx="111026" cy="163505"/>
            </a:xfrm>
            <a:custGeom>
              <a:rect b="b" l="l" r="r" t="t"/>
              <a:pathLst>
                <a:path extrusionOk="0" h="2452" w="1665">
                  <a:moveTo>
                    <a:pt x="837" y="1"/>
                  </a:moveTo>
                  <a:cubicBezTo>
                    <a:pt x="385" y="1"/>
                    <a:pt x="25" y="534"/>
                    <a:pt x="13" y="1205"/>
                  </a:cubicBezTo>
                  <a:cubicBezTo>
                    <a:pt x="0" y="1875"/>
                    <a:pt x="353" y="2438"/>
                    <a:pt x="812" y="2451"/>
                  </a:cubicBezTo>
                  <a:cubicBezTo>
                    <a:pt x="817" y="2451"/>
                    <a:pt x="822" y="2451"/>
                    <a:pt x="827" y="2451"/>
                  </a:cubicBezTo>
                  <a:cubicBezTo>
                    <a:pt x="1279" y="2451"/>
                    <a:pt x="1652" y="1906"/>
                    <a:pt x="1664" y="1246"/>
                  </a:cubicBezTo>
                  <a:cubicBezTo>
                    <a:pt x="1664" y="564"/>
                    <a:pt x="1312" y="13"/>
                    <a:pt x="853" y="1"/>
                  </a:cubicBezTo>
                  <a:cubicBezTo>
                    <a:pt x="847" y="1"/>
                    <a:pt x="842"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7" name="Google Shape;1827;p34"/>
            <p:cNvSpPr/>
            <p:nvPr/>
          </p:nvSpPr>
          <p:spPr>
            <a:xfrm>
              <a:off x="1541044" y="3508687"/>
              <a:ext cx="32341" cy="128631"/>
            </a:xfrm>
            <a:custGeom>
              <a:rect b="b" l="l" r="r" t="t"/>
              <a:pathLst>
                <a:path extrusionOk="0" h="1929" w="485">
                  <a:moveTo>
                    <a:pt x="290" y="16"/>
                  </a:moveTo>
                  <a:cubicBezTo>
                    <a:pt x="290" y="28"/>
                    <a:pt x="261" y="66"/>
                    <a:pt x="236" y="132"/>
                  </a:cubicBezTo>
                  <a:cubicBezTo>
                    <a:pt x="211" y="211"/>
                    <a:pt x="170" y="302"/>
                    <a:pt x="158" y="434"/>
                  </a:cubicBezTo>
                  <a:cubicBezTo>
                    <a:pt x="145" y="551"/>
                    <a:pt x="158" y="683"/>
                    <a:pt x="198" y="802"/>
                  </a:cubicBezTo>
                  <a:cubicBezTo>
                    <a:pt x="236" y="919"/>
                    <a:pt x="315" y="1022"/>
                    <a:pt x="368" y="1129"/>
                  </a:cubicBezTo>
                  <a:cubicBezTo>
                    <a:pt x="434" y="1246"/>
                    <a:pt x="485" y="1378"/>
                    <a:pt x="485" y="1494"/>
                  </a:cubicBezTo>
                  <a:cubicBezTo>
                    <a:pt x="485" y="1560"/>
                    <a:pt x="485" y="1626"/>
                    <a:pt x="459" y="1692"/>
                  </a:cubicBezTo>
                  <a:cubicBezTo>
                    <a:pt x="447" y="1746"/>
                    <a:pt x="419" y="1784"/>
                    <a:pt x="381" y="1824"/>
                  </a:cubicBezTo>
                  <a:cubicBezTo>
                    <a:pt x="327" y="1903"/>
                    <a:pt x="249" y="1928"/>
                    <a:pt x="198" y="1916"/>
                  </a:cubicBezTo>
                  <a:cubicBezTo>
                    <a:pt x="145" y="1916"/>
                    <a:pt x="132" y="1903"/>
                    <a:pt x="132" y="1875"/>
                  </a:cubicBezTo>
                  <a:cubicBezTo>
                    <a:pt x="132" y="1850"/>
                    <a:pt x="211" y="1837"/>
                    <a:pt x="277" y="1730"/>
                  </a:cubicBezTo>
                  <a:cubicBezTo>
                    <a:pt x="302" y="1680"/>
                    <a:pt x="315" y="1614"/>
                    <a:pt x="315" y="1522"/>
                  </a:cubicBezTo>
                  <a:cubicBezTo>
                    <a:pt x="302" y="1444"/>
                    <a:pt x="261" y="1337"/>
                    <a:pt x="211" y="1233"/>
                  </a:cubicBezTo>
                  <a:cubicBezTo>
                    <a:pt x="158" y="1142"/>
                    <a:pt x="79" y="1010"/>
                    <a:pt x="41" y="853"/>
                  </a:cubicBezTo>
                  <a:cubicBezTo>
                    <a:pt x="0" y="695"/>
                    <a:pt x="0" y="538"/>
                    <a:pt x="41" y="409"/>
                  </a:cubicBezTo>
                  <a:cubicBezTo>
                    <a:pt x="79" y="264"/>
                    <a:pt x="132" y="157"/>
                    <a:pt x="183" y="95"/>
                  </a:cubicBezTo>
                  <a:cubicBezTo>
                    <a:pt x="236" y="28"/>
                    <a:pt x="277" y="0"/>
                    <a:pt x="290" y="1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8" name="Google Shape;1828;p34"/>
            <p:cNvSpPr/>
            <p:nvPr/>
          </p:nvSpPr>
          <p:spPr>
            <a:xfrm>
              <a:off x="1952748" y="4296486"/>
              <a:ext cx="164306" cy="154970"/>
            </a:xfrm>
            <a:custGeom>
              <a:rect b="b" l="l" r="r" t="t"/>
              <a:pathLst>
                <a:path extrusionOk="0" h="2324" w="2464">
                  <a:moveTo>
                    <a:pt x="1540" y="0"/>
                  </a:moveTo>
                  <a:cubicBezTo>
                    <a:pt x="1189" y="0"/>
                    <a:pt x="798" y="192"/>
                    <a:pt x="510" y="547"/>
                  </a:cubicBezTo>
                  <a:cubicBezTo>
                    <a:pt x="51" y="1082"/>
                    <a:pt x="0" y="1805"/>
                    <a:pt x="406" y="2145"/>
                  </a:cubicBezTo>
                  <a:cubicBezTo>
                    <a:pt x="550" y="2265"/>
                    <a:pt x="731" y="2323"/>
                    <a:pt x="923" y="2323"/>
                  </a:cubicBezTo>
                  <a:cubicBezTo>
                    <a:pt x="1274" y="2323"/>
                    <a:pt x="1664" y="2132"/>
                    <a:pt x="1950" y="1777"/>
                  </a:cubicBezTo>
                  <a:cubicBezTo>
                    <a:pt x="2410" y="1239"/>
                    <a:pt x="2463" y="519"/>
                    <a:pt x="2057" y="179"/>
                  </a:cubicBezTo>
                  <a:cubicBezTo>
                    <a:pt x="1913" y="58"/>
                    <a:pt x="1733" y="0"/>
                    <a:pt x="154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29" name="Google Shape;1829;p34"/>
            <p:cNvSpPr/>
            <p:nvPr/>
          </p:nvSpPr>
          <p:spPr>
            <a:xfrm>
              <a:off x="1988424" y="4317158"/>
              <a:ext cx="92755" cy="105825"/>
            </a:xfrm>
            <a:custGeom>
              <a:rect b="b" l="l" r="r" t="t"/>
              <a:pathLst>
                <a:path extrusionOk="0" h="1587" w="1391">
                  <a:moveTo>
                    <a:pt x="1390" y="26"/>
                  </a:moveTo>
                  <a:cubicBezTo>
                    <a:pt x="1390" y="39"/>
                    <a:pt x="1337" y="51"/>
                    <a:pt x="1258" y="92"/>
                  </a:cubicBezTo>
                  <a:cubicBezTo>
                    <a:pt x="1195" y="117"/>
                    <a:pt x="1088" y="183"/>
                    <a:pt x="997" y="262"/>
                  </a:cubicBezTo>
                  <a:cubicBezTo>
                    <a:pt x="906" y="353"/>
                    <a:pt x="840" y="473"/>
                    <a:pt x="786" y="602"/>
                  </a:cubicBezTo>
                  <a:cubicBezTo>
                    <a:pt x="749" y="721"/>
                    <a:pt x="749" y="866"/>
                    <a:pt x="723" y="995"/>
                  </a:cubicBezTo>
                  <a:cubicBezTo>
                    <a:pt x="708" y="1140"/>
                    <a:pt x="670" y="1272"/>
                    <a:pt x="591" y="1388"/>
                  </a:cubicBezTo>
                  <a:cubicBezTo>
                    <a:pt x="550" y="1441"/>
                    <a:pt x="500" y="1479"/>
                    <a:pt x="447" y="1520"/>
                  </a:cubicBezTo>
                  <a:cubicBezTo>
                    <a:pt x="393" y="1545"/>
                    <a:pt x="330" y="1574"/>
                    <a:pt x="277" y="1574"/>
                  </a:cubicBezTo>
                  <a:cubicBezTo>
                    <a:pt x="173" y="1586"/>
                    <a:pt x="94" y="1545"/>
                    <a:pt x="54" y="1508"/>
                  </a:cubicBezTo>
                  <a:cubicBezTo>
                    <a:pt x="0" y="1467"/>
                    <a:pt x="0" y="1441"/>
                    <a:pt x="16" y="1429"/>
                  </a:cubicBezTo>
                  <a:cubicBezTo>
                    <a:pt x="41" y="1401"/>
                    <a:pt x="120" y="1454"/>
                    <a:pt x="236" y="1416"/>
                  </a:cubicBezTo>
                  <a:cubicBezTo>
                    <a:pt x="302" y="1388"/>
                    <a:pt x="368" y="1350"/>
                    <a:pt x="409" y="1272"/>
                  </a:cubicBezTo>
                  <a:cubicBezTo>
                    <a:pt x="459" y="1193"/>
                    <a:pt x="488" y="1086"/>
                    <a:pt x="513" y="970"/>
                  </a:cubicBezTo>
                  <a:cubicBezTo>
                    <a:pt x="538" y="838"/>
                    <a:pt x="550" y="693"/>
                    <a:pt x="617" y="536"/>
                  </a:cubicBezTo>
                  <a:cubicBezTo>
                    <a:pt x="683" y="378"/>
                    <a:pt x="786" y="249"/>
                    <a:pt x="906" y="158"/>
                  </a:cubicBezTo>
                  <a:cubicBezTo>
                    <a:pt x="1022" y="80"/>
                    <a:pt x="1154" y="39"/>
                    <a:pt x="1246" y="14"/>
                  </a:cubicBezTo>
                  <a:cubicBezTo>
                    <a:pt x="1324" y="1"/>
                    <a:pt x="1390" y="14"/>
                    <a:pt x="1390" y="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0" name="Google Shape;1830;p34"/>
            <p:cNvSpPr/>
            <p:nvPr/>
          </p:nvSpPr>
          <p:spPr>
            <a:xfrm>
              <a:off x="1509570" y="3793425"/>
              <a:ext cx="118161" cy="171707"/>
            </a:xfrm>
            <a:custGeom>
              <a:rect b="b" l="l" r="r" t="t"/>
              <a:pathLst>
                <a:path extrusionOk="0" h="2575" w="1772">
                  <a:moveTo>
                    <a:pt x="936" y="1"/>
                  </a:moveTo>
                  <a:cubicBezTo>
                    <a:pt x="513" y="1"/>
                    <a:pt x="130" y="522"/>
                    <a:pt x="67" y="1209"/>
                  </a:cubicBezTo>
                  <a:cubicBezTo>
                    <a:pt x="0" y="1917"/>
                    <a:pt x="315" y="2533"/>
                    <a:pt x="762" y="2571"/>
                  </a:cubicBezTo>
                  <a:cubicBezTo>
                    <a:pt x="783" y="2573"/>
                    <a:pt x="804" y="2575"/>
                    <a:pt x="825" y="2575"/>
                  </a:cubicBezTo>
                  <a:cubicBezTo>
                    <a:pt x="1259" y="2575"/>
                    <a:pt x="1642" y="2054"/>
                    <a:pt x="1705" y="1366"/>
                  </a:cubicBezTo>
                  <a:cubicBezTo>
                    <a:pt x="1771" y="659"/>
                    <a:pt x="1457" y="42"/>
                    <a:pt x="998" y="5"/>
                  </a:cubicBezTo>
                  <a:cubicBezTo>
                    <a:pt x="977" y="2"/>
                    <a:pt x="957" y="1"/>
                    <a:pt x="93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1" name="Google Shape;1831;p34"/>
            <p:cNvSpPr/>
            <p:nvPr/>
          </p:nvSpPr>
          <p:spPr>
            <a:xfrm>
              <a:off x="1541044" y="3798960"/>
              <a:ext cx="47211" cy="153770"/>
            </a:xfrm>
            <a:custGeom>
              <a:rect b="b" l="l" r="r" t="t"/>
              <a:pathLst>
                <a:path extrusionOk="0" h="2306" w="708">
                  <a:moveTo>
                    <a:pt x="327" y="2293"/>
                  </a:moveTo>
                  <a:cubicBezTo>
                    <a:pt x="327" y="2306"/>
                    <a:pt x="261" y="2268"/>
                    <a:pt x="198" y="2189"/>
                  </a:cubicBezTo>
                  <a:cubicBezTo>
                    <a:pt x="132" y="2111"/>
                    <a:pt x="66" y="1991"/>
                    <a:pt x="25" y="1821"/>
                  </a:cubicBezTo>
                  <a:cubicBezTo>
                    <a:pt x="13" y="1743"/>
                    <a:pt x="0" y="1651"/>
                    <a:pt x="13" y="1560"/>
                  </a:cubicBezTo>
                  <a:cubicBezTo>
                    <a:pt x="13" y="1519"/>
                    <a:pt x="25" y="1466"/>
                    <a:pt x="54" y="1415"/>
                  </a:cubicBezTo>
                  <a:cubicBezTo>
                    <a:pt x="91" y="1362"/>
                    <a:pt x="132" y="1324"/>
                    <a:pt x="158" y="1296"/>
                  </a:cubicBezTo>
                  <a:cubicBezTo>
                    <a:pt x="198" y="1258"/>
                    <a:pt x="224" y="1246"/>
                    <a:pt x="249" y="1217"/>
                  </a:cubicBezTo>
                  <a:cubicBezTo>
                    <a:pt x="277" y="1192"/>
                    <a:pt x="302" y="1167"/>
                    <a:pt x="315" y="1126"/>
                  </a:cubicBezTo>
                  <a:cubicBezTo>
                    <a:pt x="368" y="1073"/>
                    <a:pt x="393" y="1010"/>
                    <a:pt x="419" y="956"/>
                  </a:cubicBezTo>
                  <a:cubicBezTo>
                    <a:pt x="526" y="708"/>
                    <a:pt x="485" y="472"/>
                    <a:pt x="434" y="302"/>
                  </a:cubicBezTo>
                  <a:cubicBezTo>
                    <a:pt x="368" y="129"/>
                    <a:pt x="302" y="38"/>
                    <a:pt x="327" y="13"/>
                  </a:cubicBezTo>
                  <a:cubicBezTo>
                    <a:pt x="340" y="0"/>
                    <a:pt x="368" y="13"/>
                    <a:pt x="419" y="38"/>
                  </a:cubicBezTo>
                  <a:cubicBezTo>
                    <a:pt x="459" y="79"/>
                    <a:pt x="526" y="129"/>
                    <a:pt x="576" y="223"/>
                  </a:cubicBezTo>
                  <a:cubicBezTo>
                    <a:pt x="629" y="315"/>
                    <a:pt x="670" y="431"/>
                    <a:pt x="695" y="576"/>
                  </a:cubicBezTo>
                  <a:cubicBezTo>
                    <a:pt x="708" y="720"/>
                    <a:pt x="683" y="878"/>
                    <a:pt x="617" y="1035"/>
                  </a:cubicBezTo>
                  <a:cubicBezTo>
                    <a:pt x="592" y="1114"/>
                    <a:pt x="551" y="1192"/>
                    <a:pt x="485" y="1258"/>
                  </a:cubicBezTo>
                  <a:cubicBezTo>
                    <a:pt x="459" y="1296"/>
                    <a:pt x="434" y="1324"/>
                    <a:pt x="393" y="1362"/>
                  </a:cubicBezTo>
                  <a:cubicBezTo>
                    <a:pt x="356" y="1387"/>
                    <a:pt x="315" y="1415"/>
                    <a:pt x="290" y="1441"/>
                  </a:cubicBezTo>
                  <a:cubicBezTo>
                    <a:pt x="249" y="1466"/>
                    <a:pt x="224" y="1482"/>
                    <a:pt x="211" y="1507"/>
                  </a:cubicBezTo>
                  <a:cubicBezTo>
                    <a:pt x="198" y="1519"/>
                    <a:pt x="183" y="1560"/>
                    <a:pt x="183" y="1585"/>
                  </a:cubicBezTo>
                  <a:cubicBezTo>
                    <a:pt x="170" y="1664"/>
                    <a:pt x="158" y="1730"/>
                    <a:pt x="170" y="1809"/>
                  </a:cubicBezTo>
                  <a:cubicBezTo>
                    <a:pt x="170" y="1953"/>
                    <a:pt x="224" y="2070"/>
                    <a:pt x="261" y="2148"/>
                  </a:cubicBezTo>
                  <a:cubicBezTo>
                    <a:pt x="302" y="2240"/>
                    <a:pt x="340" y="2280"/>
                    <a:pt x="327" y="229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2" name="Google Shape;1832;p34"/>
            <p:cNvSpPr/>
            <p:nvPr/>
          </p:nvSpPr>
          <p:spPr>
            <a:xfrm>
              <a:off x="1384538" y="3661725"/>
              <a:ext cx="143567" cy="119695"/>
            </a:xfrm>
            <a:custGeom>
              <a:rect b="b" l="l" r="r" t="t"/>
              <a:pathLst>
                <a:path extrusionOk="0" h="1795" w="2153">
                  <a:moveTo>
                    <a:pt x="784" y="1"/>
                  </a:moveTo>
                  <a:cubicBezTo>
                    <a:pt x="578" y="1"/>
                    <a:pt x="396" y="73"/>
                    <a:pt x="278" y="221"/>
                  </a:cubicBezTo>
                  <a:cubicBezTo>
                    <a:pt x="1" y="552"/>
                    <a:pt x="146" y="1115"/>
                    <a:pt x="592" y="1479"/>
                  </a:cubicBezTo>
                  <a:cubicBezTo>
                    <a:pt x="828" y="1688"/>
                    <a:pt x="1109" y="1794"/>
                    <a:pt x="1359" y="1794"/>
                  </a:cubicBezTo>
                  <a:cubicBezTo>
                    <a:pt x="1566" y="1794"/>
                    <a:pt x="1752" y="1722"/>
                    <a:pt x="1875" y="1574"/>
                  </a:cubicBezTo>
                  <a:cubicBezTo>
                    <a:pt x="2152" y="1244"/>
                    <a:pt x="2008" y="681"/>
                    <a:pt x="1561" y="316"/>
                  </a:cubicBezTo>
                  <a:cubicBezTo>
                    <a:pt x="1316" y="107"/>
                    <a:pt x="1033" y="1"/>
                    <a:pt x="78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3" name="Google Shape;1833;p34"/>
            <p:cNvSpPr/>
            <p:nvPr/>
          </p:nvSpPr>
          <p:spPr>
            <a:xfrm>
              <a:off x="1411612" y="3679997"/>
              <a:ext cx="96356" cy="72684"/>
            </a:xfrm>
            <a:custGeom>
              <a:rect b="b" l="l" r="r" t="t"/>
              <a:pathLst>
                <a:path extrusionOk="0" h="1090" w="1445">
                  <a:moveTo>
                    <a:pt x="29" y="1"/>
                  </a:moveTo>
                  <a:cubicBezTo>
                    <a:pt x="42" y="1"/>
                    <a:pt x="54" y="42"/>
                    <a:pt x="67" y="120"/>
                  </a:cubicBezTo>
                  <a:cubicBezTo>
                    <a:pt x="95" y="199"/>
                    <a:pt x="120" y="290"/>
                    <a:pt x="186" y="381"/>
                  </a:cubicBezTo>
                  <a:cubicBezTo>
                    <a:pt x="252" y="473"/>
                    <a:pt x="344" y="551"/>
                    <a:pt x="447" y="564"/>
                  </a:cubicBezTo>
                  <a:cubicBezTo>
                    <a:pt x="488" y="576"/>
                    <a:pt x="539" y="564"/>
                    <a:pt x="605" y="551"/>
                  </a:cubicBezTo>
                  <a:cubicBezTo>
                    <a:pt x="658" y="539"/>
                    <a:pt x="737" y="526"/>
                    <a:pt x="803" y="526"/>
                  </a:cubicBezTo>
                  <a:cubicBezTo>
                    <a:pt x="932" y="526"/>
                    <a:pt x="1051" y="551"/>
                    <a:pt x="1155" y="605"/>
                  </a:cubicBezTo>
                  <a:cubicBezTo>
                    <a:pt x="1208" y="630"/>
                    <a:pt x="1246" y="655"/>
                    <a:pt x="1300" y="696"/>
                  </a:cubicBezTo>
                  <a:cubicBezTo>
                    <a:pt x="1337" y="734"/>
                    <a:pt x="1366" y="775"/>
                    <a:pt x="1391" y="812"/>
                  </a:cubicBezTo>
                  <a:cubicBezTo>
                    <a:pt x="1444" y="891"/>
                    <a:pt x="1444" y="985"/>
                    <a:pt x="1432" y="1036"/>
                  </a:cubicBezTo>
                  <a:cubicBezTo>
                    <a:pt x="1403" y="1089"/>
                    <a:pt x="1378" y="1089"/>
                    <a:pt x="1366" y="1089"/>
                  </a:cubicBezTo>
                  <a:cubicBezTo>
                    <a:pt x="1337" y="1076"/>
                    <a:pt x="1337" y="1048"/>
                    <a:pt x="1337" y="1023"/>
                  </a:cubicBezTo>
                  <a:cubicBezTo>
                    <a:pt x="1325" y="998"/>
                    <a:pt x="1300" y="957"/>
                    <a:pt x="1259" y="907"/>
                  </a:cubicBezTo>
                  <a:cubicBezTo>
                    <a:pt x="1221" y="866"/>
                    <a:pt x="1168" y="828"/>
                    <a:pt x="1076" y="800"/>
                  </a:cubicBezTo>
                  <a:cubicBezTo>
                    <a:pt x="998" y="762"/>
                    <a:pt x="907" y="749"/>
                    <a:pt x="803" y="749"/>
                  </a:cubicBezTo>
                  <a:cubicBezTo>
                    <a:pt x="749" y="749"/>
                    <a:pt x="708" y="749"/>
                    <a:pt x="645" y="762"/>
                  </a:cubicBezTo>
                  <a:cubicBezTo>
                    <a:pt x="605" y="762"/>
                    <a:pt x="567" y="775"/>
                    <a:pt x="526" y="775"/>
                  </a:cubicBezTo>
                  <a:cubicBezTo>
                    <a:pt x="488" y="775"/>
                    <a:pt x="447" y="762"/>
                    <a:pt x="410" y="749"/>
                  </a:cubicBezTo>
                  <a:cubicBezTo>
                    <a:pt x="237" y="708"/>
                    <a:pt x="120" y="576"/>
                    <a:pt x="67" y="447"/>
                  </a:cubicBezTo>
                  <a:cubicBezTo>
                    <a:pt x="16" y="328"/>
                    <a:pt x="1" y="212"/>
                    <a:pt x="1" y="133"/>
                  </a:cubicBezTo>
                  <a:cubicBezTo>
                    <a:pt x="1" y="54"/>
                    <a:pt x="16" y="1"/>
                    <a:pt x="29"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4" name="Google Shape;1834;p34"/>
            <p:cNvSpPr/>
            <p:nvPr/>
          </p:nvSpPr>
          <p:spPr>
            <a:xfrm>
              <a:off x="2080247" y="3953466"/>
              <a:ext cx="204582" cy="123896"/>
            </a:xfrm>
            <a:custGeom>
              <a:rect b="b" l="l" r="r" t="t"/>
              <a:pathLst>
                <a:path extrusionOk="0" h="1858" w="3068">
                  <a:moveTo>
                    <a:pt x="2333" y="0"/>
                  </a:moveTo>
                  <a:cubicBezTo>
                    <a:pt x="2069" y="0"/>
                    <a:pt x="1734" y="95"/>
                    <a:pt x="1363" y="224"/>
                  </a:cubicBezTo>
                  <a:cubicBezTo>
                    <a:pt x="605" y="473"/>
                    <a:pt x="1" y="762"/>
                    <a:pt x="170" y="1272"/>
                  </a:cubicBezTo>
                  <a:cubicBezTo>
                    <a:pt x="291" y="1643"/>
                    <a:pt x="707" y="1858"/>
                    <a:pt x="1204" y="1858"/>
                  </a:cubicBezTo>
                  <a:cubicBezTo>
                    <a:pt x="1409" y="1858"/>
                    <a:pt x="1629" y="1821"/>
                    <a:pt x="1847" y="1744"/>
                  </a:cubicBezTo>
                  <a:cubicBezTo>
                    <a:pt x="2595" y="1495"/>
                    <a:pt x="3067" y="866"/>
                    <a:pt x="2885" y="357"/>
                  </a:cubicBezTo>
                  <a:cubicBezTo>
                    <a:pt x="2798" y="98"/>
                    <a:pt x="2602" y="0"/>
                    <a:pt x="233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5" name="Google Shape;1835;p34"/>
            <p:cNvSpPr/>
            <p:nvPr/>
          </p:nvSpPr>
          <p:spPr>
            <a:xfrm>
              <a:off x="2101253" y="3969270"/>
              <a:ext cx="150436" cy="55213"/>
            </a:xfrm>
            <a:custGeom>
              <a:rect b="b" l="l" r="r" t="t"/>
              <a:pathLst>
                <a:path extrusionOk="0" h="828" w="2256">
                  <a:moveTo>
                    <a:pt x="0" y="749"/>
                  </a:moveTo>
                  <a:cubicBezTo>
                    <a:pt x="0" y="736"/>
                    <a:pt x="54" y="736"/>
                    <a:pt x="145" y="736"/>
                  </a:cubicBezTo>
                  <a:cubicBezTo>
                    <a:pt x="236" y="736"/>
                    <a:pt x="352" y="708"/>
                    <a:pt x="485" y="683"/>
                  </a:cubicBezTo>
                  <a:cubicBezTo>
                    <a:pt x="746" y="604"/>
                    <a:pt x="1076" y="484"/>
                    <a:pt x="1324" y="393"/>
                  </a:cubicBezTo>
                  <a:cubicBezTo>
                    <a:pt x="1809" y="186"/>
                    <a:pt x="2202" y="0"/>
                    <a:pt x="2240" y="54"/>
                  </a:cubicBezTo>
                  <a:cubicBezTo>
                    <a:pt x="2255" y="79"/>
                    <a:pt x="2177" y="170"/>
                    <a:pt x="2032" y="264"/>
                  </a:cubicBezTo>
                  <a:cubicBezTo>
                    <a:pt x="1887" y="368"/>
                    <a:pt x="1664" y="484"/>
                    <a:pt x="1403" y="591"/>
                  </a:cubicBezTo>
                  <a:cubicBezTo>
                    <a:pt x="1154" y="695"/>
                    <a:pt x="799" y="786"/>
                    <a:pt x="510" y="815"/>
                  </a:cubicBezTo>
                  <a:cubicBezTo>
                    <a:pt x="368" y="827"/>
                    <a:pt x="236" y="827"/>
                    <a:pt x="145" y="815"/>
                  </a:cubicBezTo>
                  <a:cubicBezTo>
                    <a:pt x="38" y="786"/>
                    <a:pt x="0" y="749"/>
                    <a:pt x="0" y="74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6" name="Google Shape;1836;p34"/>
            <p:cNvSpPr/>
            <p:nvPr/>
          </p:nvSpPr>
          <p:spPr>
            <a:xfrm>
              <a:off x="2017365" y="4139580"/>
              <a:ext cx="143301" cy="148035"/>
            </a:xfrm>
            <a:custGeom>
              <a:rect b="b" l="l" r="r" t="t"/>
              <a:pathLst>
                <a:path extrusionOk="0" h="2220" w="2149">
                  <a:moveTo>
                    <a:pt x="773" y="0"/>
                  </a:moveTo>
                  <a:cubicBezTo>
                    <a:pt x="641" y="0"/>
                    <a:pt x="515" y="35"/>
                    <a:pt x="406" y="107"/>
                  </a:cubicBezTo>
                  <a:cubicBezTo>
                    <a:pt x="13" y="368"/>
                    <a:pt x="0" y="1025"/>
                    <a:pt x="368" y="1588"/>
                  </a:cubicBezTo>
                  <a:cubicBezTo>
                    <a:pt x="632" y="1986"/>
                    <a:pt x="1027" y="2220"/>
                    <a:pt x="1375" y="2220"/>
                  </a:cubicBezTo>
                  <a:cubicBezTo>
                    <a:pt x="1508" y="2220"/>
                    <a:pt x="1634" y="2186"/>
                    <a:pt x="1743" y="2114"/>
                  </a:cubicBezTo>
                  <a:cubicBezTo>
                    <a:pt x="2136" y="1849"/>
                    <a:pt x="2148" y="1183"/>
                    <a:pt x="1783" y="632"/>
                  </a:cubicBezTo>
                  <a:cubicBezTo>
                    <a:pt x="1517" y="234"/>
                    <a:pt x="1121" y="0"/>
                    <a:pt x="77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7" name="Google Shape;1837;p34"/>
            <p:cNvSpPr/>
            <p:nvPr/>
          </p:nvSpPr>
          <p:spPr>
            <a:xfrm>
              <a:off x="1568118" y="3638320"/>
              <a:ext cx="205382" cy="123629"/>
            </a:xfrm>
            <a:custGeom>
              <a:rect b="b" l="l" r="r" t="t"/>
              <a:pathLst>
                <a:path extrusionOk="0" h="1854" w="3080">
                  <a:moveTo>
                    <a:pt x="2353" y="1"/>
                  </a:moveTo>
                  <a:cubicBezTo>
                    <a:pt x="2088" y="1"/>
                    <a:pt x="1750" y="96"/>
                    <a:pt x="1378" y="220"/>
                  </a:cubicBezTo>
                  <a:cubicBezTo>
                    <a:pt x="616" y="469"/>
                    <a:pt x="0" y="758"/>
                    <a:pt x="186" y="1267"/>
                  </a:cubicBezTo>
                  <a:cubicBezTo>
                    <a:pt x="306" y="1639"/>
                    <a:pt x="720" y="1853"/>
                    <a:pt x="1217" y="1853"/>
                  </a:cubicBezTo>
                  <a:cubicBezTo>
                    <a:pt x="1423" y="1853"/>
                    <a:pt x="1643" y="1817"/>
                    <a:pt x="1862" y="1739"/>
                  </a:cubicBezTo>
                  <a:cubicBezTo>
                    <a:pt x="2607" y="1491"/>
                    <a:pt x="3079" y="862"/>
                    <a:pt x="2897" y="352"/>
                  </a:cubicBezTo>
                  <a:cubicBezTo>
                    <a:pt x="2812" y="96"/>
                    <a:pt x="2618" y="1"/>
                    <a:pt x="235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8" name="Google Shape;1838;p34"/>
            <p:cNvSpPr/>
            <p:nvPr/>
          </p:nvSpPr>
          <p:spPr>
            <a:xfrm>
              <a:off x="1589923" y="3653790"/>
              <a:ext cx="150436" cy="55213"/>
            </a:xfrm>
            <a:custGeom>
              <a:rect b="b" l="l" r="r" t="t"/>
              <a:pathLst>
                <a:path extrusionOk="0" h="828" w="2256">
                  <a:moveTo>
                    <a:pt x="0" y="749"/>
                  </a:moveTo>
                  <a:cubicBezTo>
                    <a:pt x="0" y="734"/>
                    <a:pt x="54" y="749"/>
                    <a:pt x="145" y="734"/>
                  </a:cubicBezTo>
                  <a:cubicBezTo>
                    <a:pt x="236" y="734"/>
                    <a:pt x="343" y="708"/>
                    <a:pt x="488" y="683"/>
                  </a:cubicBezTo>
                  <a:cubicBezTo>
                    <a:pt x="749" y="605"/>
                    <a:pt x="1076" y="498"/>
                    <a:pt x="1324" y="394"/>
                  </a:cubicBezTo>
                  <a:cubicBezTo>
                    <a:pt x="1809" y="183"/>
                    <a:pt x="2202" y="1"/>
                    <a:pt x="2230" y="54"/>
                  </a:cubicBezTo>
                  <a:cubicBezTo>
                    <a:pt x="2255" y="92"/>
                    <a:pt x="2177" y="171"/>
                    <a:pt x="2032" y="262"/>
                  </a:cubicBezTo>
                  <a:cubicBezTo>
                    <a:pt x="1887" y="369"/>
                    <a:pt x="1667" y="485"/>
                    <a:pt x="1403" y="592"/>
                  </a:cubicBezTo>
                  <a:cubicBezTo>
                    <a:pt x="1154" y="696"/>
                    <a:pt x="802" y="787"/>
                    <a:pt x="513" y="812"/>
                  </a:cubicBezTo>
                  <a:cubicBezTo>
                    <a:pt x="368" y="828"/>
                    <a:pt x="236" y="828"/>
                    <a:pt x="132" y="812"/>
                  </a:cubicBezTo>
                  <a:cubicBezTo>
                    <a:pt x="41" y="787"/>
                    <a:pt x="0" y="749"/>
                    <a:pt x="0" y="74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39" name="Google Shape;1839;p34"/>
            <p:cNvSpPr/>
            <p:nvPr/>
          </p:nvSpPr>
          <p:spPr>
            <a:xfrm>
              <a:off x="1753498" y="3981740"/>
              <a:ext cx="144968" cy="170040"/>
            </a:xfrm>
            <a:custGeom>
              <a:rect b="b" l="l" r="r" t="t"/>
              <a:pathLst>
                <a:path extrusionOk="0" h="2550" w="2174">
                  <a:moveTo>
                    <a:pt x="1218" y="1"/>
                  </a:moveTo>
                  <a:cubicBezTo>
                    <a:pt x="766" y="1"/>
                    <a:pt x="320" y="420"/>
                    <a:pt x="170" y="1033"/>
                  </a:cubicBezTo>
                  <a:cubicBezTo>
                    <a:pt x="0" y="1728"/>
                    <a:pt x="261" y="2395"/>
                    <a:pt x="771" y="2527"/>
                  </a:cubicBezTo>
                  <a:cubicBezTo>
                    <a:pt x="831" y="2542"/>
                    <a:pt x="891" y="2550"/>
                    <a:pt x="951" y="2550"/>
                  </a:cubicBezTo>
                  <a:cubicBezTo>
                    <a:pt x="1407" y="2550"/>
                    <a:pt x="1854" y="2132"/>
                    <a:pt x="2004" y="1518"/>
                  </a:cubicBezTo>
                  <a:cubicBezTo>
                    <a:pt x="2174" y="823"/>
                    <a:pt x="1913" y="156"/>
                    <a:pt x="1400" y="24"/>
                  </a:cubicBezTo>
                  <a:cubicBezTo>
                    <a:pt x="1340" y="8"/>
                    <a:pt x="1279" y="1"/>
                    <a:pt x="12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0" name="Google Shape;1840;p34"/>
            <p:cNvSpPr/>
            <p:nvPr/>
          </p:nvSpPr>
          <p:spPr>
            <a:xfrm>
              <a:off x="1808445" y="4006813"/>
              <a:ext cx="42010" cy="130298"/>
            </a:xfrm>
            <a:custGeom>
              <a:rect b="b" l="l" r="r" t="t"/>
              <a:pathLst>
                <a:path extrusionOk="0" h="1954" w="630">
                  <a:moveTo>
                    <a:pt x="0" y="1953"/>
                  </a:moveTo>
                  <a:cubicBezTo>
                    <a:pt x="0" y="1941"/>
                    <a:pt x="41" y="1903"/>
                    <a:pt x="79" y="1837"/>
                  </a:cubicBezTo>
                  <a:cubicBezTo>
                    <a:pt x="133" y="1771"/>
                    <a:pt x="199" y="1680"/>
                    <a:pt x="236" y="1560"/>
                  </a:cubicBezTo>
                  <a:cubicBezTo>
                    <a:pt x="290" y="1444"/>
                    <a:pt x="302" y="1299"/>
                    <a:pt x="290" y="1167"/>
                  </a:cubicBezTo>
                  <a:cubicBezTo>
                    <a:pt x="261" y="1038"/>
                    <a:pt x="211" y="906"/>
                    <a:pt x="170" y="774"/>
                  </a:cubicBezTo>
                  <a:cubicBezTo>
                    <a:pt x="133" y="645"/>
                    <a:pt x="104" y="500"/>
                    <a:pt x="133" y="368"/>
                  </a:cubicBezTo>
                  <a:cubicBezTo>
                    <a:pt x="145" y="302"/>
                    <a:pt x="158" y="236"/>
                    <a:pt x="199" y="186"/>
                  </a:cubicBezTo>
                  <a:cubicBezTo>
                    <a:pt x="236" y="132"/>
                    <a:pt x="277" y="94"/>
                    <a:pt x="315" y="66"/>
                  </a:cubicBezTo>
                  <a:cubicBezTo>
                    <a:pt x="406" y="0"/>
                    <a:pt x="497" y="0"/>
                    <a:pt x="551" y="16"/>
                  </a:cubicBezTo>
                  <a:cubicBezTo>
                    <a:pt x="604" y="28"/>
                    <a:pt x="629" y="54"/>
                    <a:pt x="629" y="79"/>
                  </a:cubicBezTo>
                  <a:cubicBezTo>
                    <a:pt x="617" y="107"/>
                    <a:pt x="513" y="94"/>
                    <a:pt x="419" y="186"/>
                  </a:cubicBezTo>
                  <a:cubicBezTo>
                    <a:pt x="381" y="236"/>
                    <a:pt x="340" y="302"/>
                    <a:pt x="328" y="393"/>
                  </a:cubicBezTo>
                  <a:cubicBezTo>
                    <a:pt x="328" y="488"/>
                    <a:pt x="340" y="591"/>
                    <a:pt x="381" y="708"/>
                  </a:cubicBezTo>
                  <a:cubicBezTo>
                    <a:pt x="406" y="827"/>
                    <a:pt x="460" y="985"/>
                    <a:pt x="472" y="1154"/>
                  </a:cubicBezTo>
                  <a:cubicBezTo>
                    <a:pt x="485" y="1324"/>
                    <a:pt x="434" y="1481"/>
                    <a:pt x="368" y="1614"/>
                  </a:cubicBezTo>
                  <a:cubicBezTo>
                    <a:pt x="302" y="1746"/>
                    <a:pt x="211" y="1837"/>
                    <a:pt x="133" y="1887"/>
                  </a:cubicBezTo>
                  <a:cubicBezTo>
                    <a:pt x="66" y="1941"/>
                    <a:pt x="13" y="1953"/>
                    <a:pt x="0" y="195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1" name="Google Shape;1841;p34"/>
            <p:cNvSpPr/>
            <p:nvPr/>
          </p:nvSpPr>
          <p:spPr>
            <a:xfrm>
              <a:off x="1864459" y="3698868"/>
              <a:ext cx="179176" cy="145435"/>
            </a:xfrm>
            <a:custGeom>
              <a:rect b="b" l="l" r="r" t="t"/>
              <a:pathLst>
                <a:path extrusionOk="0" h="2181" w="2687">
                  <a:moveTo>
                    <a:pt x="992" y="1"/>
                  </a:moveTo>
                  <a:cubicBezTo>
                    <a:pt x="710" y="1"/>
                    <a:pt x="462" y="103"/>
                    <a:pt x="315" y="309"/>
                  </a:cubicBezTo>
                  <a:cubicBezTo>
                    <a:pt x="0" y="727"/>
                    <a:pt x="208" y="1423"/>
                    <a:pt x="774" y="1853"/>
                  </a:cubicBezTo>
                  <a:cubicBezTo>
                    <a:pt x="1064" y="2072"/>
                    <a:pt x="1387" y="2181"/>
                    <a:pt x="1677" y="2181"/>
                  </a:cubicBezTo>
                  <a:cubicBezTo>
                    <a:pt x="1963" y="2181"/>
                    <a:pt x="2216" y="2075"/>
                    <a:pt x="2372" y="1866"/>
                  </a:cubicBezTo>
                  <a:cubicBezTo>
                    <a:pt x="2686" y="1448"/>
                    <a:pt x="2476" y="753"/>
                    <a:pt x="1913" y="334"/>
                  </a:cubicBezTo>
                  <a:cubicBezTo>
                    <a:pt x="1618" y="112"/>
                    <a:pt x="1286" y="1"/>
                    <a:pt x="99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2" name="Google Shape;1842;p34"/>
            <p:cNvSpPr/>
            <p:nvPr/>
          </p:nvSpPr>
          <p:spPr>
            <a:xfrm>
              <a:off x="1902802" y="3727209"/>
              <a:ext cx="110226" cy="88354"/>
            </a:xfrm>
            <a:custGeom>
              <a:rect b="b" l="l" r="r" t="t"/>
              <a:pathLst>
                <a:path extrusionOk="0" h="1325" w="1653">
                  <a:moveTo>
                    <a:pt x="1639" y="1312"/>
                  </a:moveTo>
                  <a:cubicBezTo>
                    <a:pt x="1627" y="1325"/>
                    <a:pt x="1599" y="1271"/>
                    <a:pt x="1561" y="1193"/>
                  </a:cubicBezTo>
                  <a:cubicBezTo>
                    <a:pt x="1520" y="1126"/>
                    <a:pt x="1457" y="1023"/>
                    <a:pt x="1363" y="944"/>
                  </a:cubicBezTo>
                  <a:cubicBezTo>
                    <a:pt x="1271" y="853"/>
                    <a:pt x="1155" y="787"/>
                    <a:pt x="1023" y="749"/>
                  </a:cubicBezTo>
                  <a:cubicBezTo>
                    <a:pt x="891" y="721"/>
                    <a:pt x="749" y="721"/>
                    <a:pt x="617" y="708"/>
                  </a:cubicBezTo>
                  <a:cubicBezTo>
                    <a:pt x="485" y="696"/>
                    <a:pt x="340" y="655"/>
                    <a:pt x="237" y="576"/>
                  </a:cubicBezTo>
                  <a:cubicBezTo>
                    <a:pt x="171" y="551"/>
                    <a:pt x="120" y="497"/>
                    <a:pt x="92" y="447"/>
                  </a:cubicBezTo>
                  <a:cubicBezTo>
                    <a:pt x="54" y="394"/>
                    <a:pt x="26" y="340"/>
                    <a:pt x="26" y="290"/>
                  </a:cubicBezTo>
                  <a:cubicBezTo>
                    <a:pt x="1" y="183"/>
                    <a:pt x="26" y="92"/>
                    <a:pt x="67" y="54"/>
                  </a:cubicBezTo>
                  <a:cubicBezTo>
                    <a:pt x="105" y="0"/>
                    <a:pt x="133" y="0"/>
                    <a:pt x="145" y="13"/>
                  </a:cubicBezTo>
                  <a:cubicBezTo>
                    <a:pt x="171" y="26"/>
                    <a:pt x="120" y="120"/>
                    <a:pt x="171" y="236"/>
                  </a:cubicBezTo>
                  <a:cubicBezTo>
                    <a:pt x="199" y="302"/>
                    <a:pt x="249" y="356"/>
                    <a:pt x="328" y="406"/>
                  </a:cubicBezTo>
                  <a:cubicBezTo>
                    <a:pt x="407" y="447"/>
                    <a:pt x="513" y="472"/>
                    <a:pt x="642" y="485"/>
                  </a:cubicBezTo>
                  <a:cubicBezTo>
                    <a:pt x="762" y="497"/>
                    <a:pt x="919" y="513"/>
                    <a:pt x="1076" y="563"/>
                  </a:cubicBezTo>
                  <a:cubicBezTo>
                    <a:pt x="1234" y="617"/>
                    <a:pt x="1378" y="733"/>
                    <a:pt x="1470" y="840"/>
                  </a:cubicBezTo>
                  <a:cubicBezTo>
                    <a:pt x="1561" y="957"/>
                    <a:pt x="1614" y="1076"/>
                    <a:pt x="1627" y="1167"/>
                  </a:cubicBezTo>
                  <a:cubicBezTo>
                    <a:pt x="1652" y="1259"/>
                    <a:pt x="1639" y="1312"/>
                    <a:pt x="1639" y="131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3" name="Google Shape;1843;p34"/>
            <p:cNvSpPr/>
            <p:nvPr/>
          </p:nvSpPr>
          <p:spPr>
            <a:xfrm>
              <a:off x="1870528" y="4075897"/>
              <a:ext cx="187111" cy="160972"/>
            </a:xfrm>
            <a:custGeom>
              <a:rect b="b" l="l" r="r" t="t"/>
              <a:pathLst>
                <a:path extrusionOk="0" h="2414" w="2806">
                  <a:moveTo>
                    <a:pt x="1843" y="0"/>
                  </a:moveTo>
                  <a:cubicBezTo>
                    <a:pt x="1480" y="0"/>
                    <a:pt x="1056" y="189"/>
                    <a:pt x="708" y="537"/>
                  </a:cubicBezTo>
                  <a:cubicBezTo>
                    <a:pt x="145" y="1103"/>
                    <a:pt x="0" y="1861"/>
                    <a:pt x="381" y="2254"/>
                  </a:cubicBezTo>
                  <a:cubicBezTo>
                    <a:pt x="488" y="2365"/>
                    <a:pt x="604" y="2413"/>
                    <a:pt x="727" y="2413"/>
                  </a:cubicBezTo>
                  <a:cubicBezTo>
                    <a:pt x="1041" y="2413"/>
                    <a:pt x="1405" y="2099"/>
                    <a:pt x="1809" y="1704"/>
                  </a:cubicBezTo>
                  <a:cubicBezTo>
                    <a:pt x="2372" y="1141"/>
                    <a:pt x="2806" y="615"/>
                    <a:pt x="2413" y="222"/>
                  </a:cubicBezTo>
                  <a:cubicBezTo>
                    <a:pt x="2268" y="72"/>
                    <a:pt x="2067" y="0"/>
                    <a:pt x="184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4" name="Google Shape;1844;p34"/>
            <p:cNvSpPr/>
            <p:nvPr/>
          </p:nvSpPr>
          <p:spPr>
            <a:xfrm>
              <a:off x="1916006" y="4111639"/>
              <a:ext cx="116294" cy="110159"/>
            </a:xfrm>
            <a:custGeom>
              <a:rect b="b" l="l" r="r" t="t"/>
              <a:pathLst>
                <a:path extrusionOk="0" h="1652" w="1744">
                  <a:moveTo>
                    <a:pt x="1743" y="29"/>
                  </a:moveTo>
                  <a:cubicBezTo>
                    <a:pt x="1743" y="42"/>
                    <a:pt x="1690" y="54"/>
                    <a:pt x="1611" y="95"/>
                  </a:cubicBezTo>
                  <a:cubicBezTo>
                    <a:pt x="1533" y="133"/>
                    <a:pt x="1441" y="199"/>
                    <a:pt x="1338" y="290"/>
                  </a:cubicBezTo>
                  <a:cubicBezTo>
                    <a:pt x="1127" y="472"/>
                    <a:pt x="878" y="724"/>
                    <a:pt x="709" y="919"/>
                  </a:cubicBezTo>
                  <a:cubicBezTo>
                    <a:pt x="353" y="1312"/>
                    <a:pt x="92" y="1652"/>
                    <a:pt x="26" y="1627"/>
                  </a:cubicBezTo>
                  <a:cubicBezTo>
                    <a:pt x="1" y="1602"/>
                    <a:pt x="39" y="1495"/>
                    <a:pt x="117" y="1337"/>
                  </a:cubicBezTo>
                  <a:cubicBezTo>
                    <a:pt x="209" y="1180"/>
                    <a:pt x="353" y="985"/>
                    <a:pt x="551" y="774"/>
                  </a:cubicBezTo>
                  <a:cubicBezTo>
                    <a:pt x="734" y="567"/>
                    <a:pt x="1007" y="343"/>
                    <a:pt x="1243" y="186"/>
                  </a:cubicBezTo>
                  <a:cubicBezTo>
                    <a:pt x="1363" y="108"/>
                    <a:pt x="1495" y="42"/>
                    <a:pt x="1586" y="29"/>
                  </a:cubicBezTo>
                  <a:cubicBezTo>
                    <a:pt x="1677" y="1"/>
                    <a:pt x="1743" y="16"/>
                    <a:pt x="1743" y="2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34"/>
            <p:cNvSpPr/>
            <p:nvPr/>
          </p:nvSpPr>
          <p:spPr>
            <a:xfrm>
              <a:off x="1874062" y="3867844"/>
              <a:ext cx="168707" cy="128430"/>
            </a:xfrm>
            <a:custGeom>
              <a:rect b="b" l="l" r="r" t="t"/>
              <a:pathLst>
                <a:path extrusionOk="0" h="1926" w="2530">
                  <a:moveTo>
                    <a:pt x="937" y="0"/>
                  </a:moveTo>
                  <a:cubicBezTo>
                    <a:pt x="632" y="0"/>
                    <a:pt x="369" y="120"/>
                    <a:pt x="237" y="354"/>
                  </a:cubicBezTo>
                  <a:cubicBezTo>
                    <a:pt x="1" y="763"/>
                    <a:pt x="262" y="1364"/>
                    <a:pt x="838" y="1707"/>
                  </a:cubicBezTo>
                  <a:cubicBezTo>
                    <a:pt x="1082" y="1854"/>
                    <a:pt x="1344" y="1925"/>
                    <a:pt x="1582" y="1925"/>
                  </a:cubicBezTo>
                  <a:cubicBezTo>
                    <a:pt x="1892" y="1925"/>
                    <a:pt x="2160" y="1804"/>
                    <a:pt x="2294" y="1575"/>
                  </a:cubicBezTo>
                  <a:cubicBezTo>
                    <a:pt x="2530" y="1169"/>
                    <a:pt x="2265" y="565"/>
                    <a:pt x="1690" y="225"/>
                  </a:cubicBezTo>
                  <a:cubicBezTo>
                    <a:pt x="1442" y="74"/>
                    <a:pt x="1177" y="0"/>
                    <a:pt x="937"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34"/>
            <p:cNvSpPr/>
            <p:nvPr/>
          </p:nvSpPr>
          <p:spPr>
            <a:xfrm>
              <a:off x="1669610" y="3775354"/>
              <a:ext cx="186111" cy="160571"/>
            </a:xfrm>
            <a:custGeom>
              <a:rect b="b" l="l" r="r" t="t"/>
              <a:pathLst>
                <a:path extrusionOk="0" h="2408" w="2791">
                  <a:moveTo>
                    <a:pt x="1841" y="0"/>
                  </a:moveTo>
                  <a:cubicBezTo>
                    <a:pt x="1479" y="0"/>
                    <a:pt x="1056" y="188"/>
                    <a:pt x="708" y="537"/>
                  </a:cubicBezTo>
                  <a:cubicBezTo>
                    <a:pt x="142" y="1100"/>
                    <a:pt x="0" y="1861"/>
                    <a:pt x="378" y="2254"/>
                  </a:cubicBezTo>
                  <a:cubicBezTo>
                    <a:pt x="485" y="2361"/>
                    <a:pt x="599" y="2408"/>
                    <a:pt x="722" y="2408"/>
                  </a:cubicBezTo>
                  <a:cubicBezTo>
                    <a:pt x="1037" y="2408"/>
                    <a:pt x="1402" y="2099"/>
                    <a:pt x="1809" y="1703"/>
                  </a:cubicBezTo>
                  <a:cubicBezTo>
                    <a:pt x="2372" y="1140"/>
                    <a:pt x="2790" y="615"/>
                    <a:pt x="2410" y="222"/>
                  </a:cubicBezTo>
                  <a:cubicBezTo>
                    <a:pt x="2264" y="72"/>
                    <a:pt x="2064" y="0"/>
                    <a:pt x="184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34"/>
            <p:cNvSpPr/>
            <p:nvPr/>
          </p:nvSpPr>
          <p:spPr>
            <a:xfrm>
              <a:off x="1714888" y="3811097"/>
              <a:ext cx="116294" cy="110159"/>
            </a:xfrm>
            <a:custGeom>
              <a:rect b="b" l="l" r="r" t="t"/>
              <a:pathLst>
                <a:path extrusionOk="0" h="1652" w="1744">
                  <a:moveTo>
                    <a:pt x="1743" y="26"/>
                  </a:moveTo>
                  <a:cubicBezTo>
                    <a:pt x="1743" y="41"/>
                    <a:pt x="1693" y="54"/>
                    <a:pt x="1614" y="92"/>
                  </a:cubicBezTo>
                  <a:cubicBezTo>
                    <a:pt x="1536" y="133"/>
                    <a:pt x="1444" y="199"/>
                    <a:pt x="1337" y="290"/>
                  </a:cubicBezTo>
                  <a:cubicBezTo>
                    <a:pt x="1130" y="472"/>
                    <a:pt x="878" y="721"/>
                    <a:pt x="708" y="919"/>
                  </a:cubicBezTo>
                  <a:cubicBezTo>
                    <a:pt x="356" y="1312"/>
                    <a:pt x="92" y="1652"/>
                    <a:pt x="29" y="1627"/>
                  </a:cubicBezTo>
                  <a:cubicBezTo>
                    <a:pt x="1" y="1598"/>
                    <a:pt x="42" y="1495"/>
                    <a:pt x="120" y="1337"/>
                  </a:cubicBezTo>
                  <a:cubicBezTo>
                    <a:pt x="211" y="1180"/>
                    <a:pt x="356" y="985"/>
                    <a:pt x="539" y="774"/>
                  </a:cubicBezTo>
                  <a:cubicBezTo>
                    <a:pt x="721" y="564"/>
                    <a:pt x="1010" y="340"/>
                    <a:pt x="1246" y="183"/>
                  </a:cubicBezTo>
                  <a:cubicBezTo>
                    <a:pt x="1366" y="104"/>
                    <a:pt x="1495" y="41"/>
                    <a:pt x="1586" y="26"/>
                  </a:cubicBezTo>
                  <a:cubicBezTo>
                    <a:pt x="1680" y="1"/>
                    <a:pt x="1731" y="13"/>
                    <a:pt x="1743" y="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48" name="Google Shape;1848;p34"/>
          <p:cNvGrpSpPr/>
          <p:nvPr/>
        </p:nvGrpSpPr>
        <p:grpSpPr>
          <a:xfrm>
            <a:off x="6250685" y="3232163"/>
            <a:ext cx="1675228" cy="1003099"/>
            <a:chOff x="6784369" y="2225096"/>
            <a:chExt cx="1144047" cy="685036"/>
          </a:xfrm>
        </p:grpSpPr>
        <p:sp>
          <p:nvSpPr>
            <p:cNvPr id="1849" name="Google Shape;1849;p34"/>
            <p:cNvSpPr/>
            <p:nvPr/>
          </p:nvSpPr>
          <p:spPr>
            <a:xfrm>
              <a:off x="6855109" y="2378001"/>
              <a:ext cx="503386" cy="498185"/>
            </a:xfrm>
            <a:custGeom>
              <a:rect b="b" l="l" r="r" t="t"/>
              <a:pathLst>
                <a:path extrusionOk="0" h="7471" w="7549">
                  <a:moveTo>
                    <a:pt x="5215" y="2529"/>
                  </a:moveTo>
                  <a:cubicBezTo>
                    <a:pt x="4706" y="2765"/>
                    <a:pt x="4378" y="3158"/>
                    <a:pt x="4180" y="3460"/>
                  </a:cubicBezTo>
                  <a:cubicBezTo>
                    <a:pt x="4312" y="3146"/>
                    <a:pt x="4429" y="2686"/>
                    <a:pt x="4378" y="2149"/>
                  </a:cubicBezTo>
                  <a:cubicBezTo>
                    <a:pt x="4272" y="1151"/>
                    <a:pt x="3514" y="104"/>
                    <a:pt x="3435" y="0"/>
                  </a:cubicBezTo>
                  <a:lnTo>
                    <a:pt x="3435" y="0"/>
                  </a:lnTo>
                  <a:cubicBezTo>
                    <a:pt x="3435" y="0"/>
                    <a:pt x="2844" y="1246"/>
                    <a:pt x="2963" y="2306"/>
                  </a:cubicBezTo>
                  <a:cubicBezTo>
                    <a:pt x="3013" y="2856"/>
                    <a:pt x="3290" y="3290"/>
                    <a:pt x="3526" y="3576"/>
                  </a:cubicBezTo>
                  <a:cubicBezTo>
                    <a:pt x="3262" y="3353"/>
                    <a:pt x="2869" y="3092"/>
                    <a:pt x="2334" y="2988"/>
                  </a:cubicBezTo>
                  <a:cubicBezTo>
                    <a:pt x="1350" y="2778"/>
                    <a:pt x="117" y="3171"/>
                    <a:pt x="13" y="3212"/>
                  </a:cubicBezTo>
                  <a:lnTo>
                    <a:pt x="0" y="3212"/>
                  </a:lnTo>
                  <a:cubicBezTo>
                    <a:pt x="0" y="3212"/>
                    <a:pt x="1010" y="4155"/>
                    <a:pt x="2045" y="4375"/>
                  </a:cubicBezTo>
                  <a:cubicBezTo>
                    <a:pt x="2595" y="4495"/>
                    <a:pt x="3092" y="4363"/>
                    <a:pt x="3435" y="4234"/>
                  </a:cubicBezTo>
                  <a:cubicBezTo>
                    <a:pt x="3133" y="4404"/>
                    <a:pt x="2765" y="4706"/>
                    <a:pt x="2504" y="5177"/>
                  </a:cubicBezTo>
                  <a:cubicBezTo>
                    <a:pt x="1991" y="6055"/>
                    <a:pt x="1991" y="7338"/>
                    <a:pt x="1991" y="7458"/>
                  </a:cubicBezTo>
                  <a:lnTo>
                    <a:pt x="1991" y="7470"/>
                  </a:lnTo>
                  <a:cubicBezTo>
                    <a:pt x="1991" y="7470"/>
                    <a:pt x="3199" y="6800"/>
                    <a:pt x="3734" y="5885"/>
                  </a:cubicBezTo>
                  <a:cubicBezTo>
                    <a:pt x="4010" y="5398"/>
                    <a:pt x="4048" y="4888"/>
                    <a:pt x="4023" y="4520"/>
                  </a:cubicBezTo>
                  <a:cubicBezTo>
                    <a:pt x="4102" y="4863"/>
                    <a:pt x="4272" y="5294"/>
                    <a:pt x="4640" y="5699"/>
                  </a:cubicBezTo>
                  <a:cubicBezTo>
                    <a:pt x="5306" y="6448"/>
                    <a:pt x="6539" y="6854"/>
                    <a:pt x="6659" y="6892"/>
                  </a:cubicBezTo>
                  <a:lnTo>
                    <a:pt x="6659" y="6892"/>
                  </a:lnTo>
                  <a:cubicBezTo>
                    <a:pt x="6659" y="6892"/>
                    <a:pt x="6395" y="5530"/>
                    <a:pt x="5687" y="4743"/>
                  </a:cubicBezTo>
                  <a:cubicBezTo>
                    <a:pt x="5322" y="4325"/>
                    <a:pt x="4835" y="4139"/>
                    <a:pt x="4482" y="4048"/>
                  </a:cubicBezTo>
                  <a:cubicBezTo>
                    <a:pt x="4822" y="4077"/>
                    <a:pt x="5294" y="4048"/>
                    <a:pt x="5794" y="3825"/>
                  </a:cubicBezTo>
                  <a:cubicBezTo>
                    <a:pt x="6709" y="3419"/>
                    <a:pt x="7470" y="2372"/>
                    <a:pt x="7549" y="2281"/>
                  </a:cubicBezTo>
                  <a:lnTo>
                    <a:pt x="7549" y="2268"/>
                  </a:lnTo>
                  <a:cubicBezTo>
                    <a:pt x="7549" y="2268"/>
                    <a:pt x="6187" y="2095"/>
                    <a:pt x="5215" y="2529"/>
                  </a:cubicBezTo>
                  <a:close/>
                  <a:moveTo>
                    <a:pt x="3957" y="3970"/>
                  </a:moveTo>
                  <a:lnTo>
                    <a:pt x="3957" y="3982"/>
                  </a:lnTo>
                  <a:lnTo>
                    <a:pt x="3944" y="3982"/>
                  </a:lnTo>
                  <a:lnTo>
                    <a:pt x="3944" y="4061"/>
                  </a:lnTo>
                  <a:cubicBezTo>
                    <a:pt x="3944" y="4036"/>
                    <a:pt x="3944" y="4023"/>
                    <a:pt x="3932" y="4010"/>
                  </a:cubicBezTo>
                  <a:lnTo>
                    <a:pt x="3932" y="3998"/>
                  </a:lnTo>
                  <a:lnTo>
                    <a:pt x="3919" y="3998"/>
                  </a:lnTo>
                  <a:lnTo>
                    <a:pt x="3919" y="3982"/>
                  </a:lnTo>
                  <a:cubicBezTo>
                    <a:pt x="3919" y="3982"/>
                    <a:pt x="3891" y="3998"/>
                    <a:pt x="3853" y="4010"/>
                  </a:cubicBezTo>
                  <a:cubicBezTo>
                    <a:pt x="3866" y="4010"/>
                    <a:pt x="3878" y="3998"/>
                    <a:pt x="3878" y="3998"/>
                  </a:cubicBezTo>
                  <a:cubicBezTo>
                    <a:pt x="3891" y="3982"/>
                    <a:pt x="3907" y="3982"/>
                    <a:pt x="3907" y="3982"/>
                  </a:cubicBezTo>
                  <a:lnTo>
                    <a:pt x="3907" y="3970"/>
                  </a:lnTo>
                  <a:lnTo>
                    <a:pt x="3907" y="3970"/>
                  </a:lnTo>
                  <a:cubicBezTo>
                    <a:pt x="3907" y="3970"/>
                    <a:pt x="3891" y="3944"/>
                    <a:pt x="3866" y="3904"/>
                  </a:cubicBezTo>
                  <a:cubicBezTo>
                    <a:pt x="3878" y="3919"/>
                    <a:pt x="3878" y="3932"/>
                    <a:pt x="3891" y="3932"/>
                  </a:cubicBezTo>
                  <a:lnTo>
                    <a:pt x="3907" y="3944"/>
                  </a:lnTo>
                  <a:lnTo>
                    <a:pt x="3919" y="3944"/>
                  </a:lnTo>
                  <a:lnTo>
                    <a:pt x="3919" y="3944"/>
                  </a:lnTo>
                  <a:cubicBezTo>
                    <a:pt x="3919" y="3944"/>
                    <a:pt x="3932" y="3932"/>
                    <a:pt x="3957" y="3891"/>
                  </a:cubicBezTo>
                  <a:cubicBezTo>
                    <a:pt x="3957" y="3904"/>
                    <a:pt x="3957" y="3919"/>
                    <a:pt x="3944" y="3932"/>
                  </a:cubicBezTo>
                  <a:lnTo>
                    <a:pt x="3944" y="3944"/>
                  </a:lnTo>
                  <a:lnTo>
                    <a:pt x="3944" y="3944"/>
                  </a:lnTo>
                  <a:lnTo>
                    <a:pt x="3944" y="3957"/>
                  </a:lnTo>
                  <a:cubicBezTo>
                    <a:pt x="3944" y="3957"/>
                    <a:pt x="3970" y="3970"/>
                    <a:pt x="4023" y="3970"/>
                  </a:cubicBezTo>
                  <a:lnTo>
                    <a:pt x="3970" y="3970"/>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34"/>
            <p:cNvSpPr/>
            <p:nvPr/>
          </p:nvSpPr>
          <p:spPr>
            <a:xfrm>
              <a:off x="7349746" y="2225096"/>
              <a:ext cx="578671" cy="574070"/>
            </a:xfrm>
            <a:custGeom>
              <a:rect b="b" l="l" r="r" t="t"/>
              <a:pathLst>
                <a:path extrusionOk="0" h="8609" w="8678">
                  <a:moveTo>
                    <a:pt x="6004" y="3341"/>
                  </a:moveTo>
                  <a:cubicBezTo>
                    <a:pt x="5363" y="3444"/>
                    <a:pt x="4875" y="3787"/>
                    <a:pt x="4577" y="4074"/>
                  </a:cubicBezTo>
                  <a:cubicBezTo>
                    <a:pt x="4812" y="3759"/>
                    <a:pt x="5086" y="3287"/>
                    <a:pt x="5177" y="2674"/>
                  </a:cubicBezTo>
                  <a:cubicBezTo>
                    <a:pt x="5347" y="1520"/>
                    <a:pt x="4812" y="142"/>
                    <a:pt x="4759" y="13"/>
                  </a:cubicBezTo>
                  <a:lnTo>
                    <a:pt x="4759" y="0"/>
                  </a:lnTo>
                  <a:cubicBezTo>
                    <a:pt x="4759" y="0"/>
                    <a:pt x="3737" y="1218"/>
                    <a:pt x="3554" y="2422"/>
                  </a:cubicBezTo>
                  <a:cubicBezTo>
                    <a:pt x="3460" y="3067"/>
                    <a:pt x="3633" y="3617"/>
                    <a:pt x="3815" y="4011"/>
                  </a:cubicBezTo>
                  <a:cubicBezTo>
                    <a:pt x="3592" y="3680"/>
                    <a:pt x="3224" y="3275"/>
                    <a:pt x="2661" y="3001"/>
                  </a:cubicBezTo>
                  <a:cubicBezTo>
                    <a:pt x="1626" y="2476"/>
                    <a:pt x="145" y="2567"/>
                    <a:pt x="16" y="2567"/>
                  </a:cubicBezTo>
                  <a:lnTo>
                    <a:pt x="0" y="2567"/>
                  </a:lnTo>
                  <a:cubicBezTo>
                    <a:pt x="0" y="2567"/>
                    <a:pt x="840" y="3916"/>
                    <a:pt x="1928" y="4454"/>
                  </a:cubicBezTo>
                  <a:cubicBezTo>
                    <a:pt x="2504" y="4756"/>
                    <a:pt x="3095" y="4756"/>
                    <a:pt x="3513" y="4703"/>
                  </a:cubicBezTo>
                  <a:cubicBezTo>
                    <a:pt x="3133" y="4822"/>
                    <a:pt x="2636" y="5045"/>
                    <a:pt x="2202" y="5489"/>
                  </a:cubicBezTo>
                  <a:cubicBezTo>
                    <a:pt x="1390" y="6303"/>
                    <a:pt x="1010" y="7744"/>
                    <a:pt x="972" y="7876"/>
                  </a:cubicBezTo>
                  <a:lnTo>
                    <a:pt x="972" y="7889"/>
                  </a:lnTo>
                  <a:cubicBezTo>
                    <a:pt x="972" y="7889"/>
                    <a:pt x="2516" y="7496"/>
                    <a:pt x="3369" y="6631"/>
                  </a:cubicBezTo>
                  <a:cubicBezTo>
                    <a:pt x="3828" y="6171"/>
                    <a:pt x="4010" y="5621"/>
                    <a:pt x="4089" y="5203"/>
                  </a:cubicBezTo>
                  <a:cubicBezTo>
                    <a:pt x="4076" y="5596"/>
                    <a:pt x="4142" y="6146"/>
                    <a:pt x="4432" y="6697"/>
                  </a:cubicBezTo>
                  <a:cubicBezTo>
                    <a:pt x="4954" y="7719"/>
                    <a:pt x="6212" y="8530"/>
                    <a:pt x="6332" y="8596"/>
                  </a:cubicBezTo>
                  <a:lnTo>
                    <a:pt x="6332" y="8609"/>
                  </a:lnTo>
                  <a:cubicBezTo>
                    <a:pt x="6332" y="8609"/>
                    <a:pt x="6435" y="7024"/>
                    <a:pt x="5885" y="5936"/>
                  </a:cubicBezTo>
                  <a:cubicBezTo>
                    <a:pt x="5583" y="5373"/>
                    <a:pt x="5111" y="5017"/>
                    <a:pt x="4746" y="4810"/>
                  </a:cubicBezTo>
                  <a:cubicBezTo>
                    <a:pt x="5111" y="4938"/>
                    <a:pt x="5649" y="5058"/>
                    <a:pt x="6266" y="4954"/>
                  </a:cubicBezTo>
                  <a:cubicBezTo>
                    <a:pt x="7407" y="4769"/>
                    <a:pt x="8558" y="3825"/>
                    <a:pt x="8665" y="3734"/>
                  </a:cubicBezTo>
                  <a:lnTo>
                    <a:pt x="8678" y="3734"/>
                  </a:lnTo>
                  <a:cubicBezTo>
                    <a:pt x="8678" y="3734"/>
                    <a:pt x="7197" y="3146"/>
                    <a:pt x="6004" y="3341"/>
                  </a:cubicBezTo>
                  <a:close/>
                  <a:moveTo>
                    <a:pt x="4168" y="4574"/>
                  </a:moveTo>
                  <a:cubicBezTo>
                    <a:pt x="4168" y="4574"/>
                    <a:pt x="4155" y="4611"/>
                    <a:pt x="4142" y="4665"/>
                  </a:cubicBezTo>
                  <a:lnTo>
                    <a:pt x="4142" y="4611"/>
                  </a:lnTo>
                  <a:lnTo>
                    <a:pt x="4142" y="4586"/>
                  </a:lnTo>
                  <a:lnTo>
                    <a:pt x="4130" y="4586"/>
                  </a:lnTo>
                  <a:lnTo>
                    <a:pt x="4130" y="4586"/>
                  </a:lnTo>
                  <a:lnTo>
                    <a:pt x="4051" y="4586"/>
                  </a:lnTo>
                  <a:cubicBezTo>
                    <a:pt x="4064" y="4586"/>
                    <a:pt x="4076" y="4574"/>
                    <a:pt x="4089" y="4574"/>
                  </a:cubicBezTo>
                  <a:cubicBezTo>
                    <a:pt x="4105" y="4574"/>
                    <a:pt x="4117" y="4561"/>
                    <a:pt x="4117" y="4561"/>
                  </a:cubicBezTo>
                  <a:lnTo>
                    <a:pt x="4117" y="4561"/>
                  </a:lnTo>
                  <a:lnTo>
                    <a:pt x="4117" y="4561"/>
                  </a:lnTo>
                  <a:cubicBezTo>
                    <a:pt x="4117" y="4561"/>
                    <a:pt x="4117" y="4520"/>
                    <a:pt x="4089" y="4467"/>
                  </a:cubicBezTo>
                  <a:cubicBezTo>
                    <a:pt x="4105" y="4495"/>
                    <a:pt x="4105" y="4508"/>
                    <a:pt x="4117" y="4508"/>
                  </a:cubicBezTo>
                  <a:cubicBezTo>
                    <a:pt x="4130" y="4520"/>
                    <a:pt x="4130" y="4533"/>
                    <a:pt x="4130" y="4533"/>
                  </a:cubicBezTo>
                  <a:lnTo>
                    <a:pt x="4142" y="4533"/>
                  </a:lnTo>
                  <a:lnTo>
                    <a:pt x="4142" y="4533"/>
                  </a:lnTo>
                  <a:cubicBezTo>
                    <a:pt x="4142" y="4533"/>
                    <a:pt x="4168" y="4520"/>
                    <a:pt x="4209" y="4482"/>
                  </a:cubicBezTo>
                  <a:cubicBezTo>
                    <a:pt x="4196" y="4495"/>
                    <a:pt x="4196" y="4508"/>
                    <a:pt x="4183" y="4520"/>
                  </a:cubicBezTo>
                  <a:lnTo>
                    <a:pt x="4168" y="4533"/>
                  </a:lnTo>
                  <a:lnTo>
                    <a:pt x="4168" y="4545"/>
                  </a:lnTo>
                  <a:lnTo>
                    <a:pt x="4168" y="4545"/>
                  </a:lnTo>
                  <a:cubicBezTo>
                    <a:pt x="4168" y="4545"/>
                    <a:pt x="4196" y="4574"/>
                    <a:pt x="4246" y="4599"/>
                  </a:cubicBezTo>
                  <a:cubicBezTo>
                    <a:pt x="4221" y="4586"/>
                    <a:pt x="4209" y="4586"/>
                    <a:pt x="4196" y="4586"/>
                  </a:cubicBezTo>
                  <a:cubicBezTo>
                    <a:pt x="4183" y="4574"/>
                    <a:pt x="4168" y="4574"/>
                    <a:pt x="4168" y="4574"/>
                  </a:cubicBezTo>
                  <a:lnTo>
                    <a:pt x="4168" y="4586"/>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1" name="Google Shape;1851;p34"/>
            <p:cNvSpPr/>
            <p:nvPr/>
          </p:nvSpPr>
          <p:spPr>
            <a:xfrm>
              <a:off x="6917136" y="2677677"/>
              <a:ext cx="147968" cy="232455"/>
            </a:xfrm>
            <a:custGeom>
              <a:rect b="b" l="l" r="r" t="t"/>
              <a:pathLst>
                <a:path extrusionOk="0" h="3486" w="2219">
                  <a:moveTo>
                    <a:pt x="1929" y="1"/>
                  </a:moveTo>
                  <a:cubicBezTo>
                    <a:pt x="1929" y="1"/>
                    <a:pt x="1039" y="274"/>
                    <a:pt x="501" y="1180"/>
                  </a:cubicBezTo>
                  <a:cubicBezTo>
                    <a:pt x="1" y="2058"/>
                    <a:pt x="1" y="3357"/>
                    <a:pt x="1" y="3473"/>
                  </a:cubicBezTo>
                  <a:lnTo>
                    <a:pt x="1" y="3486"/>
                  </a:lnTo>
                  <a:cubicBezTo>
                    <a:pt x="1" y="3486"/>
                    <a:pt x="1209" y="2806"/>
                    <a:pt x="1731" y="1901"/>
                  </a:cubicBezTo>
                  <a:cubicBezTo>
                    <a:pt x="2218" y="1061"/>
                    <a:pt x="1982" y="183"/>
                    <a:pt x="1941" y="26"/>
                  </a:cubicBezTo>
                  <a:lnTo>
                    <a:pt x="1929"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2" name="Google Shape;1852;p34"/>
            <p:cNvSpPr/>
            <p:nvPr/>
          </p:nvSpPr>
          <p:spPr>
            <a:xfrm>
              <a:off x="6932874" y="2677677"/>
              <a:ext cx="129497" cy="205382"/>
            </a:xfrm>
            <a:custGeom>
              <a:rect b="b" l="l" r="r" t="t"/>
              <a:pathLst>
                <a:path extrusionOk="0" h="3080" w="1942">
                  <a:moveTo>
                    <a:pt x="1705" y="1"/>
                  </a:moveTo>
                  <a:cubicBezTo>
                    <a:pt x="1705" y="1"/>
                    <a:pt x="919" y="249"/>
                    <a:pt x="447" y="1048"/>
                  </a:cubicBezTo>
                  <a:cubicBezTo>
                    <a:pt x="1" y="1822"/>
                    <a:pt x="1" y="2964"/>
                    <a:pt x="1" y="3067"/>
                  </a:cubicBezTo>
                  <a:lnTo>
                    <a:pt x="1" y="3080"/>
                  </a:lnTo>
                  <a:cubicBezTo>
                    <a:pt x="1" y="3080"/>
                    <a:pt x="1051" y="2476"/>
                    <a:pt x="1523" y="1677"/>
                  </a:cubicBezTo>
                  <a:cubicBezTo>
                    <a:pt x="1941" y="944"/>
                    <a:pt x="1746" y="171"/>
                    <a:pt x="1705" y="26"/>
                  </a:cubicBezTo>
                  <a:lnTo>
                    <a:pt x="1705"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3" name="Google Shape;1853;p34"/>
            <p:cNvSpPr/>
            <p:nvPr/>
          </p:nvSpPr>
          <p:spPr>
            <a:xfrm>
              <a:off x="6961014" y="2692614"/>
              <a:ext cx="85620" cy="139700"/>
            </a:xfrm>
            <a:custGeom>
              <a:rect b="b" l="l" r="r" t="t"/>
              <a:pathLst>
                <a:path extrusionOk="0" h="2095" w="1284">
                  <a:moveTo>
                    <a:pt x="1167" y="0"/>
                  </a:moveTo>
                  <a:cubicBezTo>
                    <a:pt x="1167" y="0"/>
                    <a:pt x="680" y="195"/>
                    <a:pt x="365" y="746"/>
                  </a:cubicBezTo>
                  <a:cubicBezTo>
                    <a:pt x="51" y="1271"/>
                    <a:pt x="0" y="2016"/>
                    <a:pt x="0" y="2095"/>
                  </a:cubicBezTo>
                  <a:cubicBezTo>
                    <a:pt x="0" y="2095"/>
                    <a:pt x="667" y="1664"/>
                    <a:pt x="982" y="1101"/>
                  </a:cubicBezTo>
                  <a:cubicBezTo>
                    <a:pt x="1283" y="601"/>
                    <a:pt x="1192" y="104"/>
                    <a:pt x="1180" y="13"/>
                  </a:cubicBezTo>
                  <a:lnTo>
                    <a:pt x="1167"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4" name="Google Shape;1854;p34"/>
            <p:cNvSpPr/>
            <p:nvPr/>
          </p:nvSpPr>
          <p:spPr>
            <a:xfrm>
              <a:off x="7046569" y="2676877"/>
              <a:ext cx="181910" cy="194046"/>
            </a:xfrm>
            <a:custGeom>
              <a:rect b="b" l="l" r="r" t="t"/>
              <a:pathLst>
                <a:path extrusionOk="0" h="2910" w="2728">
                  <a:moveTo>
                    <a:pt x="13" y="0"/>
                  </a:moveTo>
                  <a:cubicBezTo>
                    <a:pt x="13" y="0"/>
                    <a:pt x="0" y="944"/>
                    <a:pt x="696" y="1718"/>
                  </a:cubicBezTo>
                  <a:cubicBezTo>
                    <a:pt x="1378" y="2476"/>
                    <a:pt x="2608" y="2869"/>
                    <a:pt x="2715" y="2910"/>
                  </a:cubicBezTo>
                  <a:lnTo>
                    <a:pt x="2727" y="2910"/>
                  </a:lnTo>
                  <a:cubicBezTo>
                    <a:pt x="2727" y="2910"/>
                    <a:pt x="2463" y="1560"/>
                    <a:pt x="1755" y="774"/>
                  </a:cubicBezTo>
                  <a:cubicBezTo>
                    <a:pt x="1114" y="66"/>
                    <a:pt x="211" y="0"/>
                    <a:pt x="41"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5" name="Google Shape;1855;p34"/>
            <p:cNvSpPr/>
            <p:nvPr/>
          </p:nvSpPr>
          <p:spPr>
            <a:xfrm>
              <a:off x="7047436" y="2676877"/>
              <a:ext cx="160038" cy="171174"/>
            </a:xfrm>
            <a:custGeom>
              <a:rect b="b" l="l" r="r" t="t"/>
              <a:pathLst>
                <a:path extrusionOk="0" h="2567" w="2400">
                  <a:moveTo>
                    <a:pt x="0" y="0"/>
                  </a:moveTo>
                  <a:cubicBezTo>
                    <a:pt x="0" y="0"/>
                    <a:pt x="0" y="812"/>
                    <a:pt x="616" y="1507"/>
                  </a:cubicBezTo>
                  <a:cubicBezTo>
                    <a:pt x="1220" y="2174"/>
                    <a:pt x="2293" y="2529"/>
                    <a:pt x="2400" y="2567"/>
                  </a:cubicBezTo>
                  <a:cubicBezTo>
                    <a:pt x="2400" y="2567"/>
                    <a:pt x="2164" y="1375"/>
                    <a:pt x="1547" y="680"/>
                  </a:cubicBezTo>
                  <a:cubicBezTo>
                    <a:pt x="972" y="51"/>
                    <a:pt x="170" y="0"/>
                    <a:pt x="2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6" name="Google Shape;1856;p34"/>
            <p:cNvSpPr/>
            <p:nvPr/>
          </p:nvSpPr>
          <p:spPr>
            <a:xfrm>
              <a:off x="7058705" y="2688213"/>
              <a:ext cx="109359" cy="117094"/>
            </a:xfrm>
            <a:custGeom>
              <a:rect b="b" l="l" r="r" t="t"/>
              <a:pathLst>
                <a:path extrusionOk="0" h="1756" w="1640">
                  <a:moveTo>
                    <a:pt x="1" y="0"/>
                  </a:moveTo>
                  <a:cubicBezTo>
                    <a:pt x="1" y="0"/>
                    <a:pt x="42" y="525"/>
                    <a:pt x="473" y="997"/>
                  </a:cubicBezTo>
                  <a:cubicBezTo>
                    <a:pt x="882" y="1453"/>
                    <a:pt x="1573" y="1730"/>
                    <a:pt x="1640" y="1755"/>
                  </a:cubicBezTo>
                  <a:cubicBezTo>
                    <a:pt x="1640" y="1755"/>
                    <a:pt x="1432" y="981"/>
                    <a:pt x="1010" y="510"/>
                  </a:cubicBezTo>
                  <a:cubicBezTo>
                    <a:pt x="617" y="79"/>
                    <a:pt x="120" y="13"/>
                    <a:pt x="29"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7" name="Google Shape;1857;p34"/>
            <p:cNvSpPr/>
            <p:nvPr/>
          </p:nvSpPr>
          <p:spPr>
            <a:xfrm>
              <a:off x="7047436" y="2560981"/>
              <a:ext cx="240390" cy="121429"/>
            </a:xfrm>
            <a:custGeom>
              <a:rect b="b" l="l" r="r" t="t"/>
              <a:pathLst>
                <a:path extrusionOk="0" h="1821" w="3605">
                  <a:moveTo>
                    <a:pt x="2957" y="1"/>
                  </a:moveTo>
                  <a:cubicBezTo>
                    <a:pt x="2473" y="1"/>
                    <a:pt x="1807" y="54"/>
                    <a:pt x="1271" y="295"/>
                  </a:cubicBezTo>
                  <a:cubicBezTo>
                    <a:pt x="393" y="675"/>
                    <a:pt x="66" y="1528"/>
                    <a:pt x="0" y="1685"/>
                  </a:cubicBezTo>
                  <a:lnTo>
                    <a:pt x="0" y="1710"/>
                  </a:lnTo>
                  <a:cubicBezTo>
                    <a:pt x="0" y="1710"/>
                    <a:pt x="309" y="1821"/>
                    <a:pt x="764" y="1821"/>
                  </a:cubicBezTo>
                  <a:cubicBezTo>
                    <a:pt x="1075" y="1821"/>
                    <a:pt x="1454" y="1769"/>
                    <a:pt x="1849" y="1594"/>
                  </a:cubicBezTo>
                  <a:cubicBezTo>
                    <a:pt x="2765" y="1188"/>
                    <a:pt x="3526" y="137"/>
                    <a:pt x="3604" y="34"/>
                  </a:cubicBezTo>
                  <a:cubicBezTo>
                    <a:pt x="3604" y="34"/>
                    <a:pt x="3337" y="1"/>
                    <a:pt x="295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8" name="Google Shape;1858;p34"/>
            <p:cNvSpPr/>
            <p:nvPr/>
          </p:nvSpPr>
          <p:spPr>
            <a:xfrm>
              <a:off x="7047436" y="2573584"/>
              <a:ext cx="212517" cy="107426"/>
            </a:xfrm>
            <a:custGeom>
              <a:rect b="b" l="l" r="r" t="t"/>
              <a:pathLst>
                <a:path extrusionOk="0" h="1611" w="3187">
                  <a:moveTo>
                    <a:pt x="2644" y="1"/>
                  </a:moveTo>
                  <a:cubicBezTo>
                    <a:pt x="2217" y="1"/>
                    <a:pt x="1614" y="47"/>
                    <a:pt x="1129" y="263"/>
                  </a:cubicBezTo>
                  <a:cubicBezTo>
                    <a:pt x="355" y="618"/>
                    <a:pt x="53" y="1351"/>
                    <a:pt x="0" y="1496"/>
                  </a:cubicBezTo>
                  <a:lnTo>
                    <a:pt x="0" y="1521"/>
                  </a:lnTo>
                  <a:cubicBezTo>
                    <a:pt x="0" y="1521"/>
                    <a:pt x="261" y="1610"/>
                    <a:pt x="648" y="1610"/>
                  </a:cubicBezTo>
                  <a:cubicBezTo>
                    <a:pt x="926" y="1610"/>
                    <a:pt x="1269" y="1564"/>
                    <a:pt x="1626" y="1405"/>
                  </a:cubicBezTo>
                  <a:cubicBezTo>
                    <a:pt x="2438" y="1037"/>
                    <a:pt x="3120" y="121"/>
                    <a:pt x="3174" y="43"/>
                  </a:cubicBezTo>
                  <a:lnTo>
                    <a:pt x="3186" y="27"/>
                  </a:lnTo>
                  <a:cubicBezTo>
                    <a:pt x="3186" y="27"/>
                    <a:pt x="2964" y="1"/>
                    <a:pt x="264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9" name="Google Shape;1859;p34"/>
            <p:cNvSpPr/>
            <p:nvPr/>
          </p:nvSpPr>
          <p:spPr>
            <a:xfrm>
              <a:off x="7061440" y="2599790"/>
              <a:ext cx="146035" cy="69683"/>
            </a:xfrm>
            <a:custGeom>
              <a:rect b="b" l="l" r="r" t="t"/>
              <a:pathLst>
                <a:path extrusionOk="0" h="1045" w="2190">
                  <a:moveTo>
                    <a:pt x="2081" y="0"/>
                  </a:moveTo>
                  <a:cubicBezTo>
                    <a:pt x="1842" y="0"/>
                    <a:pt x="1258" y="23"/>
                    <a:pt x="800" y="225"/>
                  </a:cubicBezTo>
                  <a:cubicBezTo>
                    <a:pt x="274" y="461"/>
                    <a:pt x="39" y="920"/>
                    <a:pt x="1" y="999"/>
                  </a:cubicBezTo>
                  <a:lnTo>
                    <a:pt x="1" y="1012"/>
                  </a:lnTo>
                  <a:cubicBezTo>
                    <a:pt x="1" y="1012"/>
                    <a:pt x="128" y="1045"/>
                    <a:pt x="328" y="1045"/>
                  </a:cubicBezTo>
                  <a:cubicBezTo>
                    <a:pt x="528" y="1045"/>
                    <a:pt x="800" y="1012"/>
                    <a:pt x="1089" y="879"/>
                  </a:cubicBezTo>
                  <a:cubicBezTo>
                    <a:pt x="1652" y="631"/>
                    <a:pt x="2136" y="55"/>
                    <a:pt x="2177" y="2"/>
                  </a:cubicBezTo>
                  <a:lnTo>
                    <a:pt x="2190" y="2"/>
                  </a:lnTo>
                  <a:cubicBezTo>
                    <a:pt x="2190" y="2"/>
                    <a:pt x="2150" y="0"/>
                    <a:pt x="208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0" name="Google Shape;1860;p34"/>
            <p:cNvSpPr/>
            <p:nvPr/>
          </p:nvSpPr>
          <p:spPr>
            <a:xfrm>
              <a:off x="6974017" y="2411143"/>
              <a:ext cx="109293" cy="263863"/>
            </a:xfrm>
            <a:custGeom>
              <a:rect b="b" l="l" r="r" t="t"/>
              <a:pathLst>
                <a:path extrusionOk="0" h="3957" w="1639">
                  <a:moveTo>
                    <a:pt x="592" y="0"/>
                  </a:moveTo>
                  <a:cubicBezTo>
                    <a:pt x="592" y="0"/>
                    <a:pt x="0" y="1258"/>
                    <a:pt x="120" y="2306"/>
                  </a:cubicBezTo>
                  <a:cubicBezTo>
                    <a:pt x="211" y="3265"/>
                    <a:pt x="919" y="3841"/>
                    <a:pt x="1051" y="3932"/>
                  </a:cubicBezTo>
                  <a:lnTo>
                    <a:pt x="1076" y="3957"/>
                  </a:lnTo>
                  <a:cubicBezTo>
                    <a:pt x="1076" y="3957"/>
                    <a:pt x="1639" y="3212"/>
                    <a:pt x="1535" y="2164"/>
                  </a:cubicBezTo>
                  <a:cubicBezTo>
                    <a:pt x="1428" y="1155"/>
                    <a:pt x="670" y="104"/>
                    <a:pt x="592" y="13"/>
                  </a:cubicBezTo>
                  <a:lnTo>
                    <a:pt x="592"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1" name="Google Shape;1861;p34"/>
            <p:cNvSpPr/>
            <p:nvPr/>
          </p:nvSpPr>
          <p:spPr>
            <a:xfrm>
              <a:off x="6982820" y="2441750"/>
              <a:ext cx="95289" cy="233255"/>
            </a:xfrm>
            <a:custGeom>
              <a:rect b="b" l="l" r="r" t="t"/>
              <a:pathLst>
                <a:path extrusionOk="0" h="3498" w="1429">
                  <a:moveTo>
                    <a:pt x="497" y="0"/>
                  </a:moveTo>
                  <a:cubicBezTo>
                    <a:pt x="497" y="0"/>
                    <a:pt x="0" y="1114"/>
                    <a:pt x="92" y="2045"/>
                  </a:cubicBezTo>
                  <a:cubicBezTo>
                    <a:pt x="183" y="2885"/>
                    <a:pt x="799" y="3394"/>
                    <a:pt x="919" y="3485"/>
                  </a:cubicBezTo>
                  <a:cubicBezTo>
                    <a:pt x="931" y="3485"/>
                    <a:pt x="931" y="3498"/>
                    <a:pt x="931" y="3498"/>
                  </a:cubicBezTo>
                  <a:cubicBezTo>
                    <a:pt x="931" y="3498"/>
                    <a:pt x="1428" y="2844"/>
                    <a:pt x="1324" y="1913"/>
                  </a:cubicBezTo>
                  <a:cubicBezTo>
                    <a:pt x="1233" y="1023"/>
                    <a:pt x="576" y="92"/>
                    <a:pt x="510" y="13"/>
                  </a:cubicBezTo>
                  <a:lnTo>
                    <a:pt x="497" y="0"/>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34"/>
            <p:cNvSpPr/>
            <p:nvPr/>
          </p:nvSpPr>
          <p:spPr>
            <a:xfrm>
              <a:off x="7004625" y="2499432"/>
              <a:ext cx="56880" cy="159038"/>
            </a:xfrm>
            <a:custGeom>
              <a:rect b="b" l="l" r="r" t="t"/>
              <a:pathLst>
                <a:path extrusionOk="0" h="2385" w="853">
                  <a:moveTo>
                    <a:pt x="277" y="0"/>
                  </a:moveTo>
                  <a:cubicBezTo>
                    <a:pt x="277" y="0"/>
                    <a:pt x="0" y="746"/>
                    <a:pt x="66" y="1391"/>
                  </a:cubicBezTo>
                  <a:cubicBezTo>
                    <a:pt x="120" y="1966"/>
                    <a:pt x="485" y="2318"/>
                    <a:pt x="551" y="2384"/>
                  </a:cubicBezTo>
                  <a:lnTo>
                    <a:pt x="563" y="2384"/>
                  </a:lnTo>
                  <a:cubicBezTo>
                    <a:pt x="563" y="2384"/>
                    <a:pt x="853" y="1954"/>
                    <a:pt x="787" y="1312"/>
                  </a:cubicBezTo>
                  <a:cubicBezTo>
                    <a:pt x="721" y="708"/>
                    <a:pt x="315" y="66"/>
                    <a:pt x="290"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34"/>
            <p:cNvSpPr/>
            <p:nvPr/>
          </p:nvSpPr>
          <p:spPr>
            <a:xfrm>
              <a:off x="6784369" y="2606259"/>
              <a:ext cx="260595" cy="99957"/>
            </a:xfrm>
            <a:custGeom>
              <a:rect b="b" l="l" r="r" t="t"/>
              <a:pathLst>
                <a:path extrusionOk="0" h="1499" w="3908">
                  <a:moveTo>
                    <a:pt x="1697" y="1"/>
                  </a:moveTo>
                  <a:cubicBezTo>
                    <a:pt x="884" y="1"/>
                    <a:pt x="95" y="253"/>
                    <a:pt x="1" y="286"/>
                  </a:cubicBezTo>
                  <a:cubicBezTo>
                    <a:pt x="1" y="286"/>
                    <a:pt x="1011" y="1229"/>
                    <a:pt x="2045" y="1452"/>
                  </a:cubicBezTo>
                  <a:cubicBezTo>
                    <a:pt x="2199" y="1485"/>
                    <a:pt x="2348" y="1498"/>
                    <a:pt x="2490" y="1498"/>
                  </a:cubicBezTo>
                  <a:cubicBezTo>
                    <a:pt x="3214" y="1498"/>
                    <a:pt x="3771" y="1146"/>
                    <a:pt x="3879" y="1059"/>
                  </a:cubicBezTo>
                  <a:cubicBezTo>
                    <a:pt x="3895" y="1059"/>
                    <a:pt x="3907" y="1047"/>
                    <a:pt x="3907" y="1047"/>
                  </a:cubicBezTo>
                  <a:cubicBezTo>
                    <a:pt x="3907" y="1047"/>
                    <a:pt x="3369" y="286"/>
                    <a:pt x="2335" y="62"/>
                  </a:cubicBezTo>
                  <a:cubicBezTo>
                    <a:pt x="2129" y="18"/>
                    <a:pt x="1912" y="1"/>
                    <a:pt x="169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4" name="Google Shape;1864;p34"/>
            <p:cNvSpPr/>
            <p:nvPr/>
          </p:nvSpPr>
          <p:spPr>
            <a:xfrm>
              <a:off x="6814177" y="2615528"/>
              <a:ext cx="230788" cy="87021"/>
            </a:xfrm>
            <a:custGeom>
              <a:rect b="b" l="l" r="r" t="t"/>
              <a:pathLst>
                <a:path extrusionOk="0" h="1305" w="3461">
                  <a:moveTo>
                    <a:pt x="1500" y="1"/>
                  </a:moveTo>
                  <a:cubicBezTo>
                    <a:pt x="783" y="1"/>
                    <a:pt x="95" y="221"/>
                    <a:pt x="13" y="250"/>
                  </a:cubicBezTo>
                  <a:lnTo>
                    <a:pt x="1" y="250"/>
                  </a:lnTo>
                  <a:cubicBezTo>
                    <a:pt x="1" y="250"/>
                    <a:pt x="903" y="1078"/>
                    <a:pt x="1809" y="1260"/>
                  </a:cubicBezTo>
                  <a:cubicBezTo>
                    <a:pt x="1951" y="1291"/>
                    <a:pt x="2088" y="1305"/>
                    <a:pt x="2220" y="1305"/>
                  </a:cubicBezTo>
                  <a:cubicBezTo>
                    <a:pt x="2851" y="1305"/>
                    <a:pt x="3336" y="998"/>
                    <a:pt x="3432" y="933"/>
                  </a:cubicBezTo>
                  <a:cubicBezTo>
                    <a:pt x="3448" y="920"/>
                    <a:pt x="3460" y="920"/>
                    <a:pt x="3460" y="920"/>
                  </a:cubicBezTo>
                  <a:cubicBezTo>
                    <a:pt x="3460" y="920"/>
                    <a:pt x="2976" y="250"/>
                    <a:pt x="2070" y="55"/>
                  </a:cubicBezTo>
                  <a:cubicBezTo>
                    <a:pt x="1885" y="16"/>
                    <a:pt x="1692" y="1"/>
                    <a:pt x="150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5" name="Google Shape;1865;p34"/>
            <p:cNvSpPr/>
            <p:nvPr/>
          </p:nvSpPr>
          <p:spPr>
            <a:xfrm>
              <a:off x="6870991" y="2635199"/>
              <a:ext cx="157371" cy="52546"/>
            </a:xfrm>
            <a:custGeom>
              <a:rect b="b" l="l" r="r" t="t"/>
              <a:pathLst>
                <a:path extrusionOk="0" h="788" w="2360">
                  <a:moveTo>
                    <a:pt x="933" y="1"/>
                  </a:moveTo>
                  <a:cubicBezTo>
                    <a:pt x="480" y="1"/>
                    <a:pt x="63" y="106"/>
                    <a:pt x="13" y="125"/>
                  </a:cubicBezTo>
                  <a:lnTo>
                    <a:pt x="1" y="125"/>
                  </a:lnTo>
                  <a:cubicBezTo>
                    <a:pt x="1" y="125"/>
                    <a:pt x="630" y="625"/>
                    <a:pt x="1259" y="754"/>
                  </a:cubicBezTo>
                  <a:cubicBezTo>
                    <a:pt x="1371" y="778"/>
                    <a:pt x="1478" y="788"/>
                    <a:pt x="1579" y="788"/>
                  </a:cubicBezTo>
                  <a:cubicBezTo>
                    <a:pt x="1984" y="788"/>
                    <a:pt x="2281" y="630"/>
                    <a:pt x="2344" y="597"/>
                  </a:cubicBezTo>
                  <a:lnTo>
                    <a:pt x="2360" y="584"/>
                  </a:lnTo>
                  <a:cubicBezTo>
                    <a:pt x="2360" y="584"/>
                    <a:pt x="2030" y="179"/>
                    <a:pt x="1401" y="47"/>
                  </a:cubicBezTo>
                  <a:cubicBezTo>
                    <a:pt x="1250" y="13"/>
                    <a:pt x="1089" y="1"/>
                    <a:pt x="933"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34"/>
            <p:cNvSpPr/>
            <p:nvPr/>
          </p:nvSpPr>
          <p:spPr>
            <a:xfrm>
              <a:off x="7360315" y="2564048"/>
              <a:ext cx="211517" cy="220252"/>
            </a:xfrm>
            <a:custGeom>
              <a:rect b="b" l="l" r="r" t="t"/>
              <a:pathLst>
                <a:path extrusionOk="0" h="3303" w="3172">
                  <a:moveTo>
                    <a:pt x="3159" y="0"/>
                  </a:moveTo>
                  <a:cubicBezTo>
                    <a:pt x="3159" y="0"/>
                    <a:pt x="2083" y="41"/>
                    <a:pt x="1234" y="906"/>
                  </a:cubicBezTo>
                  <a:cubicBezTo>
                    <a:pt x="419" y="1730"/>
                    <a:pt x="38" y="3174"/>
                    <a:pt x="1" y="3303"/>
                  </a:cubicBezTo>
                  <a:cubicBezTo>
                    <a:pt x="1" y="3303"/>
                    <a:pt x="1532" y="2922"/>
                    <a:pt x="2397" y="2057"/>
                  </a:cubicBezTo>
                  <a:cubicBezTo>
                    <a:pt x="3171" y="1271"/>
                    <a:pt x="3171" y="223"/>
                    <a:pt x="3159" y="28"/>
                  </a:cubicBezTo>
                  <a:lnTo>
                    <a:pt x="3159"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34"/>
            <p:cNvSpPr/>
            <p:nvPr/>
          </p:nvSpPr>
          <p:spPr>
            <a:xfrm>
              <a:off x="7385721" y="2564848"/>
              <a:ext cx="186111" cy="195113"/>
            </a:xfrm>
            <a:custGeom>
              <a:rect b="b" l="l" r="r" t="t"/>
              <a:pathLst>
                <a:path extrusionOk="0" h="2926" w="2791">
                  <a:moveTo>
                    <a:pt x="2790" y="1"/>
                  </a:moveTo>
                  <a:cubicBezTo>
                    <a:pt x="2790" y="1"/>
                    <a:pt x="1847" y="42"/>
                    <a:pt x="1089" y="803"/>
                  </a:cubicBezTo>
                  <a:cubicBezTo>
                    <a:pt x="365" y="1523"/>
                    <a:pt x="25" y="2794"/>
                    <a:pt x="0" y="2910"/>
                  </a:cubicBezTo>
                  <a:lnTo>
                    <a:pt x="0" y="2926"/>
                  </a:lnTo>
                  <a:cubicBezTo>
                    <a:pt x="0" y="2926"/>
                    <a:pt x="1350" y="2570"/>
                    <a:pt x="2095" y="1797"/>
                  </a:cubicBezTo>
                  <a:cubicBezTo>
                    <a:pt x="2790" y="1117"/>
                    <a:pt x="2790" y="186"/>
                    <a:pt x="2790" y="29"/>
                  </a:cubicBezTo>
                  <a:lnTo>
                    <a:pt x="2790"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34"/>
            <p:cNvSpPr/>
            <p:nvPr/>
          </p:nvSpPr>
          <p:spPr>
            <a:xfrm>
              <a:off x="7431000" y="2578052"/>
              <a:ext cx="128631" cy="133698"/>
            </a:xfrm>
            <a:custGeom>
              <a:rect b="b" l="l" r="r" t="t"/>
              <a:pathLst>
                <a:path extrusionOk="0" h="2005" w="1929">
                  <a:moveTo>
                    <a:pt x="1929" y="1"/>
                  </a:moveTo>
                  <a:cubicBezTo>
                    <a:pt x="1929" y="1"/>
                    <a:pt x="1325" y="80"/>
                    <a:pt x="803" y="605"/>
                  </a:cubicBezTo>
                  <a:cubicBezTo>
                    <a:pt x="315" y="1102"/>
                    <a:pt x="29" y="1926"/>
                    <a:pt x="1" y="1992"/>
                  </a:cubicBezTo>
                  <a:lnTo>
                    <a:pt x="1" y="2004"/>
                  </a:lnTo>
                  <a:cubicBezTo>
                    <a:pt x="1" y="2004"/>
                    <a:pt x="881" y="1706"/>
                    <a:pt x="1403" y="1193"/>
                  </a:cubicBezTo>
                  <a:cubicBezTo>
                    <a:pt x="1863" y="721"/>
                    <a:pt x="1916" y="133"/>
                    <a:pt x="1929" y="26"/>
                  </a:cubicBezTo>
                  <a:lnTo>
                    <a:pt x="1929"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34"/>
            <p:cNvSpPr/>
            <p:nvPr/>
          </p:nvSpPr>
          <p:spPr>
            <a:xfrm>
              <a:off x="7553497" y="2564048"/>
              <a:ext cx="171174" cy="268264"/>
            </a:xfrm>
            <a:custGeom>
              <a:rect b="b" l="l" r="r" t="t"/>
              <a:pathLst>
                <a:path extrusionOk="0" h="4023" w="2567">
                  <a:moveTo>
                    <a:pt x="287" y="0"/>
                  </a:moveTo>
                  <a:cubicBezTo>
                    <a:pt x="287" y="0"/>
                    <a:pt x="0" y="1035"/>
                    <a:pt x="563" y="2111"/>
                  </a:cubicBezTo>
                  <a:cubicBezTo>
                    <a:pt x="1089" y="3145"/>
                    <a:pt x="2347" y="3944"/>
                    <a:pt x="2451" y="4023"/>
                  </a:cubicBezTo>
                  <a:lnTo>
                    <a:pt x="2463" y="4023"/>
                  </a:lnTo>
                  <a:cubicBezTo>
                    <a:pt x="2463" y="4023"/>
                    <a:pt x="2567" y="2438"/>
                    <a:pt x="2004" y="1365"/>
                  </a:cubicBezTo>
                  <a:cubicBezTo>
                    <a:pt x="1507" y="381"/>
                    <a:pt x="510" y="54"/>
                    <a:pt x="328"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34"/>
            <p:cNvSpPr/>
            <p:nvPr/>
          </p:nvSpPr>
          <p:spPr>
            <a:xfrm>
              <a:off x="7556831" y="2563181"/>
              <a:ext cx="150436" cy="237723"/>
            </a:xfrm>
            <a:custGeom>
              <a:rect b="b" l="l" r="r" t="t"/>
              <a:pathLst>
                <a:path extrusionOk="0" h="3565" w="2256">
                  <a:moveTo>
                    <a:pt x="252" y="1"/>
                  </a:moveTo>
                  <a:cubicBezTo>
                    <a:pt x="252" y="1"/>
                    <a:pt x="1" y="919"/>
                    <a:pt x="501" y="1875"/>
                  </a:cubicBezTo>
                  <a:cubicBezTo>
                    <a:pt x="960" y="2778"/>
                    <a:pt x="2061" y="3501"/>
                    <a:pt x="2165" y="3552"/>
                  </a:cubicBezTo>
                  <a:lnTo>
                    <a:pt x="2165" y="3564"/>
                  </a:lnTo>
                  <a:cubicBezTo>
                    <a:pt x="2165" y="3564"/>
                    <a:pt x="2256" y="2164"/>
                    <a:pt x="1759" y="1221"/>
                  </a:cubicBezTo>
                  <a:cubicBezTo>
                    <a:pt x="1312" y="356"/>
                    <a:pt x="435" y="67"/>
                    <a:pt x="278" y="13"/>
                  </a:cubicBezTo>
                  <a:cubicBezTo>
                    <a:pt x="265" y="13"/>
                    <a:pt x="252" y="1"/>
                    <a:pt x="25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34"/>
            <p:cNvSpPr/>
            <p:nvPr/>
          </p:nvSpPr>
          <p:spPr>
            <a:xfrm>
              <a:off x="7575303" y="2579785"/>
              <a:ext cx="95289" cy="162572"/>
            </a:xfrm>
            <a:custGeom>
              <a:rect b="b" l="l" r="r" t="t"/>
              <a:pathLst>
                <a:path extrusionOk="0" h="2438" w="1429">
                  <a:moveTo>
                    <a:pt x="117" y="0"/>
                  </a:moveTo>
                  <a:cubicBezTo>
                    <a:pt x="117" y="0"/>
                    <a:pt x="1" y="591"/>
                    <a:pt x="340" y="1246"/>
                  </a:cubicBezTo>
                  <a:cubicBezTo>
                    <a:pt x="655" y="1862"/>
                    <a:pt x="1350" y="2387"/>
                    <a:pt x="1416" y="2438"/>
                  </a:cubicBezTo>
                  <a:lnTo>
                    <a:pt x="1428" y="2438"/>
                  </a:lnTo>
                  <a:cubicBezTo>
                    <a:pt x="1428" y="2438"/>
                    <a:pt x="1416" y="1522"/>
                    <a:pt x="1076" y="865"/>
                  </a:cubicBezTo>
                  <a:cubicBezTo>
                    <a:pt x="774" y="277"/>
                    <a:pt x="236" y="41"/>
                    <a:pt x="13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2" name="Google Shape;1872;p34"/>
            <p:cNvSpPr/>
            <p:nvPr/>
          </p:nvSpPr>
          <p:spPr>
            <a:xfrm>
              <a:off x="7573636" y="2478360"/>
              <a:ext cx="299738" cy="112893"/>
            </a:xfrm>
            <a:custGeom>
              <a:rect b="b" l="l" r="r" t="t"/>
              <a:pathLst>
                <a:path extrusionOk="0" h="1693" w="4495">
                  <a:moveTo>
                    <a:pt x="2346" y="0"/>
                  </a:moveTo>
                  <a:cubicBezTo>
                    <a:pt x="2169" y="0"/>
                    <a:pt x="1993" y="12"/>
                    <a:pt x="1821" y="40"/>
                  </a:cubicBezTo>
                  <a:cubicBezTo>
                    <a:pt x="746" y="225"/>
                    <a:pt x="117" y="1078"/>
                    <a:pt x="13" y="1235"/>
                  </a:cubicBezTo>
                  <a:cubicBezTo>
                    <a:pt x="0" y="1247"/>
                    <a:pt x="0" y="1260"/>
                    <a:pt x="0" y="1260"/>
                  </a:cubicBezTo>
                  <a:cubicBezTo>
                    <a:pt x="0" y="1260"/>
                    <a:pt x="655" y="1693"/>
                    <a:pt x="1602" y="1693"/>
                  </a:cubicBezTo>
                  <a:cubicBezTo>
                    <a:pt x="1759" y="1693"/>
                    <a:pt x="1924" y="1681"/>
                    <a:pt x="2095" y="1653"/>
                  </a:cubicBezTo>
                  <a:cubicBezTo>
                    <a:pt x="3237" y="1471"/>
                    <a:pt x="4388" y="527"/>
                    <a:pt x="4495" y="433"/>
                  </a:cubicBezTo>
                  <a:cubicBezTo>
                    <a:pt x="4495" y="433"/>
                    <a:pt x="3414" y="0"/>
                    <a:pt x="2346"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3" name="Google Shape;1873;p34"/>
            <p:cNvSpPr/>
            <p:nvPr/>
          </p:nvSpPr>
          <p:spPr>
            <a:xfrm>
              <a:off x="7573636" y="2488296"/>
              <a:ext cx="264730" cy="98223"/>
            </a:xfrm>
            <a:custGeom>
              <a:rect b="b" l="l" r="r" t="t"/>
              <a:pathLst>
                <a:path extrusionOk="0" h="1473" w="3970">
                  <a:moveTo>
                    <a:pt x="2074" y="1"/>
                  </a:moveTo>
                  <a:cubicBezTo>
                    <a:pt x="1918" y="1"/>
                    <a:pt x="1762" y="11"/>
                    <a:pt x="1611" y="35"/>
                  </a:cubicBezTo>
                  <a:cubicBezTo>
                    <a:pt x="655" y="193"/>
                    <a:pt x="104" y="941"/>
                    <a:pt x="13" y="1070"/>
                  </a:cubicBezTo>
                  <a:cubicBezTo>
                    <a:pt x="0" y="1086"/>
                    <a:pt x="0" y="1098"/>
                    <a:pt x="0" y="1098"/>
                  </a:cubicBezTo>
                  <a:cubicBezTo>
                    <a:pt x="0" y="1098"/>
                    <a:pt x="578" y="1473"/>
                    <a:pt x="1411" y="1473"/>
                  </a:cubicBezTo>
                  <a:cubicBezTo>
                    <a:pt x="1549" y="1473"/>
                    <a:pt x="1695" y="1462"/>
                    <a:pt x="1847" y="1438"/>
                  </a:cubicBezTo>
                  <a:cubicBezTo>
                    <a:pt x="2856" y="1281"/>
                    <a:pt x="3866" y="457"/>
                    <a:pt x="3970" y="378"/>
                  </a:cubicBezTo>
                  <a:cubicBezTo>
                    <a:pt x="3970" y="378"/>
                    <a:pt x="3016" y="1"/>
                    <a:pt x="207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34"/>
            <p:cNvSpPr/>
            <p:nvPr/>
          </p:nvSpPr>
          <p:spPr>
            <a:xfrm>
              <a:off x="7591907" y="2512302"/>
              <a:ext cx="181043" cy="58881"/>
            </a:xfrm>
            <a:custGeom>
              <a:rect b="b" l="l" r="r" t="t"/>
              <a:pathLst>
                <a:path extrusionOk="0" h="883" w="2715">
                  <a:moveTo>
                    <a:pt x="1506" y="1"/>
                  </a:moveTo>
                  <a:cubicBezTo>
                    <a:pt x="1374" y="1"/>
                    <a:pt x="1241" y="10"/>
                    <a:pt x="1113" y="31"/>
                  </a:cubicBezTo>
                  <a:cubicBezTo>
                    <a:pt x="459" y="135"/>
                    <a:pt x="66" y="581"/>
                    <a:pt x="0" y="660"/>
                  </a:cubicBezTo>
                  <a:lnTo>
                    <a:pt x="0" y="672"/>
                  </a:lnTo>
                  <a:cubicBezTo>
                    <a:pt x="0" y="672"/>
                    <a:pt x="366" y="883"/>
                    <a:pt x="906" y="883"/>
                  </a:cubicBezTo>
                  <a:cubicBezTo>
                    <a:pt x="1013" y="883"/>
                    <a:pt x="1127" y="875"/>
                    <a:pt x="1246" y="855"/>
                  </a:cubicBezTo>
                  <a:cubicBezTo>
                    <a:pt x="1941" y="738"/>
                    <a:pt x="2648" y="238"/>
                    <a:pt x="2714" y="188"/>
                  </a:cubicBezTo>
                  <a:cubicBezTo>
                    <a:pt x="2714" y="188"/>
                    <a:pt x="2119" y="1"/>
                    <a:pt x="150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5" name="Google Shape;1875;p34"/>
            <p:cNvSpPr/>
            <p:nvPr/>
          </p:nvSpPr>
          <p:spPr>
            <a:xfrm>
              <a:off x="7521222" y="2258237"/>
              <a:ext cx="131098" cy="302472"/>
            </a:xfrm>
            <a:custGeom>
              <a:rect b="b" l="l" r="r" t="t"/>
              <a:pathLst>
                <a:path extrusionOk="0" h="4536" w="1966">
                  <a:moveTo>
                    <a:pt x="1375" y="0"/>
                  </a:moveTo>
                  <a:cubicBezTo>
                    <a:pt x="1375" y="0"/>
                    <a:pt x="352" y="1233"/>
                    <a:pt x="170" y="2425"/>
                  </a:cubicBezTo>
                  <a:cubicBezTo>
                    <a:pt x="0" y="3514"/>
                    <a:pt x="629" y="4363"/>
                    <a:pt x="733" y="4520"/>
                  </a:cubicBezTo>
                  <a:cubicBezTo>
                    <a:pt x="746" y="4536"/>
                    <a:pt x="758" y="4536"/>
                    <a:pt x="758" y="4536"/>
                  </a:cubicBezTo>
                  <a:cubicBezTo>
                    <a:pt x="758" y="4536"/>
                    <a:pt x="1598" y="3878"/>
                    <a:pt x="1780" y="2674"/>
                  </a:cubicBezTo>
                  <a:cubicBezTo>
                    <a:pt x="1966" y="1532"/>
                    <a:pt x="1428" y="145"/>
                    <a:pt x="1375" y="13"/>
                  </a:cubicBezTo>
                  <a:lnTo>
                    <a:pt x="1375"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6" name="Google Shape;1876;p34"/>
            <p:cNvSpPr/>
            <p:nvPr/>
          </p:nvSpPr>
          <p:spPr>
            <a:xfrm>
              <a:off x="7527291" y="2294113"/>
              <a:ext cx="114561" cy="266597"/>
            </a:xfrm>
            <a:custGeom>
              <a:rect b="b" l="l" r="r" t="t"/>
              <a:pathLst>
                <a:path extrusionOk="0" h="3998" w="1718">
                  <a:moveTo>
                    <a:pt x="1192" y="0"/>
                  </a:moveTo>
                  <a:cubicBezTo>
                    <a:pt x="1192" y="0"/>
                    <a:pt x="315" y="1073"/>
                    <a:pt x="145" y="2136"/>
                  </a:cubicBezTo>
                  <a:cubicBezTo>
                    <a:pt x="0" y="3092"/>
                    <a:pt x="538" y="3853"/>
                    <a:pt x="642" y="3982"/>
                  </a:cubicBezTo>
                  <a:lnTo>
                    <a:pt x="655" y="3998"/>
                  </a:lnTo>
                  <a:cubicBezTo>
                    <a:pt x="655" y="3998"/>
                    <a:pt x="1387" y="3407"/>
                    <a:pt x="1560" y="2347"/>
                  </a:cubicBezTo>
                  <a:cubicBezTo>
                    <a:pt x="1718" y="1337"/>
                    <a:pt x="1246" y="117"/>
                    <a:pt x="120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34"/>
            <p:cNvSpPr/>
            <p:nvPr/>
          </p:nvSpPr>
          <p:spPr>
            <a:xfrm>
              <a:off x="7548229" y="2359530"/>
              <a:ext cx="69083" cy="182777"/>
            </a:xfrm>
            <a:custGeom>
              <a:rect b="b" l="l" r="r" t="t"/>
              <a:pathLst>
                <a:path extrusionOk="0" h="2741" w="1036">
                  <a:moveTo>
                    <a:pt x="746" y="1"/>
                  </a:moveTo>
                  <a:cubicBezTo>
                    <a:pt x="746" y="1"/>
                    <a:pt x="208" y="749"/>
                    <a:pt x="105" y="1482"/>
                  </a:cubicBezTo>
                  <a:cubicBezTo>
                    <a:pt x="1" y="2136"/>
                    <a:pt x="303" y="2636"/>
                    <a:pt x="366" y="2727"/>
                  </a:cubicBezTo>
                  <a:lnTo>
                    <a:pt x="366" y="2740"/>
                  </a:lnTo>
                  <a:cubicBezTo>
                    <a:pt x="366" y="2740"/>
                    <a:pt x="812" y="2334"/>
                    <a:pt x="916" y="1601"/>
                  </a:cubicBezTo>
                  <a:cubicBezTo>
                    <a:pt x="1036" y="906"/>
                    <a:pt x="775" y="79"/>
                    <a:pt x="74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8" name="Google Shape;1878;p34"/>
            <p:cNvSpPr/>
            <p:nvPr/>
          </p:nvSpPr>
          <p:spPr>
            <a:xfrm>
              <a:off x="7295699" y="2429614"/>
              <a:ext cx="274398" cy="144368"/>
            </a:xfrm>
            <a:custGeom>
              <a:rect b="b" l="l" r="r" t="t"/>
              <a:pathLst>
                <a:path extrusionOk="0" h="2165" w="4115">
                  <a:moveTo>
                    <a:pt x="379" y="1"/>
                  </a:moveTo>
                  <a:cubicBezTo>
                    <a:pt x="178" y="1"/>
                    <a:pt x="40" y="9"/>
                    <a:pt x="1" y="13"/>
                  </a:cubicBezTo>
                  <a:cubicBezTo>
                    <a:pt x="1" y="13"/>
                    <a:pt x="838" y="1349"/>
                    <a:pt x="1926" y="1900"/>
                  </a:cubicBezTo>
                  <a:cubicBezTo>
                    <a:pt x="2337" y="2102"/>
                    <a:pt x="2749" y="2165"/>
                    <a:pt x="3104" y="2165"/>
                  </a:cubicBezTo>
                  <a:cubicBezTo>
                    <a:pt x="3599" y="2165"/>
                    <a:pt x="3982" y="2042"/>
                    <a:pt x="4090" y="2004"/>
                  </a:cubicBezTo>
                  <a:lnTo>
                    <a:pt x="4115" y="1991"/>
                  </a:lnTo>
                  <a:cubicBezTo>
                    <a:pt x="4115" y="1991"/>
                    <a:pt x="3747" y="981"/>
                    <a:pt x="2659" y="431"/>
                  </a:cubicBezTo>
                  <a:cubicBezTo>
                    <a:pt x="1906" y="60"/>
                    <a:pt x="917" y="1"/>
                    <a:pt x="379"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9" name="Google Shape;1879;p34"/>
            <p:cNvSpPr/>
            <p:nvPr/>
          </p:nvSpPr>
          <p:spPr>
            <a:xfrm>
              <a:off x="7327173" y="2445485"/>
              <a:ext cx="242924" cy="127364"/>
            </a:xfrm>
            <a:custGeom>
              <a:rect b="b" l="l" r="r" t="t"/>
              <a:pathLst>
                <a:path extrusionOk="0" h="1910" w="3643">
                  <a:moveTo>
                    <a:pt x="330" y="0"/>
                  </a:moveTo>
                  <a:cubicBezTo>
                    <a:pt x="160" y="0"/>
                    <a:pt x="44" y="7"/>
                    <a:pt x="13" y="11"/>
                  </a:cubicBezTo>
                  <a:lnTo>
                    <a:pt x="1" y="11"/>
                  </a:lnTo>
                  <a:cubicBezTo>
                    <a:pt x="1" y="11"/>
                    <a:pt x="759" y="1190"/>
                    <a:pt x="1715" y="1662"/>
                  </a:cubicBezTo>
                  <a:cubicBezTo>
                    <a:pt x="2084" y="1851"/>
                    <a:pt x="2456" y="1910"/>
                    <a:pt x="2773" y="1910"/>
                  </a:cubicBezTo>
                  <a:cubicBezTo>
                    <a:pt x="3199" y="1910"/>
                    <a:pt x="3528" y="1803"/>
                    <a:pt x="3618" y="1766"/>
                  </a:cubicBezTo>
                  <a:lnTo>
                    <a:pt x="3643" y="1766"/>
                  </a:lnTo>
                  <a:cubicBezTo>
                    <a:pt x="3643" y="1766"/>
                    <a:pt x="3316" y="875"/>
                    <a:pt x="2344" y="391"/>
                  </a:cubicBezTo>
                  <a:cubicBezTo>
                    <a:pt x="1682" y="54"/>
                    <a:pt x="799" y="0"/>
                    <a:pt x="33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34"/>
            <p:cNvSpPr/>
            <p:nvPr/>
          </p:nvSpPr>
          <p:spPr>
            <a:xfrm>
              <a:off x="7386522" y="2474892"/>
              <a:ext cx="166173" cy="84687"/>
            </a:xfrm>
            <a:custGeom>
              <a:rect b="b" l="l" r="r" t="t"/>
              <a:pathLst>
                <a:path extrusionOk="0" h="1270" w="2492">
                  <a:moveTo>
                    <a:pt x="1" y="0"/>
                  </a:moveTo>
                  <a:cubicBezTo>
                    <a:pt x="1" y="0"/>
                    <a:pt x="551" y="749"/>
                    <a:pt x="1205" y="1076"/>
                  </a:cubicBezTo>
                  <a:cubicBezTo>
                    <a:pt x="1507" y="1227"/>
                    <a:pt x="1799" y="1270"/>
                    <a:pt x="2028" y="1270"/>
                  </a:cubicBezTo>
                  <a:cubicBezTo>
                    <a:pt x="2258" y="1270"/>
                    <a:pt x="2424" y="1227"/>
                    <a:pt x="2476" y="1208"/>
                  </a:cubicBezTo>
                  <a:lnTo>
                    <a:pt x="2492" y="1208"/>
                  </a:lnTo>
                  <a:cubicBezTo>
                    <a:pt x="2492" y="1208"/>
                    <a:pt x="2240" y="658"/>
                    <a:pt x="1586" y="328"/>
                  </a:cubicBezTo>
                  <a:cubicBezTo>
                    <a:pt x="957" y="13"/>
                    <a:pt x="92" y="0"/>
                    <a:pt x="1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1" name="Google Shape;1881;p34"/>
          <p:cNvGrpSpPr/>
          <p:nvPr/>
        </p:nvGrpSpPr>
        <p:grpSpPr>
          <a:xfrm>
            <a:off x="6291998" y="-40980"/>
            <a:ext cx="1254041" cy="1161963"/>
            <a:chOff x="7893253" y="3121156"/>
            <a:chExt cx="856410" cy="793528"/>
          </a:xfrm>
        </p:grpSpPr>
        <p:sp>
          <p:nvSpPr>
            <p:cNvPr id="1882" name="Google Shape;1882;p34"/>
            <p:cNvSpPr/>
            <p:nvPr/>
          </p:nvSpPr>
          <p:spPr>
            <a:xfrm>
              <a:off x="8310225" y="3121156"/>
              <a:ext cx="439438" cy="588340"/>
            </a:xfrm>
            <a:custGeom>
              <a:rect b="b" l="l" r="r" t="t"/>
              <a:pathLst>
                <a:path extrusionOk="0" h="8823" w="6590">
                  <a:moveTo>
                    <a:pt x="654" y="16"/>
                  </a:moveTo>
                  <a:cubicBezTo>
                    <a:pt x="642" y="0"/>
                    <a:pt x="629" y="0"/>
                    <a:pt x="629" y="0"/>
                  </a:cubicBezTo>
                  <a:cubicBezTo>
                    <a:pt x="629" y="0"/>
                    <a:pt x="0" y="3737"/>
                    <a:pt x="1258" y="6108"/>
                  </a:cubicBezTo>
                  <a:cubicBezTo>
                    <a:pt x="2397" y="8256"/>
                    <a:pt x="5017" y="8744"/>
                    <a:pt x="5504" y="8807"/>
                  </a:cubicBezTo>
                  <a:cubicBezTo>
                    <a:pt x="5555" y="8823"/>
                    <a:pt x="5583" y="8823"/>
                    <a:pt x="5583" y="8823"/>
                  </a:cubicBezTo>
                  <a:cubicBezTo>
                    <a:pt x="5583" y="8823"/>
                    <a:pt x="6589" y="6319"/>
                    <a:pt x="5331" y="3948"/>
                  </a:cubicBezTo>
                  <a:cubicBezTo>
                    <a:pt x="4139" y="1692"/>
                    <a:pt x="956" y="158"/>
                    <a:pt x="654" y="16"/>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3" name="Google Shape;1883;p34"/>
            <p:cNvSpPr/>
            <p:nvPr/>
          </p:nvSpPr>
          <p:spPr>
            <a:xfrm>
              <a:off x="7992879" y="3473512"/>
              <a:ext cx="435237" cy="425568"/>
            </a:xfrm>
            <a:custGeom>
              <a:rect b="b" l="l" r="r" t="t"/>
              <a:pathLst>
                <a:path extrusionOk="0" h="6382" w="6527">
                  <a:moveTo>
                    <a:pt x="13" y="0"/>
                  </a:moveTo>
                  <a:lnTo>
                    <a:pt x="0" y="0"/>
                  </a:lnTo>
                  <a:cubicBezTo>
                    <a:pt x="0" y="0"/>
                    <a:pt x="419" y="3249"/>
                    <a:pt x="2057" y="4888"/>
                  </a:cubicBezTo>
                  <a:cubicBezTo>
                    <a:pt x="3539" y="6382"/>
                    <a:pt x="5832" y="6118"/>
                    <a:pt x="6253" y="6055"/>
                  </a:cubicBezTo>
                  <a:cubicBezTo>
                    <a:pt x="6291" y="6055"/>
                    <a:pt x="6316" y="6039"/>
                    <a:pt x="6316" y="6039"/>
                  </a:cubicBezTo>
                  <a:cubicBezTo>
                    <a:pt x="6316" y="6039"/>
                    <a:pt x="6527" y="3708"/>
                    <a:pt x="4888" y="2070"/>
                  </a:cubicBezTo>
                  <a:cubicBezTo>
                    <a:pt x="3328" y="497"/>
                    <a:pt x="302" y="38"/>
                    <a:pt x="13" y="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34"/>
            <p:cNvSpPr/>
            <p:nvPr/>
          </p:nvSpPr>
          <p:spPr>
            <a:xfrm>
              <a:off x="8211400" y="3155298"/>
              <a:ext cx="439704" cy="587339"/>
            </a:xfrm>
            <a:custGeom>
              <a:rect b="b" l="l" r="r" t="t"/>
              <a:pathLst>
                <a:path extrusionOk="0" h="8808" w="6594">
                  <a:moveTo>
                    <a:pt x="630" y="1"/>
                  </a:moveTo>
                  <a:cubicBezTo>
                    <a:pt x="630" y="1"/>
                    <a:pt x="1" y="3734"/>
                    <a:pt x="1259" y="6093"/>
                  </a:cubicBezTo>
                  <a:cubicBezTo>
                    <a:pt x="2397" y="8245"/>
                    <a:pt x="5021" y="8729"/>
                    <a:pt x="5505" y="8795"/>
                  </a:cubicBezTo>
                  <a:cubicBezTo>
                    <a:pt x="5543" y="8808"/>
                    <a:pt x="5571" y="8808"/>
                    <a:pt x="5571" y="8808"/>
                  </a:cubicBezTo>
                  <a:cubicBezTo>
                    <a:pt x="5571" y="8808"/>
                    <a:pt x="6593" y="6304"/>
                    <a:pt x="5335" y="3932"/>
                  </a:cubicBezTo>
                  <a:cubicBezTo>
                    <a:pt x="4140" y="1677"/>
                    <a:pt x="944" y="146"/>
                    <a:pt x="655"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34"/>
            <p:cNvSpPr/>
            <p:nvPr/>
          </p:nvSpPr>
          <p:spPr>
            <a:xfrm>
              <a:off x="8255012" y="3155298"/>
              <a:ext cx="396094" cy="587339"/>
            </a:xfrm>
            <a:custGeom>
              <a:rect b="b" l="l" r="r" t="t"/>
              <a:pathLst>
                <a:path extrusionOk="0" h="8808" w="5940">
                  <a:moveTo>
                    <a:pt x="1" y="1"/>
                  </a:moveTo>
                  <a:lnTo>
                    <a:pt x="4851" y="8795"/>
                  </a:lnTo>
                  <a:cubicBezTo>
                    <a:pt x="4889" y="8808"/>
                    <a:pt x="4917" y="8808"/>
                    <a:pt x="4917" y="8808"/>
                  </a:cubicBezTo>
                  <a:cubicBezTo>
                    <a:pt x="4917" y="8808"/>
                    <a:pt x="5939" y="6304"/>
                    <a:pt x="4681" y="3932"/>
                  </a:cubicBezTo>
                  <a:cubicBezTo>
                    <a:pt x="3486" y="1677"/>
                    <a:pt x="290" y="146"/>
                    <a:pt x="1" y="1"/>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6" name="Google Shape;1886;p34"/>
            <p:cNvSpPr/>
            <p:nvPr/>
          </p:nvSpPr>
          <p:spPr>
            <a:xfrm>
              <a:off x="7893253" y="3506654"/>
              <a:ext cx="436104" cy="408030"/>
            </a:xfrm>
            <a:custGeom>
              <a:rect b="b" l="l" r="r" t="t"/>
              <a:pathLst>
                <a:path extrusionOk="0" h="6119" w="6540">
                  <a:moveTo>
                    <a:pt x="0" y="0"/>
                  </a:moveTo>
                  <a:cubicBezTo>
                    <a:pt x="0" y="0"/>
                    <a:pt x="434" y="3249"/>
                    <a:pt x="2070" y="4900"/>
                  </a:cubicBezTo>
                  <a:cubicBezTo>
                    <a:pt x="3102" y="5933"/>
                    <a:pt x="4528" y="6119"/>
                    <a:pt x="5441" y="6119"/>
                  </a:cubicBezTo>
                  <a:cubicBezTo>
                    <a:pt x="5838" y="6119"/>
                    <a:pt x="6138" y="6084"/>
                    <a:pt x="6266" y="6067"/>
                  </a:cubicBezTo>
                  <a:cubicBezTo>
                    <a:pt x="6303" y="6055"/>
                    <a:pt x="6332" y="6055"/>
                    <a:pt x="6332" y="6055"/>
                  </a:cubicBezTo>
                  <a:cubicBezTo>
                    <a:pt x="6332" y="6055"/>
                    <a:pt x="6539" y="3721"/>
                    <a:pt x="4901" y="2070"/>
                  </a:cubicBezTo>
                  <a:cubicBezTo>
                    <a:pt x="3328" y="510"/>
                    <a:pt x="302" y="38"/>
                    <a:pt x="26"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7" name="Google Shape;1887;p34"/>
            <p:cNvSpPr/>
            <p:nvPr/>
          </p:nvSpPr>
          <p:spPr>
            <a:xfrm>
              <a:off x="7894920" y="3506654"/>
              <a:ext cx="434436" cy="404629"/>
            </a:xfrm>
            <a:custGeom>
              <a:rect b="b" l="l" r="r" t="t"/>
              <a:pathLst>
                <a:path extrusionOk="0" h="6068" w="6515">
                  <a:moveTo>
                    <a:pt x="1" y="0"/>
                  </a:moveTo>
                  <a:lnTo>
                    <a:pt x="6241" y="6067"/>
                  </a:lnTo>
                  <a:cubicBezTo>
                    <a:pt x="6278" y="6055"/>
                    <a:pt x="6307" y="6055"/>
                    <a:pt x="6307" y="6055"/>
                  </a:cubicBezTo>
                  <a:cubicBezTo>
                    <a:pt x="6307" y="6055"/>
                    <a:pt x="6514" y="3721"/>
                    <a:pt x="4876" y="2070"/>
                  </a:cubicBezTo>
                  <a:cubicBezTo>
                    <a:pt x="3303" y="510"/>
                    <a:pt x="277" y="38"/>
                    <a:pt x="1"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8" name="Google Shape;1888;p34"/>
          <p:cNvGrpSpPr/>
          <p:nvPr/>
        </p:nvGrpSpPr>
        <p:grpSpPr>
          <a:xfrm>
            <a:off x="3794884" y="238636"/>
            <a:ext cx="2431384" cy="2692167"/>
            <a:chOff x="1180196" y="1611644"/>
            <a:chExt cx="1265489" cy="1401221"/>
          </a:xfrm>
        </p:grpSpPr>
        <p:sp>
          <p:nvSpPr>
            <p:cNvPr id="1889" name="Google Shape;1889;p34"/>
            <p:cNvSpPr/>
            <p:nvPr/>
          </p:nvSpPr>
          <p:spPr>
            <a:xfrm>
              <a:off x="1368110" y="1764685"/>
              <a:ext cx="719237" cy="825996"/>
            </a:xfrm>
            <a:custGeom>
              <a:rect b="b" l="l" r="r" t="t"/>
              <a:pathLst>
                <a:path extrusionOk="0" h="12387" w="10786">
                  <a:moveTo>
                    <a:pt x="394" y="7275"/>
                  </a:moveTo>
                  <a:cubicBezTo>
                    <a:pt x="236" y="7392"/>
                    <a:pt x="133" y="7549"/>
                    <a:pt x="79" y="7719"/>
                  </a:cubicBezTo>
                  <a:cubicBezTo>
                    <a:pt x="1" y="7942"/>
                    <a:pt x="38" y="8178"/>
                    <a:pt x="183" y="8364"/>
                  </a:cubicBezTo>
                  <a:lnTo>
                    <a:pt x="497" y="8757"/>
                  </a:lnTo>
                  <a:lnTo>
                    <a:pt x="604" y="8873"/>
                  </a:lnTo>
                  <a:cubicBezTo>
                    <a:pt x="762" y="9071"/>
                    <a:pt x="1035" y="9134"/>
                    <a:pt x="1312" y="9084"/>
                  </a:cubicBezTo>
                  <a:cubicBezTo>
                    <a:pt x="1454" y="9043"/>
                    <a:pt x="1586" y="8977"/>
                    <a:pt x="1718" y="8886"/>
                  </a:cubicBezTo>
                  <a:lnTo>
                    <a:pt x="4549" y="6580"/>
                  </a:lnTo>
                  <a:lnTo>
                    <a:pt x="2347" y="10892"/>
                  </a:lnTo>
                  <a:cubicBezTo>
                    <a:pt x="2256" y="11062"/>
                    <a:pt x="2215" y="11245"/>
                    <a:pt x="2240" y="11414"/>
                  </a:cubicBezTo>
                  <a:cubicBezTo>
                    <a:pt x="2268" y="11650"/>
                    <a:pt x="2385" y="11861"/>
                    <a:pt x="2583" y="11965"/>
                  </a:cubicBezTo>
                  <a:lnTo>
                    <a:pt x="3042" y="12201"/>
                  </a:lnTo>
                  <a:lnTo>
                    <a:pt x="3183" y="12267"/>
                  </a:lnTo>
                  <a:cubicBezTo>
                    <a:pt x="3407" y="12386"/>
                    <a:pt x="3684" y="12345"/>
                    <a:pt x="3907" y="12176"/>
                  </a:cubicBezTo>
                  <a:cubicBezTo>
                    <a:pt x="4036" y="12097"/>
                    <a:pt x="4127" y="11981"/>
                    <a:pt x="4206" y="11836"/>
                  </a:cubicBezTo>
                  <a:lnTo>
                    <a:pt x="8584" y="3316"/>
                  </a:lnTo>
                  <a:lnTo>
                    <a:pt x="10326" y="1900"/>
                  </a:lnTo>
                  <a:cubicBezTo>
                    <a:pt x="10694" y="1601"/>
                    <a:pt x="10785" y="1114"/>
                    <a:pt x="10537" y="815"/>
                  </a:cubicBezTo>
                  <a:lnTo>
                    <a:pt x="10446" y="696"/>
                  </a:lnTo>
                  <a:lnTo>
                    <a:pt x="10119" y="302"/>
                  </a:lnTo>
                  <a:cubicBezTo>
                    <a:pt x="9867" y="0"/>
                    <a:pt x="9370" y="0"/>
                    <a:pt x="9002" y="290"/>
                  </a:cubicBezTo>
                  <a:lnTo>
                    <a:pt x="8518" y="683"/>
                  </a:lnTo>
                  <a:lnTo>
                    <a:pt x="8414" y="630"/>
                  </a:lnTo>
                  <a:cubicBezTo>
                    <a:pt x="8059" y="447"/>
                    <a:pt x="7603" y="642"/>
                    <a:pt x="7392" y="1064"/>
                  </a:cubicBezTo>
                  <a:lnTo>
                    <a:pt x="6920" y="1979"/>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0" name="Google Shape;1890;p34"/>
            <p:cNvSpPr/>
            <p:nvPr/>
          </p:nvSpPr>
          <p:spPr>
            <a:xfrm>
              <a:off x="1924578" y="1611644"/>
              <a:ext cx="145168" cy="114627"/>
            </a:xfrm>
            <a:custGeom>
              <a:rect b="b" l="l" r="r" t="t"/>
              <a:pathLst>
                <a:path extrusionOk="0" h="1719" w="2177">
                  <a:moveTo>
                    <a:pt x="1324" y="1533"/>
                  </a:moveTo>
                  <a:cubicBezTo>
                    <a:pt x="1850" y="1350"/>
                    <a:pt x="2177" y="903"/>
                    <a:pt x="2045" y="526"/>
                  </a:cubicBezTo>
                  <a:cubicBezTo>
                    <a:pt x="1916" y="158"/>
                    <a:pt x="1378" y="1"/>
                    <a:pt x="853" y="183"/>
                  </a:cubicBezTo>
                  <a:cubicBezTo>
                    <a:pt x="327" y="353"/>
                    <a:pt x="0" y="812"/>
                    <a:pt x="145" y="1180"/>
                  </a:cubicBezTo>
                  <a:cubicBezTo>
                    <a:pt x="277" y="1561"/>
                    <a:pt x="799" y="1718"/>
                    <a:pt x="1324" y="153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1" name="Google Shape;1891;p34"/>
            <p:cNvSpPr/>
            <p:nvPr/>
          </p:nvSpPr>
          <p:spPr>
            <a:xfrm>
              <a:off x="1228279" y="2027410"/>
              <a:ext cx="144168" cy="117295"/>
            </a:xfrm>
            <a:custGeom>
              <a:rect b="b" l="l" r="r" t="t"/>
              <a:pathLst>
                <a:path extrusionOk="0" h="1759" w="2162">
                  <a:moveTo>
                    <a:pt x="1441" y="1469"/>
                  </a:moveTo>
                  <a:cubicBezTo>
                    <a:pt x="1926" y="1180"/>
                    <a:pt x="2162" y="683"/>
                    <a:pt x="1967" y="356"/>
                  </a:cubicBezTo>
                  <a:cubicBezTo>
                    <a:pt x="1768" y="29"/>
                    <a:pt x="1218" y="1"/>
                    <a:pt x="721" y="290"/>
                  </a:cubicBezTo>
                  <a:cubicBezTo>
                    <a:pt x="237" y="567"/>
                    <a:pt x="1" y="1064"/>
                    <a:pt x="196" y="1391"/>
                  </a:cubicBezTo>
                  <a:cubicBezTo>
                    <a:pt x="394" y="1718"/>
                    <a:pt x="957" y="1759"/>
                    <a:pt x="1441" y="1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2" name="Google Shape;1892;p34"/>
            <p:cNvSpPr/>
            <p:nvPr/>
          </p:nvSpPr>
          <p:spPr>
            <a:xfrm>
              <a:off x="1603107" y="1794218"/>
              <a:ext cx="152103" cy="117895"/>
            </a:xfrm>
            <a:custGeom>
              <a:rect b="b" l="l" r="r" t="t"/>
              <a:pathLst>
                <a:path extrusionOk="0" h="1768" w="2281">
                  <a:moveTo>
                    <a:pt x="1457" y="1507"/>
                  </a:moveTo>
                  <a:cubicBezTo>
                    <a:pt x="1994" y="1246"/>
                    <a:pt x="2281" y="746"/>
                    <a:pt x="2111" y="406"/>
                  </a:cubicBezTo>
                  <a:cubicBezTo>
                    <a:pt x="1941" y="66"/>
                    <a:pt x="1365" y="0"/>
                    <a:pt x="828" y="261"/>
                  </a:cubicBezTo>
                  <a:cubicBezTo>
                    <a:pt x="290" y="525"/>
                    <a:pt x="0" y="1022"/>
                    <a:pt x="173" y="1362"/>
                  </a:cubicBezTo>
                  <a:cubicBezTo>
                    <a:pt x="343" y="1705"/>
                    <a:pt x="919" y="1768"/>
                    <a:pt x="1457" y="150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34"/>
            <p:cNvSpPr/>
            <p:nvPr/>
          </p:nvSpPr>
          <p:spPr>
            <a:xfrm>
              <a:off x="1403857" y="1957592"/>
              <a:ext cx="94422" cy="121496"/>
            </a:xfrm>
            <a:custGeom>
              <a:rect b="b" l="l" r="r" t="t"/>
              <a:pathLst>
                <a:path extrusionOk="0" h="1822" w="1416">
                  <a:moveTo>
                    <a:pt x="592" y="1771"/>
                  </a:moveTo>
                  <a:cubicBezTo>
                    <a:pt x="931" y="1821"/>
                    <a:pt x="1274" y="1469"/>
                    <a:pt x="1337" y="997"/>
                  </a:cubicBezTo>
                  <a:cubicBezTo>
                    <a:pt x="1416" y="525"/>
                    <a:pt x="1180" y="91"/>
                    <a:pt x="828" y="41"/>
                  </a:cubicBezTo>
                  <a:cubicBezTo>
                    <a:pt x="472" y="0"/>
                    <a:pt x="132" y="340"/>
                    <a:pt x="66" y="812"/>
                  </a:cubicBezTo>
                  <a:cubicBezTo>
                    <a:pt x="0" y="1299"/>
                    <a:pt x="236" y="1718"/>
                    <a:pt x="592" y="177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34"/>
            <p:cNvSpPr/>
            <p:nvPr/>
          </p:nvSpPr>
          <p:spPr>
            <a:xfrm>
              <a:off x="2326723" y="1640792"/>
              <a:ext cx="118962" cy="143301"/>
            </a:xfrm>
            <a:custGeom>
              <a:rect b="b" l="l" r="r" t="t"/>
              <a:pathLst>
                <a:path extrusionOk="0" h="2149" w="1784">
                  <a:moveTo>
                    <a:pt x="236" y="787"/>
                  </a:moveTo>
                  <a:cubicBezTo>
                    <a:pt x="0" y="1284"/>
                    <a:pt x="104" y="1822"/>
                    <a:pt x="472" y="1991"/>
                  </a:cubicBezTo>
                  <a:cubicBezTo>
                    <a:pt x="840" y="2149"/>
                    <a:pt x="1324" y="1875"/>
                    <a:pt x="1548" y="1378"/>
                  </a:cubicBezTo>
                  <a:cubicBezTo>
                    <a:pt x="1784" y="878"/>
                    <a:pt x="1664" y="340"/>
                    <a:pt x="1312" y="170"/>
                  </a:cubicBezTo>
                  <a:cubicBezTo>
                    <a:pt x="944" y="1"/>
                    <a:pt x="459" y="277"/>
                    <a:pt x="236" y="78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34"/>
            <p:cNvSpPr/>
            <p:nvPr/>
          </p:nvSpPr>
          <p:spPr>
            <a:xfrm>
              <a:off x="1425862" y="1826492"/>
              <a:ext cx="164306" cy="148569"/>
            </a:xfrm>
            <a:custGeom>
              <a:rect b="b" l="l" r="r" t="t"/>
              <a:pathLst>
                <a:path extrusionOk="0" h="2228" w="2464">
                  <a:moveTo>
                    <a:pt x="878" y="1494"/>
                  </a:moveTo>
                  <a:cubicBezTo>
                    <a:pt x="1400" y="1913"/>
                    <a:pt x="1888" y="2227"/>
                    <a:pt x="2174" y="1875"/>
                  </a:cubicBezTo>
                  <a:cubicBezTo>
                    <a:pt x="2463" y="1520"/>
                    <a:pt x="2265" y="906"/>
                    <a:pt x="1743" y="485"/>
                  </a:cubicBezTo>
                  <a:cubicBezTo>
                    <a:pt x="1230" y="54"/>
                    <a:pt x="576" y="0"/>
                    <a:pt x="287" y="356"/>
                  </a:cubicBezTo>
                  <a:cubicBezTo>
                    <a:pt x="1" y="696"/>
                    <a:pt x="353" y="1076"/>
                    <a:pt x="878" y="149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34"/>
            <p:cNvSpPr/>
            <p:nvPr/>
          </p:nvSpPr>
          <p:spPr>
            <a:xfrm>
              <a:off x="1599715" y="2593958"/>
              <a:ext cx="156504" cy="124229"/>
            </a:xfrm>
            <a:custGeom>
              <a:rect b="b" l="l" r="r" t="t"/>
              <a:pathLst>
                <a:path extrusionOk="0" h="1863" w="2347">
                  <a:moveTo>
                    <a:pt x="931" y="170"/>
                  </a:moveTo>
                  <a:cubicBezTo>
                    <a:pt x="356" y="353"/>
                    <a:pt x="0" y="840"/>
                    <a:pt x="132" y="1259"/>
                  </a:cubicBezTo>
                  <a:cubicBezTo>
                    <a:pt x="277" y="1677"/>
                    <a:pt x="840" y="1863"/>
                    <a:pt x="1415" y="1690"/>
                  </a:cubicBezTo>
                  <a:cubicBezTo>
                    <a:pt x="1991" y="1507"/>
                    <a:pt x="2346" y="1023"/>
                    <a:pt x="2202" y="605"/>
                  </a:cubicBezTo>
                  <a:cubicBezTo>
                    <a:pt x="2070" y="183"/>
                    <a:pt x="1494" y="1"/>
                    <a:pt x="931" y="17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34"/>
            <p:cNvSpPr/>
            <p:nvPr/>
          </p:nvSpPr>
          <p:spPr>
            <a:xfrm>
              <a:off x="1456412" y="2705786"/>
              <a:ext cx="113560" cy="147702"/>
            </a:xfrm>
            <a:custGeom>
              <a:rect b="b" l="l" r="r" t="t"/>
              <a:pathLst>
                <a:path extrusionOk="0" h="2215" w="1703">
                  <a:moveTo>
                    <a:pt x="1652" y="1180"/>
                  </a:moveTo>
                  <a:cubicBezTo>
                    <a:pt x="1703" y="591"/>
                    <a:pt x="1375" y="79"/>
                    <a:pt x="945" y="41"/>
                  </a:cubicBezTo>
                  <a:cubicBezTo>
                    <a:pt x="498" y="0"/>
                    <a:pt x="105" y="447"/>
                    <a:pt x="51" y="1035"/>
                  </a:cubicBezTo>
                  <a:cubicBezTo>
                    <a:pt x="1" y="1626"/>
                    <a:pt x="315" y="2136"/>
                    <a:pt x="759" y="2177"/>
                  </a:cubicBezTo>
                  <a:cubicBezTo>
                    <a:pt x="1206" y="2214"/>
                    <a:pt x="1599" y="1771"/>
                    <a:pt x="1652" y="118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34"/>
            <p:cNvSpPr/>
            <p:nvPr/>
          </p:nvSpPr>
          <p:spPr>
            <a:xfrm>
              <a:off x="2095558" y="1708737"/>
              <a:ext cx="173108" cy="115427"/>
            </a:xfrm>
            <a:custGeom>
              <a:rect b="b" l="l" r="r" t="t"/>
              <a:pathLst>
                <a:path extrusionOk="0" h="1731" w="2596">
                  <a:moveTo>
                    <a:pt x="1523" y="1548"/>
                  </a:moveTo>
                  <a:cubicBezTo>
                    <a:pt x="2177" y="1375"/>
                    <a:pt x="2595" y="878"/>
                    <a:pt x="2466" y="431"/>
                  </a:cubicBezTo>
                  <a:cubicBezTo>
                    <a:pt x="2334" y="0"/>
                    <a:pt x="1825" y="79"/>
                    <a:pt x="1180" y="261"/>
                  </a:cubicBezTo>
                  <a:cubicBezTo>
                    <a:pt x="538" y="447"/>
                    <a:pt x="0" y="655"/>
                    <a:pt x="132" y="1089"/>
                  </a:cubicBezTo>
                  <a:cubicBezTo>
                    <a:pt x="252" y="1520"/>
                    <a:pt x="881" y="1730"/>
                    <a:pt x="1523" y="154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9" name="Google Shape;1899;p34"/>
            <p:cNvSpPr/>
            <p:nvPr/>
          </p:nvSpPr>
          <p:spPr>
            <a:xfrm>
              <a:off x="1680002" y="2836019"/>
              <a:ext cx="141634" cy="166973"/>
            </a:xfrm>
            <a:custGeom>
              <a:rect b="b" l="l" r="r" t="t"/>
              <a:pathLst>
                <a:path extrusionOk="0" h="2504" w="2124">
                  <a:moveTo>
                    <a:pt x="369" y="261"/>
                  </a:moveTo>
                  <a:cubicBezTo>
                    <a:pt x="1" y="513"/>
                    <a:pt x="1" y="1167"/>
                    <a:pt x="381" y="1718"/>
                  </a:cubicBezTo>
                  <a:cubicBezTo>
                    <a:pt x="762" y="2268"/>
                    <a:pt x="1378" y="2504"/>
                    <a:pt x="1759" y="2243"/>
                  </a:cubicBezTo>
                  <a:cubicBezTo>
                    <a:pt x="2124" y="1991"/>
                    <a:pt x="1888" y="1535"/>
                    <a:pt x="1510" y="985"/>
                  </a:cubicBezTo>
                  <a:cubicBezTo>
                    <a:pt x="1117" y="434"/>
                    <a:pt x="749" y="0"/>
                    <a:pt x="369" y="2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0" name="Google Shape;1900;p34"/>
            <p:cNvSpPr/>
            <p:nvPr/>
          </p:nvSpPr>
          <p:spPr>
            <a:xfrm>
              <a:off x="1416989" y="1835703"/>
              <a:ext cx="444039" cy="732107"/>
            </a:xfrm>
            <a:custGeom>
              <a:rect b="b" l="l" r="r" t="t"/>
              <a:pathLst>
                <a:path extrusionOk="0" h="10979" w="6659">
                  <a:moveTo>
                    <a:pt x="5918" y="0"/>
                  </a:moveTo>
                  <a:cubicBezTo>
                    <a:pt x="5631" y="0"/>
                    <a:pt x="5335" y="183"/>
                    <a:pt x="5177" y="496"/>
                  </a:cubicBezTo>
                  <a:lnTo>
                    <a:pt x="120" y="10324"/>
                  </a:lnTo>
                  <a:cubicBezTo>
                    <a:pt x="41" y="10494"/>
                    <a:pt x="0" y="10680"/>
                    <a:pt x="29" y="10850"/>
                  </a:cubicBezTo>
                  <a:cubicBezTo>
                    <a:pt x="143" y="10792"/>
                    <a:pt x="283" y="10762"/>
                    <a:pt x="435" y="10762"/>
                  </a:cubicBezTo>
                  <a:cubicBezTo>
                    <a:pt x="632" y="10762"/>
                    <a:pt x="849" y="10811"/>
                    <a:pt x="1063" y="10916"/>
                  </a:cubicBezTo>
                  <a:cubicBezTo>
                    <a:pt x="1089" y="10941"/>
                    <a:pt x="1129" y="10953"/>
                    <a:pt x="1167" y="10979"/>
                  </a:cubicBezTo>
                  <a:lnTo>
                    <a:pt x="6659" y="301"/>
                  </a:lnTo>
                  <a:lnTo>
                    <a:pt x="6200" y="65"/>
                  </a:lnTo>
                  <a:cubicBezTo>
                    <a:pt x="6111" y="21"/>
                    <a:pt x="6015" y="0"/>
                    <a:pt x="591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34"/>
            <p:cNvSpPr/>
            <p:nvPr/>
          </p:nvSpPr>
          <p:spPr>
            <a:xfrm>
              <a:off x="1494809" y="1855708"/>
              <a:ext cx="405430" cy="755113"/>
            </a:xfrm>
            <a:custGeom>
              <a:rect b="b" l="l" r="r" t="t"/>
              <a:pathLst>
                <a:path extrusionOk="0" h="11324" w="6080">
                  <a:moveTo>
                    <a:pt x="5492" y="1"/>
                  </a:moveTo>
                  <a:lnTo>
                    <a:pt x="0" y="10679"/>
                  </a:lnTo>
                  <a:cubicBezTo>
                    <a:pt x="277" y="10851"/>
                    <a:pt x="459" y="11087"/>
                    <a:pt x="525" y="11323"/>
                  </a:cubicBezTo>
                  <a:cubicBezTo>
                    <a:pt x="642" y="11229"/>
                    <a:pt x="749" y="11113"/>
                    <a:pt x="827" y="10968"/>
                  </a:cubicBezTo>
                  <a:lnTo>
                    <a:pt x="5872" y="1139"/>
                  </a:lnTo>
                  <a:cubicBezTo>
                    <a:pt x="6080" y="733"/>
                    <a:pt x="5976" y="249"/>
                    <a:pt x="5624" y="63"/>
                  </a:cubicBezTo>
                  <a:lnTo>
                    <a:pt x="5492"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34"/>
            <p:cNvSpPr/>
            <p:nvPr/>
          </p:nvSpPr>
          <p:spPr>
            <a:xfrm>
              <a:off x="1418856" y="2553284"/>
              <a:ext cx="111026" cy="67283"/>
            </a:xfrm>
            <a:custGeom>
              <a:rect b="b" l="l" r="r" t="t"/>
              <a:pathLst>
                <a:path extrusionOk="0" h="1009" w="1665">
                  <a:moveTo>
                    <a:pt x="407" y="1"/>
                  </a:moveTo>
                  <a:cubicBezTo>
                    <a:pt x="255" y="1"/>
                    <a:pt x="115" y="31"/>
                    <a:pt x="1" y="89"/>
                  </a:cubicBezTo>
                  <a:cubicBezTo>
                    <a:pt x="13" y="337"/>
                    <a:pt x="142" y="532"/>
                    <a:pt x="340" y="639"/>
                  </a:cubicBezTo>
                  <a:lnTo>
                    <a:pt x="800" y="875"/>
                  </a:lnTo>
                  <a:lnTo>
                    <a:pt x="944" y="941"/>
                  </a:lnTo>
                  <a:cubicBezTo>
                    <a:pt x="1031" y="987"/>
                    <a:pt x="1127" y="1009"/>
                    <a:pt x="1225" y="1009"/>
                  </a:cubicBezTo>
                  <a:cubicBezTo>
                    <a:pt x="1375" y="1009"/>
                    <a:pt x="1529" y="957"/>
                    <a:pt x="1664" y="862"/>
                  </a:cubicBezTo>
                  <a:cubicBezTo>
                    <a:pt x="1598" y="626"/>
                    <a:pt x="1416" y="390"/>
                    <a:pt x="1139" y="218"/>
                  </a:cubicBezTo>
                  <a:cubicBezTo>
                    <a:pt x="1101" y="192"/>
                    <a:pt x="1061" y="180"/>
                    <a:pt x="1035" y="155"/>
                  </a:cubicBezTo>
                  <a:cubicBezTo>
                    <a:pt x="821" y="50"/>
                    <a:pt x="604" y="1"/>
                    <a:pt x="407"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34"/>
            <p:cNvSpPr/>
            <p:nvPr/>
          </p:nvSpPr>
          <p:spPr>
            <a:xfrm>
              <a:off x="1274553" y="1803295"/>
              <a:ext cx="690497" cy="546997"/>
            </a:xfrm>
            <a:custGeom>
              <a:rect b="b" l="l" r="r" t="t"/>
              <a:pathLst>
                <a:path extrusionOk="0" h="8203" w="10355">
                  <a:moveTo>
                    <a:pt x="9516" y="1"/>
                  </a:moveTo>
                  <a:cubicBezTo>
                    <a:pt x="9315" y="1"/>
                    <a:pt x="9101" y="73"/>
                    <a:pt x="8927" y="220"/>
                  </a:cubicBezTo>
                  <a:lnTo>
                    <a:pt x="303" y="7193"/>
                  </a:lnTo>
                  <a:cubicBezTo>
                    <a:pt x="158" y="7325"/>
                    <a:pt x="54" y="7483"/>
                    <a:pt x="1" y="7640"/>
                  </a:cubicBezTo>
                  <a:cubicBezTo>
                    <a:pt x="22" y="7638"/>
                    <a:pt x="44" y="7637"/>
                    <a:pt x="66" y="7637"/>
                  </a:cubicBezTo>
                  <a:cubicBezTo>
                    <a:pt x="352" y="7637"/>
                    <a:pt x="674" y="7808"/>
                    <a:pt x="919" y="8112"/>
                  </a:cubicBezTo>
                  <a:cubicBezTo>
                    <a:pt x="957" y="8137"/>
                    <a:pt x="969" y="8178"/>
                    <a:pt x="998" y="8203"/>
                  </a:cubicBezTo>
                  <a:lnTo>
                    <a:pt x="10355" y="629"/>
                  </a:lnTo>
                  <a:lnTo>
                    <a:pt x="10040" y="220"/>
                  </a:lnTo>
                  <a:cubicBezTo>
                    <a:pt x="9915" y="76"/>
                    <a:pt x="9722" y="1"/>
                    <a:pt x="951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34"/>
            <p:cNvSpPr/>
            <p:nvPr/>
          </p:nvSpPr>
          <p:spPr>
            <a:xfrm>
              <a:off x="1341036" y="1845239"/>
              <a:ext cx="647554" cy="558333"/>
            </a:xfrm>
            <a:custGeom>
              <a:rect b="b" l="l" r="r" t="t"/>
              <a:pathLst>
                <a:path extrusionOk="0" h="8373" w="9711">
                  <a:moveTo>
                    <a:pt x="9358" y="0"/>
                  </a:moveTo>
                  <a:lnTo>
                    <a:pt x="1" y="7574"/>
                  </a:lnTo>
                  <a:cubicBezTo>
                    <a:pt x="183" y="7835"/>
                    <a:pt x="262" y="8137"/>
                    <a:pt x="224" y="8373"/>
                  </a:cubicBezTo>
                  <a:cubicBezTo>
                    <a:pt x="366" y="8348"/>
                    <a:pt x="510" y="8282"/>
                    <a:pt x="642" y="8178"/>
                  </a:cubicBezTo>
                  <a:lnTo>
                    <a:pt x="9251" y="1192"/>
                  </a:lnTo>
                  <a:cubicBezTo>
                    <a:pt x="9619" y="903"/>
                    <a:pt x="9710" y="419"/>
                    <a:pt x="9462" y="117"/>
                  </a:cubicBezTo>
                  <a:lnTo>
                    <a:pt x="9358"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34"/>
            <p:cNvSpPr/>
            <p:nvPr/>
          </p:nvSpPr>
          <p:spPr>
            <a:xfrm>
              <a:off x="1269352" y="2312490"/>
              <a:ext cx="89155" cy="92622"/>
            </a:xfrm>
            <a:custGeom>
              <a:rect b="b" l="l" r="r" t="t"/>
              <a:pathLst>
                <a:path extrusionOk="0" h="1389" w="1337">
                  <a:moveTo>
                    <a:pt x="144" y="1"/>
                  </a:moveTo>
                  <a:cubicBezTo>
                    <a:pt x="122" y="1"/>
                    <a:pt x="100" y="2"/>
                    <a:pt x="79" y="4"/>
                  </a:cubicBezTo>
                  <a:cubicBezTo>
                    <a:pt x="0" y="227"/>
                    <a:pt x="25" y="476"/>
                    <a:pt x="170" y="646"/>
                  </a:cubicBezTo>
                  <a:lnTo>
                    <a:pt x="497" y="1039"/>
                  </a:lnTo>
                  <a:lnTo>
                    <a:pt x="604" y="1155"/>
                  </a:lnTo>
                  <a:cubicBezTo>
                    <a:pt x="725" y="1307"/>
                    <a:pt x="914" y="1389"/>
                    <a:pt x="1114" y="1389"/>
                  </a:cubicBezTo>
                  <a:cubicBezTo>
                    <a:pt x="1175" y="1389"/>
                    <a:pt x="1238" y="1381"/>
                    <a:pt x="1299" y="1366"/>
                  </a:cubicBezTo>
                  <a:cubicBezTo>
                    <a:pt x="1337" y="1130"/>
                    <a:pt x="1258" y="828"/>
                    <a:pt x="1076" y="567"/>
                  </a:cubicBezTo>
                  <a:cubicBezTo>
                    <a:pt x="1047" y="542"/>
                    <a:pt x="1035" y="501"/>
                    <a:pt x="997" y="476"/>
                  </a:cubicBezTo>
                  <a:cubicBezTo>
                    <a:pt x="752" y="172"/>
                    <a:pt x="430" y="1"/>
                    <a:pt x="144"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34"/>
            <p:cNvSpPr/>
            <p:nvPr/>
          </p:nvSpPr>
          <p:spPr>
            <a:xfrm>
              <a:off x="1900178" y="1640787"/>
              <a:ext cx="145234" cy="100290"/>
            </a:xfrm>
            <a:custGeom>
              <a:rect b="b" l="l" r="r" t="t"/>
              <a:pathLst>
                <a:path extrusionOk="0" h="1504" w="2178">
                  <a:moveTo>
                    <a:pt x="1293" y="0"/>
                  </a:moveTo>
                  <a:cubicBezTo>
                    <a:pt x="1152" y="0"/>
                    <a:pt x="1003" y="25"/>
                    <a:pt x="853" y="78"/>
                  </a:cubicBezTo>
                  <a:cubicBezTo>
                    <a:pt x="331" y="261"/>
                    <a:pt x="1" y="707"/>
                    <a:pt x="133" y="1085"/>
                  </a:cubicBezTo>
                  <a:cubicBezTo>
                    <a:pt x="228" y="1348"/>
                    <a:pt x="530" y="1504"/>
                    <a:pt x="886" y="1504"/>
                  </a:cubicBezTo>
                  <a:cubicBezTo>
                    <a:pt x="1027" y="1504"/>
                    <a:pt x="1177" y="1479"/>
                    <a:pt x="1325" y="1428"/>
                  </a:cubicBezTo>
                  <a:cubicBezTo>
                    <a:pt x="1850" y="1258"/>
                    <a:pt x="2177" y="799"/>
                    <a:pt x="2045" y="431"/>
                  </a:cubicBezTo>
                  <a:cubicBezTo>
                    <a:pt x="1944" y="158"/>
                    <a:pt x="1647" y="0"/>
                    <a:pt x="12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7" name="Google Shape;1907;p34"/>
            <p:cNvSpPr/>
            <p:nvPr/>
          </p:nvSpPr>
          <p:spPr>
            <a:xfrm>
              <a:off x="1180196" y="2067295"/>
              <a:ext cx="144368" cy="105092"/>
            </a:xfrm>
            <a:custGeom>
              <a:rect b="b" l="l" r="r" t="t"/>
              <a:pathLst>
                <a:path extrusionOk="0" h="1576" w="2165">
                  <a:moveTo>
                    <a:pt x="1387" y="0"/>
                  </a:moveTo>
                  <a:cubicBezTo>
                    <a:pt x="1176" y="0"/>
                    <a:pt x="940" y="63"/>
                    <a:pt x="721" y="193"/>
                  </a:cubicBezTo>
                  <a:cubicBezTo>
                    <a:pt x="236" y="482"/>
                    <a:pt x="0" y="979"/>
                    <a:pt x="199" y="1309"/>
                  </a:cubicBezTo>
                  <a:cubicBezTo>
                    <a:pt x="304" y="1487"/>
                    <a:pt x="519" y="1576"/>
                    <a:pt x="770" y="1576"/>
                  </a:cubicBezTo>
                  <a:cubicBezTo>
                    <a:pt x="982" y="1576"/>
                    <a:pt x="1220" y="1513"/>
                    <a:pt x="1441" y="1388"/>
                  </a:cubicBezTo>
                  <a:cubicBezTo>
                    <a:pt x="1928" y="1099"/>
                    <a:pt x="2164" y="602"/>
                    <a:pt x="1966" y="272"/>
                  </a:cubicBezTo>
                  <a:cubicBezTo>
                    <a:pt x="1859" y="92"/>
                    <a:pt x="1642" y="0"/>
                    <a:pt x="138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8" name="Google Shape;1908;p34"/>
            <p:cNvSpPr/>
            <p:nvPr/>
          </p:nvSpPr>
          <p:spPr>
            <a:xfrm>
              <a:off x="1202868" y="2090634"/>
              <a:ext cx="94422" cy="61281"/>
            </a:xfrm>
            <a:custGeom>
              <a:rect b="b" l="l" r="r" t="t"/>
              <a:pathLst>
                <a:path extrusionOk="0" h="919" w="1416">
                  <a:moveTo>
                    <a:pt x="0" y="881"/>
                  </a:moveTo>
                  <a:cubicBezTo>
                    <a:pt x="0" y="865"/>
                    <a:pt x="41" y="865"/>
                    <a:pt x="107" y="852"/>
                  </a:cubicBezTo>
                  <a:cubicBezTo>
                    <a:pt x="173" y="852"/>
                    <a:pt x="264" y="827"/>
                    <a:pt x="355" y="786"/>
                  </a:cubicBezTo>
                  <a:cubicBezTo>
                    <a:pt x="447" y="736"/>
                    <a:pt x="538" y="670"/>
                    <a:pt x="604" y="591"/>
                  </a:cubicBezTo>
                  <a:cubicBezTo>
                    <a:pt x="670" y="513"/>
                    <a:pt x="708" y="409"/>
                    <a:pt x="761" y="330"/>
                  </a:cubicBezTo>
                  <a:cubicBezTo>
                    <a:pt x="815" y="236"/>
                    <a:pt x="881" y="145"/>
                    <a:pt x="972" y="79"/>
                  </a:cubicBezTo>
                  <a:cubicBezTo>
                    <a:pt x="1022" y="54"/>
                    <a:pt x="1063" y="28"/>
                    <a:pt x="1117" y="16"/>
                  </a:cubicBezTo>
                  <a:cubicBezTo>
                    <a:pt x="1167" y="0"/>
                    <a:pt x="1208" y="0"/>
                    <a:pt x="1246" y="16"/>
                  </a:cubicBezTo>
                  <a:cubicBezTo>
                    <a:pt x="1324" y="28"/>
                    <a:pt x="1378" y="66"/>
                    <a:pt x="1403" y="107"/>
                  </a:cubicBezTo>
                  <a:cubicBezTo>
                    <a:pt x="1415" y="145"/>
                    <a:pt x="1415" y="173"/>
                    <a:pt x="1403" y="173"/>
                  </a:cubicBezTo>
                  <a:cubicBezTo>
                    <a:pt x="1378" y="186"/>
                    <a:pt x="1337" y="132"/>
                    <a:pt x="1233" y="132"/>
                  </a:cubicBezTo>
                  <a:cubicBezTo>
                    <a:pt x="1180" y="132"/>
                    <a:pt x="1129" y="157"/>
                    <a:pt x="1063" y="198"/>
                  </a:cubicBezTo>
                  <a:cubicBezTo>
                    <a:pt x="1010" y="252"/>
                    <a:pt x="959" y="315"/>
                    <a:pt x="906" y="393"/>
                  </a:cubicBezTo>
                  <a:cubicBezTo>
                    <a:pt x="865" y="472"/>
                    <a:pt x="802" y="579"/>
                    <a:pt x="708" y="683"/>
                  </a:cubicBezTo>
                  <a:cubicBezTo>
                    <a:pt x="617" y="774"/>
                    <a:pt x="500" y="840"/>
                    <a:pt x="393" y="881"/>
                  </a:cubicBezTo>
                  <a:cubicBezTo>
                    <a:pt x="277" y="919"/>
                    <a:pt x="173" y="919"/>
                    <a:pt x="107" y="906"/>
                  </a:cubicBezTo>
                  <a:cubicBezTo>
                    <a:pt x="41" y="906"/>
                    <a:pt x="0" y="881"/>
                    <a:pt x="0" y="88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9" name="Google Shape;1909;p34"/>
            <p:cNvSpPr/>
            <p:nvPr/>
          </p:nvSpPr>
          <p:spPr>
            <a:xfrm>
              <a:off x="1554157" y="1834369"/>
              <a:ext cx="153170" cy="104558"/>
            </a:xfrm>
            <a:custGeom>
              <a:rect b="b" l="l" r="r" t="t"/>
              <a:pathLst>
                <a:path extrusionOk="0" h="1568" w="2297">
                  <a:moveTo>
                    <a:pt x="1497" y="1"/>
                  </a:moveTo>
                  <a:cubicBezTo>
                    <a:pt x="1293" y="1"/>
                    <a:pt x="1063" y="54"/>
                    <a:pt x="840" y="163"/>
                  </a:cubicBezTo>
                  <a:cubicBezTo>
                    <a:pt x="302" y="437"/>
                    <a:pt x="0" y="921"/>
                    <a:pt x="186" y="1264"/>
                  </a:cubicBezTo>
                  <a:cubicBezTo>
                    <a:pt x="285" y="1463"/>
                    <a:pt x="524" y="1568"/>
                    <a:pt x="810" y="1568"/>
                  </a:cubicBezTo>
                  <a:cubicBezTo>
                    <a:pt x="1012" y="1568"/>
                    <a:pt x="1239" y="1515"/>
                    <a:pt x="1457" y="1406"/>
                  </a:cubicBezTo>
                  <a:cubicBezTo>
                    <a:pt x="1994" y="1145"/>
                    <a:pt x="2296" y="648"/>
                    <a:pt x="2123" y="305"/>
                  </a:cubicBezTo>
                  <a:cubicBezTo>
                    <a:pt x="2024" y="106"/>
                    <a:pt x="1786" y="1"/>
                    <a:pt x="149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0" name="Google Shape;1910;p34"/>
            <p:cNvSpPr/>
            <p:nvPr/>
          </p:nvSpPr>
          <p:spPr>
            <a:xfrm>
              <a:off x="1575096" y="1859042"/>
              <a:ext cx="111226" cy="67416"/>
            </a:xfrm>
            <a:custGeom>
              <a:rect b="b" l="l" r="r" t="t"/>
              <a:pathLst>
                <a:path extrusionOk="0" h="1011" w="1668">
                  <a:moveTo>
                    <a:pt x="1652" y="1"/>
                  </a:moveTo>
                  <a:cubicBezTo>
                    <a:pt x="1652" y="1"/>
                    <a:pt x="1668" y="54"/>
                    <a:pt x="1640" y="133"/>
                  </a:cubicBezTo>
                  <a:cubicBezTo>
                    <a:pt x="1614" y="212"/>
                    <a:pt x="1548" y="328"/>
                    <a:pt x="1457" y="422"/>
                  </a:cubicBezTo>
                  <a:cubicBezTo>
                    <a:pt x="1404" y="473"/>
                    <a:pt x="1338" y="514"/>
                    <a:pt x="1275" y="551"/>
                  </a:cubicBezTo>
                  <a:cubicBezTo>
                    <a:pt x="1234" y="564"/>
                    <a:pt x="1196" y="580"/>
                    <a:pt x="1143" y="580"/>
                  </a:cubicBezTo>
                  <a:cubicBezTo>
                    <a:pt x="1089" y="580"/>
                    <a:pt x="1051" y="564"/>
                    <a:pt x="1010" y="551"/>
                  </a:cubicBezTo>
                  <a:cubicBezTo>
                    <a:pt x="973" y="539"/>
                    <a:pt x="944" y="539"/>
                    <a:pt x="919" y="526"/>
                  </a:cubicBezTo>
                  <a:cubicBezTo>
                    <a:pt x="882" y="526"/>
                    <a:pt x="853" y="514"/>
                    <a:pt x="828" y="514"/>
                  </a:cubicBezTo>
                  <a:cubicBezTo>
                    <a:pt x="762" y="514"/>
                    <a:pt x="709" y="514"/>
                    <a:pt x="658" y="526"/>
                  </a:cubicBezTo>
                  <a:cubicBezTo>
                    <a:pt x="435" y="551"/>
                    <a:pt x="278" y="683"/>
                    <a:pt x="186" y="800"/>
                  </a:cubicBezTo>
                  <a:cubicBezTo>
                    <a:pt x="95" y="919"/>
                    <a:pt x="54" y="1010"/>
                    <a:pt x="29" y="998"/>
                  </a:cubicBezTo>
                  <a:cubicBezTo>
                    <a:pt x="17" y="998"/>
                    <a:pt x="1" y="973"/>
                    <a:pt x="1" y="919"/>
                  </a:cubicBezTo>
                  <a:cubicBezTo>
                    <a:pt x="17" y="878"/>
                    <a:pt x="29" y="815"/>
                    <a:pt x="67" y="737"/>
                  </a:cubicBezTo>
                  <a:cubicBezTo>
                    <a:pt x="108" y="658"/>
                    <a:pt x="174" y="564"/>
                    <a:pt x="265" y="501"/>
                  </a:cubicBezTo>
                  <a:cubicBezTo>
                    <a:pt x="356" y="422"/>
                    <a:pt x="488" y="369"/>
                    <a:pt x="617" y="344"/>
                  </a:cubicBezTo>
                  <a:cubicBezTo>
                    <a:pt x="683" y="328"/>
                    <a:pt x="762" y="328"/>
                    <a:pt x="841" y="344"/>
                  </a:cubicBezTo>
                  <a:cubicBezTo>
                    <a:pt x="882" y="344"/>
                    <a:pt x="919" y="356"/>
                    <a:pt x="960" y="369"/>
                  </a:cubicBezTo>
                  <a:cubicBezTo>
                    <a:pt x="998" y="369"/>
                    <a:pt x="1039" y="394"/>
                    <a:pt x="1064" y="407"/>
                  </a:cubicBezTo>
                  <a:cubicBezTo>
                    <a:pt x="1089" y="422"/>
                    <a:pt x="1117" y="422"/>
                    <a:pt x="1143" y="422"/>
                  </a:cubicBezTo>
                  <a:cubicBezTo>
                    <a:pt x="1155" y="435"/>
                    <a:pt x="1180" y="422"/>
                    <a:pt x="1209" y="422"/>
                  </a:cubicBezTo>
                  <a:cubicBezTo>
                    <a:pt x="1275" y="394"/>
                    <a:pt x="1325" y="369"/>
                    <a:pt x="1378" y="328"/>
                  </a:cubicBezTo>
                  <a:cubicBezTo>
                    <a:pt x="1470" y="265"/>
                    <a:pt x="1536" y="186"/>
                    <a:pt x="1573" y="120"/>
                  </a:cubicBezTo>
                  <a:cubicBezTo>
                    <a:pt x="1627" y="42"/>
                    <a:pt x="1640" y="1"/>
                    <a:pt x="1652"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1" name="Google Shape;1911;p34"/>
            <p:cNvSpPr/>
            <p:nvPr/>
          </p:nvSpPr>
          <p:spPr>
            <a:xfrm>
              <a:off x="1355973" y="1994210"/>
              <a:ext cx="93356" cy="115294"/>
            </a:xfrm>
            <a:custGeom>
              <a:rect b="b" l="l" r="r" t="t"/>
              <a:pathLst>
                <a:path extrusionOk="0" h="1729" w="1400">
                  <a:moveTo>
                    <a:pt x="751" y="0"/>
                  </a:moveTo>
                  <a:cubicBezTo>
                    <a:pt x="426" y="0"/>
                    <a:pt x="124" y="328"/>
                    <a:pt x="63" y="779"/>
                  </a:cubicBezTo>
                  <a:cubicBezTo>
                    <a:pt x="0" y="1251"/>
                    <a:pt x="220" y="1682"/>
                    <a:pt x="576" y="1723"/>
                  </a:cubicBezTo>
                  <a:cubicBezTo>
                    <a:pt x="600" y="1727"/>
                    <a:pt x="624" y="1728"/>
                    <a:pt x="648" y="1728"/>
                  </a:cubicBezTo>
                  <a:cubicBezTo>
                    <a:pt x="974" y="1728"/>
                    <a:pt x="1275" y="1400"/>
                    <a:pt x="1337" y="949"/>
                  </a:cubicBezTo>
                  <a:cubicBezTo>
                    <a:pt x="1400" y="477"/>
                    <a:pt x="1180" y="59"/>
                    <a:pt x="824" y="6"/>
                  </a:cubicBezTo>
                  <a:cubicBezTo>
                    <a:pt x="800" y="2"/>
                    <a:pt x="776" y="0"/>
                    <a:pt x="75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2" name="Google Shape;1912;p34"/>
            <p:cNvSpPr/>
            <p:nvPr/>
          </p:nvSpPr>
          <p:spPr>
            <a:xfrm>
              <a:off x="1386381" y="2003345"/>
              <a:ext cx="33408" cy="97823"/>
            </a:xfrm>
            <a:custGeom>
              <a:rect b="b" l="l" r="r" t="t"/>
              <a:pathLst>
                <a:path extrusionOk="0" h="1467" w="501">
                  <a:moveTo>
                    <a:pt x="95" y="1454"/>
                  </a:moveTo>
                  <a:cubicBezTo>
                    <a:pt x="79" y="1441"/>
                    <a:pt x="107" y="1416"/>
                    <a:pt x="145" y="1375"/>
                  </a:cubicBezTo>
                  <a:cubicBezTo>
                    <a:pt x="198" y="1325"/>
                    <a:pt x="252" y="1259"/>
                    <a:pt x="290" y="1180"/>
                  </a:cubicBezTo>
                  <a:cubicBezTo>
                    <a:pt x="330" y="1102"/>
                    <a:pt x="330" y="995"/>
                    <a:pt x="302" y="916"/>
                  </a:cubicBezTo>
                  <a:cubicBezTo>
                    <a:pt x="290" y="878"/>
                    <a:pt x="264" y="853"/>
                    <a:pt x="223" y="812"/>
                  </a:cubicBezTo>
                  <a:cubicBezTo>
                    <a:pt x="186" y="774"/>
                    <a:pt x="145" y="721"/>
                    <a:pt x="120" y="680"/>
                  </a:cubicBezTo>
                  <a:cubicBezTo>
                    <a:pt x="54" y="589"/>
                    <a:pt x="16" y="485"/>
                    <a:pt x="16" y="394"/>
                  </a:cubicBezTo>
                  <a:cubicBezTo>
                    <a:pt x="0" y="340"/>
                    <a:pt x="0" y="303"/>
                    <a:pt x="16" y="249"/>
                  </a:cubicBezTo>
                  <a:cubicBezTo>
                    <a:pt x="16" y="208"/>
                    <a:pt x="28" y="171"/>
                    <a:pt x="54" y="130"/>
                  </a:cubicBezTo>
                  <a:cubicBezTo>
                    <a:pt x="95" y="67"/>
                    <a:pt x="145" y="26"/>
                    <a:pt x="198" y="13"/>
                  </a:cubicBezTo>
                  <a:cubicBezTo>
                    <a:pt x="236" y="1"/>
                    <a:pt x="264" y="26"/>
                    <a:pt x="264" y="38"/>
                  </a:cubicBezTo>
                  <a:cubicBezTo>
                    <a:pt x="264" y="51"/>
                    <a:pt x="252" y="67"/>
                    <a:pt x="223" y="79"/>
                  </a:cubicBezTo>
                  <a:cubicBezTo>
                    <a:pt x="211" y="105"/>
                    <a:pt x="198" y="130"/>
                    <a:pt x="186" y="183"/>
                  </a:cubicBezTo>
                  <a:cubicBezTo>
                    <a:pt x="173" y="237"/>
                    <a:pt x="173" y="287"/>
                    <a:pt x="186" y="366"/>
                  </a:cubicBezTo>
                  <a:cubicBezTo>
                    <a:pt x="198" y="432"/>
                    <a:pt x="223" y="510"/>
                    <a:pt x="264" y="576"/>
                  </a:cubicBezTo>
                  <a:cubicBezTo>
                    <a:pt x="290" y="617"/>
                    <a:pt x="315" y="642"/>
                    <a:pt x="356" y="696"/>
                  </a:cubicBezTo>
                  <a:cubicBezTo>
                    <a:pt x="368" y="708"/>
                    <a:pt x="393" y="734"/>
                    <a:pt x="409" y="759"/>
                  </a:cubicBezTo>
                  <a:cubicBezTo>
                    <a:pt x="434" y="787"/>
                    <a:pt x="447" y="825"/>
                    <a:pt x="459" y="866"/>
                  </a:cubicBezTo>
                  <a:cubicBezTo>
                    <a:pt x="500" y="995"/>
                    <a:pt x="459" y="1139"/>
                    <a:pt x="393" y="1231"/>
                  </a:cubicBezTo>
                  <a:cubicBezTo>
                    <a:pt x="330" y="1325"/>
                    <a:pt x="252" y="1375"/>
                    <a:pt x="186" y="1416"/>
                  </a:cubicBezTo>
                  <a:cubicBezTo>
                    <a:pt x="132" y="1454"/>
                    <a:pt x="95" y="1466"/>
                    <a:pt x="95" y="1454"/>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3" name="Google Shape;1913;p34"/>
            <p:cNvSpPr/>
            <p:nvPr/>
          </p:nvSpPr>
          <p:spPr>
            <a:xfrm>
              <a:off x="2276873" y="1669261"/>
              <a:ext cx="119028" cy="127764"/>
            </a:xfrm>
            <a:custGeom>
              <a:rect b="b" l="l" r="r" t="t"/>
              <a:pathLst>
                <a:path extrusionOk="0" h="1916" w="1785">
                  <a:moveTo>
                    <a:pt x="1084" y="0"/>
                  </a:moveTo>
                  <a:cubicBezTo>
                    <a:pt x="768" y="0"/>
                    <a:pt x="415" y="256"/>
                    <a:pt x="224" y="658"/>
                  </a:cubicBezTo>
                  <a:cubicBezTo>
                    <a:pt x="1" y="1158"/>
                    <a:pt x="108" y="1696"/>
                    <a:pt x="473" y="1866"/>
                  </a:cubicBezTo>
                  <a:cubicBezTo>
                    <a:pt x="546" y="1899"/>
                    <a:pt x="624" y="1916"/>
                    <a:pt x="704" y="1916"/>
                  </a:cubicBezTo>
                  <a:cubicBezTo>
                    <a:pt x="1024" y="1916"/>
                    <a:pt x="1370" y="1657"/>
                    <a:pt x="1548" y="1249"/>
                  </a:cubicBezTo>
                  <a:cubicBezTo>
                    <a:pt x="1784" y="752"/>
                    <a:pt x="1665" y="214"/>
                    <a:pt x="1300" y="44"/>
                  </a:cubicBezTo>
                  <a:cubicBezTo>
                    <a:pt x="1232" y="14"/>
                    <a:pt x="1159" y="0"/>
                    <a:pt x="108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4" name="Google Shape;1914;p34"/>
            <p:cNvSpPr/>
            <p:nvPr/>
          </p:nvSpPr>
          <p:spPr>
            <a:xfrm>
              <a:off x="1376912" y="1868245"/>
              <a:ext cx="164306" cy="127297"/>
            </a:xfrm>
            <a:custGeom>
              <a:rect b="b" l="l" r="r" t="t"/>
              <a:pathLst>
                <a:path extrusionOk="0" h="1909" w="2464">
                  <a:moveTo>
                    <a:pt x="837" y="1"/>
                  </a:moveTo>
                  <a:cubicBezTo>
                    <a:pt x="611" y="1"/>
                    <a:pt x="413" y="76"/>
                    <a:pt x="287" y="231"/>
                  </a:cubicBezTo>
                  <a:cubicBezTo>
                    <a:pt x="1" y="583"/>
                    <a:pt x="365" y="951"/>
                    <a:pt x="891" y="1369"/>
                  </a:cubicBezTo>
                  <a:cubicBezTo>
                    <a:pt x="1259" y="1665"/>
                    <a:pt x="1602" y="1908"/>
                    <a:pt x="1872" y="1908"/>
                  </a:cubicBezTo>
                  <a:cubicBezTo>
                    <a:pt x="1987" y="1908"/>
                    <a:pt x="2089" y="1865"/>
                    <a:pt x="2174" y="1763"/>
                  </a:cubicBezTo>
                  <a:cubicBezTo>
                    <a:pt x="2463" y="1410"/>
                    <a:pt x="2281" y="781"/>
                    <a:pt x="1756" y="363"/>
                  </a:cubicBezTo>
                  <a:cubicBezTo>
                    <a:pt x="1467" y="125"/>
                    <a:pt x="1129"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5" name="Google Shape;1915;p34"/>
            <p:cNvSpPr/>
            <p:nvPr/>
          </p:nvSpPr>
          <p:spPr>
            <a:xfrm>
              <a:off x="1402118" y="1899319"/>
              <a:ext cx="102358" cy="88354"/>
            </a:xfrm>
            <a:custGeom>
              <a:rect b="b" l="l" r="r" t="t"/>
              <a:pathLst>
                <a:path extrusionOk="0" h="1325" w="1535">
                  <a:moveTo>
                    <a:pt x="1522" y="1325"/>
                  </a:moveTo>
                  <a:cubicBezTo>
                    <a:pt x="1510" y="1325"/>
                    <a:pt x="1494" y="1284"/>
                    <a:pt x="1456" y="1218"/>
                  </a:cubicBezTo>
                  <a:cubicBezTo>
                    <a:pt x="1415" y="1155"/>
                    <a:pt x="1352" y="1089"/>
                    <a:pt x="1258" y="1010"/>
                  </a:cubicBezTo>
                  <a:cubicBezTo>
                    <a:pt x="1088" y="853"/>
                    <a:pt x="852" y="667"/>
                    <a:pt x="683" y="539"/>
                  </a:cubicBezTo>
                  <a:cubicBezTo>
                    <a:pt x="315" y="274"/>
                    <a:pt x="0" y="79"/>
                    <a:pt x="28" y="26"/>
                  </a:cubicBezTo>
                  <a:cubicBezTo>
                    <a:pt x="41" y="1"/>
                    <a:pt x="132" y="26"/>
                    <a:pt x="264" y="79"/>
                  </a:cubicBezTo>
                  <a:cubicBezTo>
                    <a:pt x="409" y="145"/>
                    <a:pt x="591" y="249"/>
                    <a:pt x="786" y="394"/>
                  </a:cubicBezTo>
                  <a:cubicBezTo>
                    <a:pt x="972" y="526"/>
                    <a:pt x="1195" y="734"/>
                    <a:pt x="1337" y="932"/>
                  </a:cubicBezTo>
                  <a:cubicBezTo>
                    <a:pt x="1415" y="1023"/>
                    <a:pt x="1481" y="1114"/>
                    <a:pt x="1510" y="1193"/>
                  </a:cubicBezTo>
                  <a:cubicBezTo>
                    <a:pt x="1535" y="1271"/>
                    <a:pt x="1535" y="1325"/>
                    <a:pt x="1522" y="132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6" name="Google Shape;1916;p34"/>
            <p:cNvSpPr/>
            <p:nvPr/>
          </p:nvSpPr>
          <p:spPr>
            <a:xfrm>
              <a:off x="1553290" y="2621835"/>
              <a:ext cx="155704" cy="109759"/>
            </a:xfrm>
            <a:custGeom>
              <a:rect b="b" l="l" r="r" t="t"/>
              <a:pathLst>
                <a:path extrusionOk="0" h="1646" w="2335">
                  <a:moveTo>
                    <a:pt x="1359" y="0"/>
                  </a:moveTo>
                  <a:cubicBezTo>
                    <a:pt x="1221" y="0"/>
                    <a:pt x="1076" y="23"/>
                    <a:pt x="932" y="70"/>
                  </a:cubicBezTo>
                  <a:cubicBezTo>
                    <a:pt x="356" y="240"/>
                    <a:pt x="1" y="724"/>
                    <a:pt x="133" y="1143"/>
                  </a:cubicBezTo>
                  <a:cubicBezTo>
                    <a:pt x="231" y="1457"/>
                    <a:pt x="576" y="1645"/>
                    <a:pt x="984" y="1645"/>
                  </a:cubicBezTo>
                  <a:cubicBezTo>
                    <a:pt x="1123" y="1645"/>
                    <a:pt x="1270" y="1623"/>
                    <a:pt x="1416" y="1577"/>
                  </a:cubicBezTo>
                  <a:cubicBezTo>
                    <a:pt x="1979" y="1407"/>
                    <a:pt x="2335" y="919"/>
                    <a:pt x="2202" y="501"/>
                  </a:cubicBezTo>
                  <a:cubicBezTo>
                    <a:pt x="2106" y="190"/>
                    <a:pt x="1761" y="0"/>
                    <a:pt x="135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7" name="Google Shape;1917;p34"/>
            <p:cNvSpPr/>
            <p:nvPr/>
          </p:nvSpPr>
          <p:spPr>
            <a:xfrm>
              <a:off x="1579497" y="2649975"/>
              <a:ext cx="110226" cy="50812"/>
            </a:xfrm>
            <a:custGeom>
              <a:rect b="b" l="l" r="r" t="t"/>
              <a:pathLst>
                <a:path extrusionOk="0" h="762" w="1653">
                  <a:moveTo>
                    <a:pt x="1640" y="120"/>
                  </a:moveTo>
                  <a:cubicBezTo>
                    <a:pt x="1640" y="133"/>
                    <a:pt x="1602" y="120"/>
                    <a:pt x="1523" y="120"/>
                  </a:cubicBezTo>
                  <a:cubicBezTo>
                    <a:pt x="1457" y="104"/>
                    <a:pt x="1366" y="104"/>
                    <a:pt x="1259" y="133"/>
                  </a:cubicBezTo>
                  <a:cubicBezTo>
                    <a:pt x="1155" y="145"/>
                    <a:pt x="1051" y="199"/>
                    <a:pt x="957" y="261"/>
                  </a:cubicBezTo>
                  <a:cubicBezTo>
                    <a:pt x="878" y="340"/>
                    <a:pt x="800" y="434"/>
                    <a:pt x="737" y="513"/>
                  </a:cubicBezTo>
                  <a:cubicBezTo>
                    <a:pt x="658" y="604"/>
                    <a:pt x="564" y="683"/>
                    <a:pt x="460" y="721"/>
                  </a:cubicBezTo>
                  <a:cubicBezTo>
                    <a:pt x="407" y="749"/>
                    <a:pt x="356" y="762"/>
                    <a:pt x="290" y="762"/>
                  </a:cubicBezTo>
                  <a:cubicBezTo>
                    <a:pt x="237" y="749"/>
                    <a:pt x="199" y="733"/>
                    <a:pt x="158" y="721"/>
                  </a:cubicBezTo>
                  <a:cubicBezTo>
                    <a:pt x="80" y="683"/>
                    <a:pt x="29" y="617"/>
                    <a:pt x="13" y="576"/>
                  </a:cubicBezTo>
                  <a:cubicBezTo>
                    <a:pt x="1" y="526"/>
                    <a:pt x="13" y="497"/>
                    <a:pt x="29" y="497"/>
                  </a:cubicBezTo>
                  <a:cubicBezTo>
                    <a:pt x="54" y="497"/>
                    <a:pt x="80" y="563"/>
                    <a:pt x="199" y="592"/>
                  </a:cubicBezTo>
                  <a:cubicBezTo>
                    <a:pt x="249" y="604"/>
                    <a:pt x="315" y="604"/>
                    <a:pt x="381" y="563"/>
                  </a:cubicBezTo>
                  <a:cubicBezTo>
                    <a:pt x="448" y="538"/>
                    <a:pt x="526" y="472"/>
                    <a:pt x="592" y="394"/>
                  </a:cubicBezTo>
                  <a:cubicBezTo>
                    <a:pt x="658" y="328"/>
                    <a:pt x="737" y="224"/>
                    <a:pt x="853" y="145"/>
                  </a:cubicBezTo>
                  <a:cubicBezTo>
                    <a:pt x="973" y="54"/>
                    <a:pt x="1114" y="13"/>
                    <a:pt x="1234" y="13"/>
                  </a:cubicBezTo>
                  <a:cubicBezTo>
                    <a:pt x="1366" y="0"/>
                    <a:pt x="1470" y="26"/>
                    <a:pt x="1536" y="54"/>
                  </a:cubicBezTo>
                  <a:cubicBezTo>
                    <a:pt x="1614" y="92"/>
                    <a:pt x="1652" y="120"/>
                    <a:pt x="1640" y="12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8" name="Google Shape;1918;p34"/>
            <p:cNvSpPr/>
            <p:nvPr/>
          </p:nvSpPr>
          <p:spPr>
            <a:xfrm>
              <a:off x="1410054" y="2728462"/>
              <a:ext cx="112693" cy="143634"/>
            </a:xfrm>
            <a:custGeom>
              <a:rect b="b" l="l" r="r" t="t"/>
              <a:pathLst>
                <a:path extrusionOk="0" h="2154" w="1690">
                  <a:moveTo>
                    <a:pt x="891" y="1"/>
                  </a:moveTo>
                  <a:cubicBezTo>
                    <a:pt x="467" y="1"/>
                    <a:pt x="102" y="433"/>
                    <a:pt x="54" y="1012"/>
                  </a:cubicBezTo>
                  <a:cubicBezTo>
                    <a:pt x="1" y="1601"/>
                    <a:pt x="315" y="2113"/>
                    <a:pt x="762" y="2151"/>
                  </a:cubicBezTo>
                  <a:cubicBezTo>
                    <a:pt x="780" y="2153"/>
                    <a:pt x="797" y="2154"/>
                    <a:pt x="815" y="2154"/>
                  </a:cubicBezTo>
                  <a:cubicBezTo>
                    <a:pt x="1226" y="2154"/>
                    <a:pt x="1601" y="1708"/>
                    <a:pt x="1652" y="1145"/>
                  </a:cubicBezTo>
                  <a:cubicBezTo>
                    <a:pt x="1690" y="553"/>
                    <a:pt x="1375" y="44"/>
                    <a:pt x="944" y="3"/>
                  </a:cubicBezTo>
                  <a:cubicBezTo>
                    <a:pt x="926" y="1"/>
                    <a:pt x="909" y="1"/>
                    <a:pt x="8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9" name="Google Shape;1919;p34"/>
            <p:cNvSpPr/>
            <p:nvPr/>
          </p:nvSpPr>
          <p:spPr>
            <a:xfrm>
              <a:off x="1450331" y="2739932"/>
              <a:ext cx="28807" cy="112093"/>
            </a:xfrm>
            <a:custGeom>
              <a:rect b="b" l="l" r="r" t="t"/>
              <a:pathLst>
                <a:path extrusionOk="0" h="1681" w="432">
                  <a:moveTo>
                    <a:pt x="315" y="1"/>
                  </a:moveTo>
                  <a:cubicBezTo>
                    <a:pt x="328" y="13"/>
                    <a:pt x="299" y="54"/>
                    <a:pt x="261" y="108"/>
                  </a:cubicBezTo>
                  <a:cubicBezTo>
                    <a:pt x="221" y="171"/>
                    <a:pt x="195" y="249"/>
                    <a:pt x="170" y="356"/>
                  </a:cubicBezTo>
                  <a:cubicBezTo>
                    <a:pt x="158" y="460"/>
                    <a:pt x="158" y="579"/>
                    <a:pt x="195" y="683"/>
                  </a:cubicBezTo>
                  <a:cubicBezTo>
                    <a:pt x="221" y="787"/>
                    <a:pt x="287" y="894"/>
                    <a:pt x="340" y="998"/>
                  </a:cubicBezTo>
                  <a:cubicBezTo>
                    <a:pt x="394" y="1089"/>
                    <a:pt x="431" y="1208"/>
                    <a:pt x="431" y="1325"/>
                  </a:cubicBezTo>
                  <a:cubicBezTo>
                    <a:pt x="431" y="1378"/>
                    <a:pt x="419" y="1429"/>
                    <a:pt x="394" y="1482"/>
                  </a:cubicBezTo>
                  <a:cubicBezTo>
                    <a:pt x="365" y="1536"/>
                    <a:pt x="340" y="1573"/>
                    <a:pt x="315" y="1602"/>
                  </a:cubicBezTo>
                  <a:cubicBezTo>
                    <a:pt x="249" y="1652"/>
                    <a:pt x="170" y="1680"/>
                    <a:pt x="117" y="1665"/>
                  </a:cubicBezTo>
                  <a:cubicBezTo>
                    <a:pt x="79" y="1665"/>
                    <a:pt x="51" y="1639"/>
                    <a:pt x="51" y="1627"/>
                  </a:cubicBezTo>
                  <a:cubicBezTo>
                    <a:pt x="63" y="1602"/>
                    <a:pt x="142" y="1602"/>
                    <a:pt x="208" y="1507"/>
                  </a:cubicBezTo>
                  <a:cubicBezTo>
                    <a:pt x="236" y="1470"/>
                    <a:pt x="261" y="1403"/>
                    <a:pt x="249" y="1325"/>
                  </a:cubicBezTo>
                  <a:cubicBezTo>
                    <a:pt x="249" y="1246"/>
                    <a:pt x="221" y="1168"/>
                    <a:pt x="170" y="1076"/>
                  </a:cubicBezTo>
                  <a:cubicBezTo>
                    <a:pt x="129" y="985"/>
                    <a:pt x="63" y="866"/>
                    <a:pt x="38" y="721"/>
                  </a:cubicBezTo>
                  <a:cubicBezTo>
                    <a:pt x="0" y="592"/>
                    <a:pt x="13" y="447"/>
                    <a:pt x="51" y="328"/>
                  </a:cubicBezTo>
                  <a:cubicBezTo>
                    <a:pt x="92" y="211"/>
                    <a:pt x="158" y="120"/>
                    <a:pt x="208" y="67"/>
                  </a:cubicBezTo>
                  <a:cubicBezTo>
                    <a:pt x="274" y="13"/>
                    <a:pt x="315" y="1"/>
                    <a:pt x="31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0" name="Google Shape;1920;p34"/>
            <p:cNvSpPr/>
            <p:nvPr/>
          </p:nvSpPr>
          <p:spPr>
            <a:xfrm>
              <a:off x="2037612" y="1746614"/>
              <a:ext cx="172041" cy="100357"/>
            </a:xfrm>
            <a:custGeom>
              <a:rect b="b" l="l" r="r" t="t"/>
              <a:pathLst>
                <a:path extrusionOk="0" h="1505" w="2580">
                  <a:moveTo>
                    <a:pt x="1960" y="0"/>
                  </a:moveTo>
                  <a:cubicBezTo>
                    <a:pt x="1744" y="0"/>
                    <a:pt x="1476" y="63"/>
                    <a:pt x="1180" y="143"/>
                  </a:cubicBezTo>
                  <a:cubicBezTo>
                    <a:pt x="535" y="325"/>
                    <a:pt x="0" y="536"/>
                    <a:pt x="129" y="979"/>
                  </a:cubicBezTo>
                  <a:cubicBezTo>
                    <a:pt x="219" y="1306"/>
                    <a:pt x="598" y="1505"/>
                    <a:pt x="1054" y="1505"/>
                  </a:cubicBezTo>
                  <a:cubicBezTo>
                    <a:pt x="1203" y="1505"/>
                    <a:pt x="1361" y="1483"/>
                    <a:pt x="1519" y="1438"/>
                  </a:cubicBezTo>
                  <a:cubicBezTo>
                    <a:pt x="2161" y="1256"/>
                    <a:pt x="2579" y="756"/>
                    <a:pt x="2463" y="325"/>
                  </a:cubicBezTo>
                  <a:cubicBezTo>
                    <a:pt x="2392" y="85"/>
                    <a:pt x="2211" y="0"/>
                    <a:pt x="196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1" name="Google Shape;1921;p34"/>
            <p:cNvSpPr/>
            <p:nvPr/>
          </p:nvSpPr>
          <p:spPr>
            <a:xfrm>
              <a:off x="2055017" y="1760284"/>
              <a:ext cx="128364" cy="41143"/>
            </a:xfrm>
            <a:custGeom>
              <a:rect b="b" l="l" r="r" t="t"/>
              <a:pathLst>
                <a:path extrusionOk="0" h="617" w="1925">
                  <a:moveTo>
                    <a:pt x="0" y="526"/>
                  </a:moveTo>
                  <a:cubicBezTo>
                    <a:pt x="0" y="513"/>
                    <a:pt x="54" y="526"/>
                    <a:pt x="116" y="526"/>
                  </a:cubicBezTo>
                  <a:cubicBezTo>
                    <a:pt x="195" y="526"/>
                    <a:pt x="289" y="513"/>
                    <a:pt x="406" y="488"/>
                  </a:cubicBezTo>
                  <a:cubicBezTo>
                    <a:pt x="642" y="447"/>
                    <a:pt x="919" y="368"/>
                    <a:pt x="1126" y="290"/>
                  </a:cubicBezTo>
                  <a:cubicBezTo>
                    <a:pt x="1560" y="145"/>
                    <a:pt x="1887" y="0"/>
                    <a:pt x="1912" y="54"/>
                  </a:cubicBezTo>
                  <a:cubicBezTo>
                    <a:pt x="1925" y="79"/>
                    <a:pt x="1862" y="133"/>
                    <a:pt x="1730" y="211"/>
                  </a:cubicBezTo>
                  <a:cubicBezTo>
                    <a:pt x="1610" y="290"/>
                    <a:pt x="1415" y="381"/>
                    <a:pt x="1192" y="460"/>
                  </a:cubicBezTo>
                  <a:cubicBezTo>
                    <a:pt x="969" y="538"/>
                    <a:pt x="667" y="592"/>
                    <a:pt x="431" y="604"/>
                  </a:cubicBezTo>
                  <a:cubicBezTo>
                    <a:pt x="302" y="617"/>
                    <a:pt x="195" y="604"/>
                    <a:pt x="116" y="592"/>
                  </a:cubicBezTo>
                  <a:cubicBezTo>
                    <a:pt x="38" y="567"/>
                    <a:pt x="0" y="526"/>
                    <a:pt x="0" y="5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2" name="Google Shape;1922;p34"/>
            <p:cNvSpPr/>
            <p:nvPr/>
          </p:nvSpPr>
          <p:spPr>
            <a:xfrm>
              <a:off x="1632777" y="2868431"/>
              <a:ext cx="142701" cy="144434"/>
            </a:xfrm>
            <a:custGeom>
              <a:rect b="b" l="l" r="r" t="t"/>
              <a:pathLst>
                <a:path extrusionOk="0" h="2166" w="2140">
                  <a:moveTo>
                    <a:pt x="616" y="1"/>
                  </a:moveTo>
                  <a:cubicBezTo>
                    <a:pt x="538" y="1"/>
                    <a:pt x="460" y="26"/>
                    <a:pt x="381" y="80"/>
                  </a:cubicBezTo>
                  <a:cubicBezTo>
                    <a:pt x="1" y="329"/>
                    <a:pt x="17" y="983"/>
                    <a:pt x="394" y="1533"/>
                  </a:cubicBezTo>
                  <a:cubicBezTo>
                    <a:pt x="669" y="1932"/>
                    <a:pt x="1068" y="2165"/>
                    <a:pt x="1407" y="2165"/>
                  </a:cubicBezTo>
                  <a:cubicBezTo>
                    <a:pt x="1536" y="2165"/>
                    <a:pt x="1657" y="2131"/>
                    <a:pt x="1759" y="2059"/>
                  </a:cubicBezTo>
                  <a:cubicBezTo>
                    <a:pt x="2140" y="1810"/>
                    <a:pt x="1888" y="1351"/>
                    <a:pt x="1510" y="801"/>
                  </a:cubicBezTo>
                  <a:cubicBezTo>
                    <a:pt x="1209" y="364"/>
                    <a:pt x="915" y="1"/>
                    <a:pt x="61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3" name="Google Shape;1923;p34"/>
            <p:cNvSpPr/>
            <p:nvPr/>
          </p:nvSpPr>
          <p:spPr>
            <a:xfrm>
              <a:off x="1674721" y="2877100"/>
              <a:ext cx="76218" cy="111226"/>
            </a:xfrm>
            <a:custGeom>
              <a:rect b="b" l="l" r="r" t="t"/>
              <a:pathLst>
                <a:path extrusionOk="0" h="1668" w="1143">
                  <a:moveTo>
                    <a:pt x="29" y="1"/>
                  </a:moveTo>
                  <a:cubicBezTo>
                    <a:pt x="42" y="1"/>
                    <a:pt x="42" y="42"/>
                    <a:pt x="67" y="120"/>
                  </a:cubicBezTo>
                  <a:cubicBezTo>
                    <a:pt x="95" y="186"/>
                    <a:pt x="133" y="277"/>
                    <a:pt x="199" y="369"/>
                  </a:cubicBezTo>
                  <a:cubicBezTo>
                    <a:pt x="315" y="579"/>
                    <a:pt x="488" y="815"/>
                    <a:pt x="617" y="985"/>
                  </a:cubicBezTo>
                  <a:cubicBezTo>
                    <a:pt x="907" y="1337"/>
                    <a:pt x="1143" y="1602"/>
                    <a:pt x="1102" y="1652"/>
                  </a:cubicBezTo>
                  <a:cubicBezTo>
                    <a:pt x="1089" y="1668"/>
                    <a:pt x="998" y="1627"/>
                    <a:pt x="894" y="1536"/>
                  </a:cubicBezTo>
                  <a:cubicBezTo>
                    <a:pt x="775" y="1432"/>
                    <a:pt x="617" y="1287"/>
                    <a:pt x="473" y="1089"/>
                  </a:cubicBezTo>
                  <a:cubicBezTo>
                    <a:pt x="331" y="919"/>
                    <a:pt x="186" y="645"/>
                    <a:pt x="95" y="422"/>
                  </a:cubicBezTo>
                  <a:cubicBezTo>
                    <a:pt x="42" y="315"/>
                    <a:pt x="17" y="199"/>
                    <a:pt x="17" y="120"/>
                  </a:cubicBezTo>
                  <a:cubicBezTo>
                    <a:pt x="1" y="42"/>
                    <a:pt x="29" y="1"/>
                    <a:pt x="29"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4" name="Google Shape;1924;p34"/>
          <p:cNvGrpSpPr/>
          <p:nvPr/>
        </p:nvGrpSpPr>
        <p:grpSpPr>
          <a:xfrm>
            <a:off x="7611787" y="3605900"/>
            <a:ext cx="2090884" cy="2197757"/>
            <a:chOff x="6731156" y="0"/>
            <a:chExt cx="1474218" cy="1549571"/>
          </a:xfrm>
        </p:grpSpPr>
        <p:sp>
          <p:nvSpPr>
            <p:cNvPr id="1925" name="Google Shape;1925;p34"/>
            <p:cNvSpPr/>
            <p:nvPr/>
          </p:nvSpPr>
          <p:spPr>
            <a:xfrm>
              <a:off x="6829914" y="0"/>
              <a:ext cx="1375460" cy="1516227"/>
            </a:xfrm>
            <a:custGeom>
              <a:rect b="b" l="l" r="r" t="t"/>
              <a:pathLst>
                <a:path extrusionOk="0" h="22738" w="20627">
                  <a:moveTo>
                    <a:pt x="20627" y="4904"/>
                  </a:moveTo>
                  <a:lnTo>
                    <a:pt x="14692" y="212"/>
                  </a:lnTo>
                  <a:lnTo>
                    <a:pt x="12789" y="2624"/>
                  </a:lnTo>
                  <a:lnTo>
                    <a:pt x="9474" y="1"/>
                  </a:lnTo>
                  <a:lnTo>
                    <a:pt x="6945" y="3212"/>
                  </a:lnTo>
                  <a:cubicBezTo>
                    <a:pt x="2922" y="4495"/>
                    <a:pt x="0" y="8270"/>
                    <a:pt x="0" y="12739"/>
                  </a:cubicBezTo>
                  <a:cubicBezTo>
                    <a:pt x="0" y="18256"/>
                    <a:pt x="4482" y="22738"/>
                    <a:pt x="9999" y="22738"/>
                  </a:cubicBezTo>
                  <a:cubicBezTo>
                    <a:pt x="15528" y="22738"/>
                    <a:pt x="19998" y="18256"/>
                    <a:pt x="19998" y="12739"/>
                  </a:cubicBezTo>
                  <a:cubicBezTo>
                    <a:pt x="19998" y="10827"/>
                    <a:pt x="19473" y="9056"/>
                    <a:pt x="18545" y="753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34"/>
            <p:cNvSpPr/>
            <p:nvPr/>
          </p:nvSpPr>
          <p:spPr>
            <a:xfrm>
              <a:off x="6731156" y="215855"/>
              <a:ext cx="1333517" cy="1333717"/>
            </a:xfrm>
            <a:custGeom>
              <a:rect b="b" l="l" r="r" t="t"/>
              <a:pathLst>
                <a:path extrusionOk="0" h="20001" w="19998">
                  <a:moveTo>
                    <a:pt x="9999" y="0"/>
                  </a:moveTo>
                  <a:cubicBezTo>
                    <a:pt x="4469" y="0"/>
                    <a:pt x="0" y="4482"/>
                    <a:pt x="0" y="10002"/>
                  </a:cubicBezTo>
                  <a:cubicBezTo>
                    <a:pt x="0" y="15519"/>
                    <a:pt x="4469" y="20001"/>
                    <a:pt x="9999" y="20001"/>
                  </a:cubicBezTo>
                  <a:cubicBezTo>
                    <a:pt x="15515" y="20001"/>
                    <a:pt x="19997" y="15519"/>
                    <a:pt x="19997" y="10002"/>
                  </a:cubicBezTo>
                  <a:cubicBezTo>
                    <a:pt x="19997" y="4482"/>
                    <a:pt x="15515" y="0"/>
                    <a:pt x="9999"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7" name="Google Shape;1927;p34"/>
            <p:cNvSpPr/>
            <p:nvPr/>
          </p:nvSpPr>
          <p:spPr>
            <a:xfrm>
              <a:off x="7459940" y="47212"/>
              <a:ext cx="646687" cy="630083"/>
            </a:xfrm>
            <a:custGeom>
              <a:rect b="b" l="l" r="r" t="t"/>
              <a:pathLst>
                <a:path extrusionOk="0" h="9449" w="9698">
                  <a:moveTo>
                    <a:pt x="3762" y="1"/>
                  </a:moveTo>
                  <a:lnTo>
                    <a:pt x="1" y="4759"/>
                  </a:lnTo>
                  <a:lnTo>
                    <a:pt x="5936" y="9449"/>
                  </a:lnTo>
                  <a:lnTo>
                    <a:pt x="9697" y="4693"/>
                  </a:lnTo>
                  <a:lnTo>
                    <a:pt x="3762"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8" name="Google Shape;1928;p34"/>
            <p:cNvSpPr/>
            <p:nvPr/>
          </p:nvSpPr>
          <p:spPr>
            <a:xfrm>
              <a:off x="7505485" y="91890"/>
              <a:ext cx="561067" cy="546196"/>
            </a:xfrm>
            <a:custGeom>
              <a:rect b="b" l="l" r="r" t="t"/>
              <a:pathLst>
                <a:path extrusionOk="0" h="8191" w="8414">
                  <a:moveTo>
                    <a:pt x="3237" y="1"/>
                  </a:moveTo>
                  <a:lnTo>
                    <a:pt x="0" y="4089"/>
                  </a:lnTo>
                  <a:lnTo>
                    <a:pt x="5174" y="8191"/>
                  </a:lnTo>
                  <a:lnTo>
                    <a:pt x="8414" y="4089"/>
                  </a:lnTo>
                  <a:lnTo>
                    <a:pt x="3237"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34"/>
            <p:cNvSpPr/>
            <p:nvPr/>
          </p:nvSpPr>
          <p:spPr>
            <a:xfrm>
              <a:off x="7459940" y="47212"/>
              <a:ext cx="261395" cy="317409"/>
            </a:xfrm>
            <a:custGeom>
              <a:rect b="b" l="l" r="r" t="t"/>
              <a:pathLst>
                <a:path extrusionOk="0" h="4760" w="3920">
                  <a:moveTo>
                    <a:pt x="3762" y="1"/>
                  </a:moveTo>
                  <a:lnTo>
                    <a:pt x="1" y="4759"/>
                  </a:lnTo>
                  <a:lnTo>
                    <a:pt x="683" y="4759"/>
                  </a:lnTo>
                  <a:lnTo>
                    <a:pt x="3920" y="671"/>
                  </a:lnTo>
                  <a:lnTo>
                    <a:pt x="3762"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0" name="Google Shape;1930;p34"/>
            <p:cNvSpPr/>
            <p:nvPr/>
          </p:nvSpPr>
          <p:spPr>
            <a:xfrm>
              <a:off x="7846305" y="360158"/>
              <a:ext cx="260328" cy="317142"/>
            </a:xfrm>
            <a:custGeom>
              <a:rect b="b" l="l" r="r" t="t"/>
              <a:pathLst>
                <a:path extrusionOk="0" h="4756" w="3904">
                  <a:moveTo>
                    <a:pt x="3237" y="0"/>
                  </a:moveTo>
                  <a:lnTo>
                    <a:pt x="0" y="4102"/>
                  </a:lnTo>
                  <a:lnTo>
                    <a:pt x="142" y="4756"/>
                  </a:lnTo>
                  <a:lnTo>
                    <a:pt x="3903"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1" name="Google Shape;1931;p34"/>
            <p:cNvSpPr/>
            <p:nvPr/>
          </p:nvSpPr>
          <p:spPr>
            <a:xfrm>
              <a:off x="7505485" y="91890"/>
              <a:ext cx="554798" cy="540995"/>
            </a:xfrm>
            <a:custGeom>
              <a:rect b="b" l="l" r="r" t="t"/>
              <a:pathLst>
                <a:path extrusionOk="0" h="8113" w="8320">
                  <a:moveTo>
                    <a:pt x="3249" y="104"/>
                  </a:moveTo>
                  <a:lnTo>
                    <a:pt x="8228" y="4036"/>
                  </a:lnTo>
                  <a:lnTo>
                    <a:pt x="5083" y="8021"/>
                  </a:lnTo>
                  <a:lnTo>
                    <a:pt x="104" y="4077"/>
                  </a:lnTo>
                  <a:lnTo>
                    <a:pt x="3249" y="104"/>
                  </a:lnTo>
                  <a:close/>
                  <a:moveTo>
                    <a:pt x="3237" y="1"/>
                  </a:moveTo>
                  <a:lnTo>
                    <a:pt x="25" y="4061"/>
                  </a:lnTo>
                  <a:lnTo>
                    <a:pt x="0" y="4089"/>
                  </a:lnTo>
                  <a:lnTo>
                    <a:pt x="5095" y="8112"/>
                  </a:lnTo>
                  <a:lnTo>
                    <a:pt x="8307" y="4048"/>
                  </a:lnTo>
                  <a:lnTo>
                    <a:pt x="8319" y="4023"/>
                  </a:lnTo>
                  <a:lnTo>
                    <a:pt x="323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2" name="Google Shape;1932;p34"/>
            <p:cNvSpPr/>
            <p:nvPr/>
          </p:nvSpPr>
          <p:spPr>
            <a:xfrm>
              <a:off x="7758816" y="292807"/>
              <a:ext cx="216718" cy="271865"/>
            </a:xfrm>
            <a:custGeom>
              <a:rect b="b" l="l" r="r" t="t"/>
              <a:pathLst>
                <a:path extrusionOk="0" h="4077" w="3250">
                  <a:moveTo>
                    <a:pt x="3184" y="1"/>
                  </a:moveTo>
                  <a:lnTo>
                    <a:pt x="1" y="4036"/>
                  </a:lnTo>
                  <a:lnTo>
                    <a:pt x="54" y="4077"/>
                  </a:lnTo>
                  <a:lnTo>
                    <a:pt x="3250" y="42"/>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3" name="Google Shape;1933;p34"/>
            <p:cNvSpPr/>
            <p:nvPr/>
          </p:nvSpPr>
          <p:spPr>
            <a:xfrm>
              <a:off x="7674928" y="226324"/>
              <a:ext cx="215851" cy="271865"/>
            </a:xfrm>
            <a:custGeom>
              <a:rect b="b" l="l" r="r" t="t"/>
              <a:pathLst>
                <a:path extrusionOk="0" h="4077" w="3237">
                  <a:moveTo>
                    <a:pt x="3184" y="1"/>
                  </a:moveTo>
                  <a:lnTo>
                    <a:pt x="1" y="4039"/>
                  </a:lnTo>
                  <a:lnTo>
                    <a:pt x="54" y="4077"/>
                  </a:lnTo>
                  <a:lnTo>
                    <a:pt x="3237" y="42"/>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34"/>
            <p:cNvSpPr/>
            <p:nvPr/>
          </p:nvSpPr>
          <p:spPr>
            <a:xfrm>
              <a:off x="7591040" y="160040"/>
              <a:ext cx="215851" cy="271865"/>
            </a:xfrm>
            <a:custGeom>
              <a:rect b="b" l="l" r="r" t="t"/>
              <a:pathLst>
                <a:path extrusionOk="0" h="4077" w="3237">
                  <a:moveTo>
                    <a:pt x="3183" y="1"/>
                  </a:moveTo>
                  <a:lnTo>
                    <a:pt x="0" y="4036"/>
                  </a:lnTo>
                  <a:lnTo>
                    <a:pt x="54" y="4077"/>
                  </a:lnTo>
                  <a:lnTo>
                    <a:pt x="3237" y="38"/>
                  </a:lnTo>
                  <a:lnTo>
                    <a:pt x="3183"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34"/>
            <p:cNvSpPr/>
            <p:nvPr/>
          </p:nvSpPr>
          <p:spPr>
            <a:xfrm>
              <a:off x="7666993" y="160907"/>
              <a:ext cx="338347" cy="269131"/>
            </a:xfrm>
            <a:custGeom>
              <a:rect b="b" l="l" r="r" t="t"/>
              <a:pathLst>
                <a:path extrusionOk="0" h="4036" w="5074">
                  <a:moveTo>
                    <a:pt x="41" y="0"/>
                  </a:moveTo>
                  <a:lnTo>
                    <a:pt x="0" y="54"/>
                  </a:lnTo>
                  <a:lnTo>
                    <a:pt x="5032" y="4036"/>
                  </a:lnTo>
                  <a:lnTo>
                    <a:pt x="5073" y="3970"/>
                  </a:lnTo>
                  <a:lnTo>
                    <a:pt x="41"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34"/>
            <p:cNvSpPr/>
            <p:nvPr/>
          </p:nvSpPr>
          <p:spPr>
            <a:xfrm>
              <a:off x="7613712" y="228191"/>
              <a:ext cx="339147" cy="269197"/>
            </a:xfrm>
            <a:custGeom>
              <a:rect b="b" l="l" r="r" t="t"/>
              <a:pathLst>
                <a:path extrusionOk="0" h="4037" w="5086">
                  <a:moveTo>
                    <a:pt x="41" y="1"/>
                  </a:moveTo>
                  <a:lnTo>
                    <a:pt x="0" y="51"/>
                  </a:lnTo>
                  <a:lnTo>
                    <a:pt x="5032" y="4036"/>
                  </a:lnTo>
                  <a:lnTo>
                    <a:pt x="5086" y="3970"/>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7" name="Google Shape;1937;p34"/>
            <p:cNvSpPr/>
            <p:nvPr/>
          </p:nvSpPr>
          <p:spPr>
            <a:xfrm>
              <a:off x="7560432" y="295541"/>
              <a:ext cx="339214" cy="269131"/>
            </a:xfrm>
            <a:custGeom>
              <a:rect b="b" l="l" r="r" t="t"/>
              <a:pathLst>
                <a:path extrusionOk="0" h="4036" w="5087">
                  <a:moveTo>
                    <a:pt x="41" y="1"/>
                  </a:moveTo>
                  <a:lnTo>
                    <a:pt x="0" y="51"/>
                  </a:lnTo>
                  <a:lnTo>
                    <a:pt x="5033" y="4036"/>
                  </a:lnTo>
                  <a:lnTo>
                    <a:pt x="5086" y="3970"/>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8" name="Google Shape;1938;p34"/>
            <p:cNvSpPr/>
            <p:nvPr/>
          </p:nvSpPr>
          <p:spPr>
            <a:xfrm>
              <a:off x="7112186" y="34209"/>
              <a:ext cx="646687" cy="629283"/>
            </a:xfrm>
            <a:custGeom>
              <a:rect b="b" l="l" r="r" t="t"/>
              <a:pathLst>
                <a:path extrusionOk="0" h="9437" w="9698">
                  <a:moveTo>
                    <a:pt x="3759" y="1"/>
                  </a:moveTo>
                  <a:lnTo>
                    <a:pt x="1" y="4756"/>
                  </a:lnTo>
                  <a:lnTo>
                    <a:pt x="5936" y="9436"/>
                  </a:lnTo>
                  <a:lnTo>
                    <a:pt x="9698" y="4690"/>
                  </a:lnTo>
                  <a:lnTo>
                    <a:pt x="3759"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9" name="Google Shape;1939;p34"/>
            <p:cNvSpPr/>
            <p:nvPr/>
          </p:nvSpPr>
          <p:spPr>
            <a:xfrm>
              <a:off x="7157530" y="77820"/>
              <a:ext cx="561067" cy="546196"/>
            </a:xfrm>
            <a:custGeom>
              <a:rect b="b" l="l" r="r" t="t"/>
              <a:pathLst>
                <a:path extrusionOk="0" h="8191" w="8414">
                  <a:moveTo>
                    <a:pt x="3237" y="1"/>
                  </a:moveTo>
                  <a:lnTo>
                    <a:pt x="0" y="4102"/>
                  </a:lnTo>
                  <a:lnTo>
                    <a:pt x="5177" y="8191"/>
                  </a:lnTo>
                  <a:lnTo>
                    <a:pt x="8414" y="4090"/>
                  </a:lnTo>
                  <a:lnTo>
                    <a:pt x="3237"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0" name="Google Shape;1940;p34"/>
            <p:cNvSpPr/>
            <p:nvPr/>
          </p:nvSpPr>
          <p:spPr>
            <a:xfrm>
              <a:off x="7112186" y="34209"/>
              <a:ext cx="261195" cy="317209"/>
            </a:xfrm>
            <a:custGeom>
              <a:rect b="b" l="l" r="r" t="t"/>
              <a:pathLst>
                <a:path extrusionOk="0" h="4757" w="3917">
                  <a:moveTo>
                    <a:pt x="3759" y="1"/>
                  </a:moveTo>
                  <a:lnTo>
                    <a:pt x="1" y="4756"/>
                  </a:lnTo>
                  <a:lnTo>
                    <a:pt x="680" y="4756"/>
                  </a:lnTo>
                  <a:lnTo>
                    <a:pt x="3917" y="655"/>
                  </a:lnTo>
                  <a:lnTo>
                    <a:pt x="3759"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34"/>
            <p:cNvSpPr/>
            <p:nvPr/>
          </p:nvSpPr>
          <p:spPr>
            <a:xfrm>
              <a:off x="7498350" y="346954"/>
              <a:ext cx="260529" cy="316542"/>
            </a:xfrm>
            <a:custGeom>
              <a:rect b="b" l="l" r="r" t="t"/>
              <a:pathLst>
                <a:path extrusionOk="0" h="4747" w="3907">
                  <a:moveTo>
                    <a:pt x="3237" y="0"/>
                  </a:moveTo>
                  <a:lnTo>
                    <a:pt x="0" y="4105"/>
                  </a:lnTo>
                  <a:lnTo>
                    <a:pt x="145" y="4746"/>
                  </a:lnTo>
                  <a:lnTo>
                    <a:pt x="3907"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2" name="Google Shape;1942;p34"/>
            <p:cNvSpPr/>
            <p:nvPr/>
          </p:nvSpPr>
          <p:spPr>
            <a:xfrm>
              <a:off x="7157530" y="77820"/>
              <a:ext cx="554998" cy="541795"/>
            </a:xfrm>
            <a:custGeom>
              <a:rect b="b" l="l" r="r" t="t"/>
              <a:pathLst>
                <a:path extrusionOk="0" h="8125" w="8323">
                  <a:moveTo>
                    <a:pt x="3252" y="105"/>
                  </a:moveTo>
                  <a:lnTo>
                    <a:pt x="8231" y="4036"/>
                  </a:lnTo>
                  <a:lnTo>
                    <a:pt x="5086" y="8021"/>
                  </a:lnTo>
                  <a:lnTo>
                    <a:pt x="107" y="4090"/>
                  </a:lnTo>
                  <a:lnTo>
                    <a:pt x="3252" y="105"/>
                  </a:lnTo>
                  <a:close/>
                  <a:moveTo>
                    <a:pt x="3237" y="1"/>
                  </a:moveTo>
                  <a:lnTo>
                    <a:pt x="29" y="4064"/>
                  </a:lnTo>
                  <a:lnTo>
                    <a:pt x="0" y="4102"/>
                  </a:lnTo>
                  <a:lnTo>
                    <a:pt x="5099" y="8125"/>
                  </a:lnTo>
                  <a:lnTo>
                    <a:pt x="8310" y="4064"/>
                  </a:lnTo>
                  <a:lnTo>
                    <a:pt x="8323" y="4024"/>
                  </a:lnTo>
                  <a:lnTo>
                    <a:pt x="323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3" name="Google Shape;1943;p34"/>
            <p:cNvSpPr/>
            <p:nvPr/>
          </p:nvSpPr>
          <p:spPr>
            <a:xfrm>
              <a:off x="7411061" y="278737"/>
              <a:ext cx="216718" cy="272731"/>
            </a:xfrm>
            <a:custGeom>
              <a:rect b="b" l="l" r="r" t="t"/>
              <a:pathLst>
                <a:path extrusionOk="0" h="4090" w="3250">
                  <a:moveTo>
                    <a:pt x="3184" y="1"/>
                  </a:moveTo>
                  <a:lnTo>
                    <a:pt x="1" y="4039"/>
                  </a:lnTo>
                  <a:lnTo>
                    <a:pt x="51" y="4090"/>
                  </a:lnTo>
                  <a:lnTo>
                    <a:pt x="3250" y="54"/>
                  </a:lnTo>
                  <a:lnTo>
                    <a:pt x="318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34"/>
            <p:cNvSpPr/>
            <p:nvPr/>
          </p:nvSpPr>
          <p:spPr>
            <a:xfrm>
              <a:off x="7327173" y="212520"/>
              <a:ext cx="215918" cy="272665"/>
            </a:xfrm>
            <a:custGeom>
              <a:rect b="b" l="l" r="r" t="t"/>
              <a:pathLst>
                <a:path extrusionOk="0" h="4089" w="3238">
                  <a:moveTo>
                    <a:pt x="3184" y="0"/>
                  </a:moveTo>
                  <a:lnTo>
                    <a:pt x="1" y="4035"/>
                  </a:lnTo>
                  <a:lnTo>
                    <a:pt x="51" y="4089"/>
                  </a:lnTo>
                  <a:lnTo>
                    <a:pt x="3237" y="50"/>
                  </a:lnTo>
                  <a:lnTo>
                    <a:pt x="31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5" name="Google Shape;1945;p34"/>
            <p:cNvSpPr/>
            <p:nvPr/>
          </p:nvSpPr>
          <p:spPr>
            <a:xfrm>
              <a:off x="7243285" y="146037"/>
              <a:ext cx="215918" cy="272665"/>
            </a:xfrm>
            <a:custGeom>
              <a:rect b="b" l="l" r="r" t="t"/>
              <a:pathLst>
                <a:path extrusionOk="0" h="4089" w="3238">
                  <a:moveTo>
                    <a:pt x="3184" y="0"/>
                  </a:moveTo>
                  <a:lnTo>
                    <a:pt x="1" y="4035"/>
                  </a:lnTo>
                  <a:lnTo>
                    <a:pt x="51" y="4089"/>
                  </a:lnTo>
                  <a:lnTo>
                    <a:pt x="3237" y="53"/>
                  </a:lnTo>
                  <a:lnTo>
                    <a:pt x="31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6" name="Google Shape;1946;p34"/>
            <p:cNvSpPr/>
            <p:nvPr/>
          </p:nvSpPr>
          <p:spPr>
            <a:xfrm>
              <a:off x="7319238" y="146837"/>
              <a:ext cx="338347" cy="269397"/>
            </a:xfrm>
            <a:custGeom>
              <a:rect b="b" l="l" r="r" t="t"/>
              <a:pathLst>
                <a:path extrusionOk="0" h="4040" w="5074">
                  <a:moveTo>
                    <a:pt x="41" y="1"/>
                  </a:moveTo>
                  <a:lnTo>
                    <a:pt x="0" y="54"/>
                  </a:lnTo>
                  <a:lnTo>
                    <a:pt x="5033" y="4039"/>
                  </a:lnTo>
                  <a:lnTo>
                    <a:pt x="5073" y="3986"/>
                  </a:lnTo>
                  <a:lnTo>
                    <a:pt x="41"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7" name="Google Shape;1947;p34"/>
            <p:cNvSpPr/>
            <p:nvPr/>
          </p:nvSpPr>
          <p:spPr>
            <a:xfrm>
              <a:off x="7265958" y="214187"/>
              <a:ext cx="339214" cy="269131"/>
            </a:xfrm>
            <a:custGeom>
              <a:rect b="b" l="l" r="r" t="t"/>
              <a:pathLst>
                <a:path extrusionOk="0" h="4036" w="5087">
                  <a:moveTo>
                    <a:pt x="38" y="0"/>
                  </a:moveTo>
                  <a:lnTo>
                    <a:pt x="0" y="54"/>
                  </a:lnTo>
                  <a:lnTo>
                    <a:pt x="5033" y="4036"/>
                  </a:lnTo>
                  <a:lnTo>
                    <a:pt x="5086" y="3985"/>
                  </a:lnTo>
                  <a:lnTo>
                    <a:pt x="38"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8" name="Google Shape;1948;p34"/>
            <p:cNvSpPr/>
            <p:nvPr/>
          </p:nvSpPr>
          <p:spPr>
            <a:xfrm>
              <a:off x="7212678" y="281471"/>
              <a:ext cx="339014" cy="269197"/>
            </a:xfrm>
            <a:custGeom>
              <a:rect b="b" l="l" r="r" t="t"/>
              <a:pathLst>
                <a:path extrusionOk="0" h="4037" w="5084">
                  <a:moveTo>
                    <a:pt x="38" y="1"/>
                  </a:moveTo>
                  <a:lnTo>
                    <a:pt x="0" y="54"/>
                  </a:lnTo>
                  <a:lnTo>
                    <a:pt x="5033" y="4036"/>
                  </a:lnTo>
                  <a:lnTo>
                    <a:pt x="5083" y="3986"/>
                  </a:lnTo>
                  <a:lnTo>
                    <a:pt x="38"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9" name="Google Shape;1949;p34"/>
            <p:cNvSpPr/>
            <p:nvPr/>
          </p:nvSpPr>
          <p:spPr>
            <a:xfrm>
              <a:off x="7562099" y="941371"/>
              <a:ext cx="413432" cy="283867"/>
            </a:xfrm>
            <a:custGeom>
              <a:rect b="b" l="l" r="r" t="t"/>
              <a:pathLst>
                <a:path extrusionOk="0" h="4257" w="6200">
                  <a:moveTo>
                    <a:pt x="1313" y="0"/>
                  </a:moveTo>
                  <a:cubicBezTo>
                    <a:pt x="942" y="0"/>
                    <a:pt x="583" y="201"/>
                    <a:pt x="409" y="550"/>
                  </a:cubicBezTo>
                  <a:lnTo>
                    <a:pt x="265" y="824"/>
                  </a:lnTo>
                  <a:cubicBezTo>
                    <a:pt x="0" y="1324"/>
                    <a:pt x="199" y="1937"/>
                    <a:pt x="696" y="2201"/>
                  </a:cubicBezTo>
                  <a:lnTo>
                    <a:pt x="4419" y="4139"/>
                  </a:lnTo>
                  <a:cubicBezTo>
                    <a:pt x="4569" y="4218"/>
                    <a:pt x="4730" y="4256"/>
                    <a:pt x="4889" y="4256"/>
                  </a:cubicBezTo>
                  <a:cubicBezTo>
                    <a:pt x="5256" y="4256"/>
                    <a:pt x="5612" y="4055"/>
                    <a:pt x="5794" y="3708"/>
                  </a:cubicBezTo>
                  <a:lnTo>
                    <a:pt x="5939" y="3431"/>
                  </a:lnTo>
                  <a:cubicBezTo>
                    <a:pt x="6200" y="2934"/>
                    <a:pt x="6005" y="2305"/>
                    <a:pt x="5505" y="2057"/>
                  </a:cubicBezTo>
                  <a:lnTo>
                    <a:pt x="1784" y="116"/>
                  </a:lnTo>
                  <a:cubicBezTo>
                    <a:pt x="1634" y="37"/>
                    <a:pt x="1472" y="0"/>
                    <a:pt x="1313"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0" name="Google Shape;1950;p34"/>
            <p:cNvSpPr/>
            <p:nvPr/>
          </p:nvSpPr>
          <p:spPr>
            <a:xfrm>
              <a:off x="6958280" y="443179"/>
              <a:ext cx="879275" cy="879075"/>
            </a:xfrm>
            <a:custGeom>
              <a:rect b="b" l="l" r="r" t="t"/>
              <a:pathLst>
                <a:path extrusionOk="0" h="13183" w="13186">
                  <a:moveTo>
                    <a:pt x="6593" y="1"/>
                  </a:moveTo>
                  <a:cubicBezTo>
                    <a:pt x="2951" y="1"/>
                    <a:pt x="0" y="2948"/>
                    <a:pt x="0" y="6593"/>
                  </a:cubicBezTo>
                  <a:cubicBezTo>
                    <a:pt x="0" y="10235"/>
                    <a:pt x="2951" y="13182"/>
                    <a:pt x="6593" y="13182"/>
                  </a:cubicBezTo>
                  <a:cubicBezTo>
                    <a:pt x="10235" y="13182"/>
                    <a:pt x="13185" y="10235"/>
                    <a:pt x="13185" y="6593"/>
                  </a:cubicBezTo>
                  <a:cubicBezTo>
                    <a:pt x="13185" y="2948"/>
                    <a:pt x="10235" y="1"/>
                    <a:pt x="6593" y="1"/>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1" name="Google Shape;1951;p34"/>
            <p:cNvSpPr/>
            <p:nvPr/>
          </p:nvSpPr>
          <p:spPr>
            <a:xfrm>
              <a:off x="7003758" y="488523"/>
              <a:ext cx="788254" cy="788387"/>
            </a:xfrm>
            <a:custGeom>
              <a:rect b="b" l="l" r="r" t="t"/>
              <a:pathLst>
                <a:path extrusionOk="0" h="11823" w="11821">
                  <a:moveTo>
                    <a:pt x="5911" y="0"/>
                  </a:moveTo>
                  <a:cubicBezTo>
                    <a:pt x="2649" y="0"/>
                    <a:pt x="1" y="2648"/>
                    <a:pt x="1" y="5913"/>
                  </a:cubicBezTo>
                  <a:cubicBezTo>
                    <a:pt x="1" y="9175"/>
                    <a:pt x="2649" y="11823"/>
                    <a:pt x="5911" y="11823"/>
                  </a:cubicBezTo>
                  <a:cubicBezTo>
                    <a:pt x="9175" y="11823"/>
                    <a:pt x="11821" y="9175"/>
                    <a:pt x="11821" y="5913"/>
                  </a:cubicBezTo>
                  <a:cubicBezTo>
                    <a:pt x="11821" y="2648"/>
                    <a:pt x="9175" y="0"/>
                    <a:pt x="5911"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2" name="Google Shape;1952;p34"/>
            <p:cNvSpPr/>
            <p:nvPr/>
          </p:nvSpPr>
          <p:spPr>
            <a:xfrm>
              <a:off x="7091247" y="548872"/>
              <a:ext cx="632617" cy="382091"/>
            </a:xfrm>
            <a:custGeom>
              <a:rect b="b" l="l" r="r" t="t"/>
              <a:pathLst>
                <a:path extrusionOk="0" h="5730" w="9487">
                  <a:moveTo>
                    <a:pt x="5162" y="1"/>
                  </a:moveTo>
                  <a:cubicBezTo>
                    <a:pt x="2778" y="1"/>
                    <a:pt x="1139" y="878"/>
                    <a:pt x="601" y="2948"/>
                  </a:cubicBezTo>
                  <a:cubicBezTo>
                    <a:pt x="0" y="5257"/>
                    <a:pt x="1966" y="5335"/>
                    <a:pt x="4350" y="5335"/>
                  </a:cubicBezTo>
                  <a:cubicBezTo>
                    <a:pt x="5627" y="5335"/>
                    <a:pt x="7009" y="5729"/>
                    <a:pt x="8018" y="5729"/>
                  </a:cubicBezTo>
                  <a:cubicBezTo>
                    <a:pt x="8893" y="5729"/>
                    <a:pt x="9486" y="5433"/>
                    <a:pt x="9486" y="4326"/>
                  </a:cubicBezTo>
                  <a:cubicBezTo>
                    <a:pt x="9486" y="1942"/>
                    <a:pt x="7549" y="1"/>
                    <a:pt x="516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3" name="Google Shape;1953;p34"/>
            <p:cNvSpPr/>
            <p:nvPr/>
          </p:nvSpPr>
          <p:spPr>
            <a:xfrm>
              <a:off x="7364716" y="1004454"/>
              <a:ext cx="330412" cy="202848"/>
            </a:xfrm>
            <a:custGeom>
              <a:rect b="b" l="l" r="r" t="t"/>
              <a:pathLst>
                <a:path extrusionOk="0" h="3042" w="4955">
                  <a:moveTo>
                    <a:pt x="3038" y="0"/>
                  </a:moveTo>
                  <a:cubicBezTo>
                    <a:pt x="2734" y="0"/>
                    <a:pt x="2425" y="50"/>
                    <a:pt x="2149" y="154"/>
                  </a:cubicBezTo>
                  <a:cubicBezTo>
                    <a:pt x="1205" y="507"/>
                    <a:pt x="1" y="1032"/>
                    <a:pt x="274" y="1752"/>
                  </a:cubicBezTo>
                  <a:cubicBezTo>
                    <a:pt x="506" y="2364"/>
                    <a:pt x="1649" y="3042"/>
                    <a:pt x="2569" y="3042"/>
                  </a:cubicBezTo>
                  <a:cubicBezTo>
                    <a:pt x="2751" y="3042"/>
                    <a:pt x="2924" y="3015"/>
                    <a:pt x="3080" y="2957"/>
                  </a:cubicBezTo>
                  <a:cubicBezTo>
                    <a:pt x="4023" y="2605"/>
                    <a:pt x="4954" y="1529"/>
                    <a:pt x="4678" y="809"/>
                  </a:cubicBezTo>
                  <a:cubicBezTo>
                    <a:pt x="4484" y="291"/>
                    <a:pt x="3772" y="0"/>
                    <a:pt x="303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4" name="Google Shape;1954;p34"/>
            <p:cNvSpPr/>
            <p:nvPr/>
          </p:nvSpPr>
          <p:spPr>
            <a:xfrm>
              <a:off x="7062306" y="953974"/>
              <a:ext cx="262196" cy="222319"/>
            </a:xfrm>
            <a:custGeom>
              <a:rect b="b" l="l" r="r" t="t"/>
              <a:pathLst>
                <a:path extrusionOk="0" h="3334" w="3932">
                  <a:moveTo>
                    <a:pt x="2008" y="1"/>
                  </a:moveTo>
                  <a:cubicBezTo>
                    <a:pt x="1334" y="1"/>
                    <a:pt x="622" y="221"/>
                    <a:pt x="381" y="635"/>
                  </a:cubicBezTo>
                  <a:cubicBezTo>
                    <a:pt x="0" y="1305"/>
                    <a:pt x="708" y="2563"/>
                    <a:pt x="1428" y="2981"/>
                  </a:cubicBezTo>
                  <a:cubicBezTo>
                    <a:pt x="1800" y="3190"/>
                    <a:pt x="2251" y="3333"/>
                    <a:pt x="2653" y="3333"/>
                  </a:cubicBezTo>
                  <a:cubicBezTo>
                    <a:pt x="3032" y="3333"/>
                    <a:pt x="3367" y="3207"/>
                    <a:pt x="3551" y="2890"/>
                  </a:cubicBezTo>
                  <a:cubicBezTo>
                    <a:pt x="3932" y="2236"/>
                    <a:pt x="3762" y="647"/>
                    <a:pt x="3042" y="229"/>
                  </a:cubicBezTo>
                  <a:cubicBezTo>
                    <a:pt x="2777" y="75"/>
                    <a:pt x="2399" y="1"/>
                    <a:pt x="200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33" Type="http://schemas.openxmlformats.org/officeDocument/2006/relationships/slideLayout" Target="../slideLayouts/slideLayout33.xml"/><Relationship Id="rId10" Type="http://schemas.openxmlformats.org/officeDocument/2006/relationships/slideLayout" Target="../slideLayouts/slideLayout10.xml"/><Relationship Id="rId32" Type="http://schemas.openxmlformats.org/officeDocument/2006/relationships/slideLayout" Target="../slideLayouts/slideLayout32.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34" Type="http://schemas.openxmlformats.org/officeDocument/2006/relationships/theme" Target="../theme/theme1.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dk2"/>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20000" y="540000"/>
            <a:ext cx="7704000" cy="4776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chemeClr val="dk1"/>
              </a:buClr>
              <a:buSzPts val="3000"/>
              <a:buFont typeface="DM Serif Display"/>
              <a:buNone/>
              <a:defRPr sz="3000">
                <a:solidFill>
                  <a:schemeClr val="dk1"/>
                </a:solidFill>
                <a:latin typeface="DM Serif Display"/>
                <a:ea typeface="DM Serif Display"/>
                <a:cs typeface="DM Serif Display"/>
                <a:sym typeface="DM Serif Display"/>
              </a:defRPr>
            </a:lvl1pPr>
            <a:lvl2pPr lvl="1"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2pPr>
            <a:lvl3pPr lvl="2"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3pPr>
            <a:lvl4pPr lvl="3"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4pPr>
            <a:lvl5pPr lvl="4"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5pPr>
            <a:lvl6pPr lvl="5"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6pPr>
            <a:lvl7pPr lvl="6"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7pPr>
            <a:lvl8pPr lvl="7"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8pPr>
            <a:lvl9pPr lvl="8" rtl="0">
              <a:spcBef>
                <a:spcPts val="0"/>
              </a:spcBef>
              <a:spcAft>
                <a:spcPts val="0"/>
              </a:spcAft>
              <a:buClr>
                <a:schemeClr val="dk1"/>
              </a:buClr>
              <a:buSzPts val="2800"/>
              <a:buFont typeface="DM Serif Display"/>
              <a:buNone/>
              <a:defRPr sz="2800">
                <a:solidFill>
                  <a:schemeClr val="dk1"/>
                </a:solidFill>
                <a:latin typeface="DM Serif Display"/>
                <a:ea typeface="DM Serif Display"/>
                <a:cs typeface="DM Serif Display"/>
                <a:sym typeface="DM Serif Display"/>
              </a:defRPr>
            </a:lvl9pPr>
          </a:lstStyle>
          <a:p/>
        </p:txBody>
      </p:sp>
      <p:sp>
        <p:nvSpPr>
          <p:cNvPr id="7" name="Google Shape;7;p1"/>
          <p:cNvSpPr txBox="1"/>
          <p:nvPr>
            <p:ph idx="1" type="body"/>
          </p:nvPr>
        </p:nvSpPr>
        <p:spPr>
          <a:xfrm>
            <a:off x="720000" y="1152475"/>
            <a:ext cx="7704000" cy="3450900"/>
          </a:xfrm>
          <a:prstGeom prst="rect">
            <a:avLst/>
          </a:prstGeom>
          <a:noFill/>
          <a:ln>
            <a:noFill/>
          </a:ln>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1pPr>
            <a:lvl2pPr indent="-317500" lvl="1" marL="9144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2pPr>
            <a:lvl3pPr indent="-317500" lvl="2" marL="13716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3pPr>
            <a:lvl4pPr indent="-317500" lvl="3" marL="18288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4pPr>
            <a:lvl5pPr indent="-317500" lvl="4" marL="22860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5pPr>
            <a:lvl6pPr indent="-317500" lvl="5" marL="27432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6pPr>
            <a:lvl7pPr indent="-317500" lvl="6" marL="32004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7pPr>
            <a:lvl8pPr indent="-317500" lvl="7" marL="36576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8pPr>
            <a:lvl9pPr indent="-317500" lvl="8" marL="4114800" rtl="0">
              <a:lnSpc>
                <a:spcPct val="100000"/>
              </a:lnSpc>
              <a:spcBef>
                <a:spcPts val="0"/>
              </a:spcBef>
              <a:spcAft>
                <a:spcPts val="0"/>
              </a:spcAft>
              <a:buClr>
                <a:schemeClr val="dk1"/>
              </a:buClr>
              <a:buSzPts val="1400"/>
              <a:buFont typeface="Lato"/>
              <a:buChar char="■"/>
              <a:defRPr>
                <a:solidFill>
                  <a:schemeClr val="dk1"/>
                </a:solidFill>
                <a:latin typeface="Lato"/>
                <a:ea typeface="Lato"/>
                <a:cs typeface="Lato"/>
                <a:sym typeface="Lat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 id="2147483679" r:id="rId32"/>
    <p:sldLayoutId id="2147483680" r:id="rId3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hyperlink" Target="https://calendly.com/msanborn-andrew/30min" TargetMode="External"/><Relationship Id="rId4" Type="http://schemas.openxmlformats.org/officeDocument/2006/relationships/image" Target="../media/image5.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hyperlink" Target="https://calendar.app.google/ajW2us6Y9cJpid6u9" TargetMode="Externa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hyperlink" Target="mailto:tylery@andrew.cmu.edu" TargetMode="External"/><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hyperlink" Target="mailto:dustinmi@andrew.cmu.edu" TargetMode="Externa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hyperlink" Target="mailto:aboeva@andrew.cmu.edu" TargetMode="External"/><Relationship Id="rId4" Type="http://schemas.openxmlformats.org/officeDocument/2006/relationships/hyperlink" Target="https://calendly.com/aboeva/30min" TargetMode="External"/><Relationship Id="rId5" Type="http://schemas.openxmlformats.org/officeDocument/2006/relationships/image" Target="../media/image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hyperlink" Target="mailto:claytony@andrew.cmu.edu" TargetMode="External"/><Relationship Id="rId4" Type="http://schemas.openxmlformats.org/officeDocument/2006/relationships/hyperlink" Target="https://calendly.com/claytony-andrew/30min" TargetMode="External"/><Relationship Id="rId5"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hyperlink" Target="mailto:claytony@andrew.cmu.edu" TargetMode="External"/><Relationship Id="rId4" Type="http://schemas.openxmlformats.org/officeDocument/2006/relationships/hyperlink" Target="https://calendly.com/nj3004648/30min" TargetMode="External"/><Relationship Id="rId5"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hyperlink" Target="https://goodreads.com/kritdass" TargetMode="External"/><Relationship Id="rId4" Type="http://schemas.openxmlformats.org/officeDocument/2006/relationships/hyperlink" Target="mailto:kdass@andrew.cmu.edu" TargetMode="External"/><Relationship Id="rId5" Type="http://schemas.openxmlformats.org/officeDocument/2006/relationships/hyperlink" Target="https://calendly.com/kdass-andrew/30min" TargetMode="External"/><Relationship Id="rId6"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hyperlink" Target="mailto:claytony@andrew.cmu.edu" TargetMode="External"/><Relationship Id="rId4" Type="http://schemas.openxmlformats.org/officeDocument/2006/relationships/hyperlink" Target="https://calendly.com/virajkam-andrew/coffee-chat" TargetMode="External"/><Relationship Id="rId5"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8" name="Shape 1958"/>
        <p:cNvGrpSpPr/>
        <p:nvPr/>
      </p:nvGrpSpPr>
      <p:grpSpPr>
        <a:xfrm>
          <a:off x="0" y="0"/>
          <a:ext cx="0" cy="0"/>
          <a:chOff x="0" y="0"/>
          <a:chExt cx="0" cy="0"/>
        </a:xfrm>
      </p:grpSpPr>
      <p:sp>
        <p:nvSpPr>
          <p:cNvPr id="1959" name="Google Shape;1959;p35"/>
          <p:cNvSpPr txBox="1"/>
          <p:nvPr>
            <p:ph type="ctrTitle"/>
          </p:nvPr>
        </p:nvSpPr>
        <p:spPr>
          <a:xfrm>
            <a:off x="1107700" y="955850"/>
            <a:ext cx="6928500" cy="20742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sz="5100"/>
              <a:t>Computational Biology</a:t>
            </a:r>
            <a:r>
              <a:rPr lang="en">
                <a:solidFill>
                  <a:schemeClr val="dk1"/>
                </a:solidFill>
              </a:rPr>
              <a:t> </a:t>
            </a:r>
            <a:r>
              <a:rPr lang="en">
                <a:solidFill>
                  <a:schemeClr val="lt1"/>
                </a:solidFill>
              </a:rPr>
              <a:t>Coffee chats!</a:t>
            </a:r>
            <a:endParaRPr>
              <a:solidFill>
                <a:schemeClr val="lt1"/>
              </a:solidFill>
            </a:endParaRPr>
          </a:p>
        </p:txBody>
      </p:sp>
      <p:sp>
        <p:nvSpPr>
          <p:cNvPr id="1960" name="Google Shape;1960;p35"/>
          <p:cNvSpPr txBox="1"/>
          <p:nvPr>
            <p:ph idx="1" type="subTitle"/>
          </p:nvPr>
        </p:nvSpPr>
        <p:spPr>
          <a:xfrm>
            <a:off x="2436450" y="2933475"/>
            <a:ext cx="4271100" cy="3744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a:t>info. slides &amp; links!</a:t>
            </a:r>
            <a:endParaRPr/>
          </a:p>
          <a:p>
            <a:pPr indent="0" lvl="0" marL="0" rtl="0" algn="ctr">
              <a:spcBef>
                <a:spcPts val="0"/>
              </a:spcBef>
              <a:spcAft>
                <a:spcPts val="0"/>
              </a:spcAft>
              <a:buNone/>
            </a:pPr>
            <a:r>
              <a:t/>
            </a:r>
            <a:endParaRPr/>
          </a:p>
        </p:txBody>
      </p:sp>
      <p:grpSp>
        <p:nvGrpSpPr>
          <p:cNvPr id="1961" name="Google Shape;1961;p35"/>
          <p:cNvGrpSpPr/>
          <p:nvPr/>
        </p:nvGrpSpPr>
        <p:grpSpPr>
          <a:xfrm>
            <a:off x="-859968" y="1706517"/>
            <a:ext cx="2286076" cy="2104869"/>
            <a:chOff x="4354222" y="153972"/>
            <a:chExt cx="1400867" cy="1289906"/>
          </a:xfrm>
        </p:grpSpPr>
        <p:sp>
          <p:nvSpPr>
            <p:cNvPr id="1962" name="Google Shape;1962;p35"/>
            <p:cNvSpPr/>
            <p:nvPr/>
          </p:nvSpPr>
          <p:spPr>
            <a:xfrm>
              <a:off x="4452780" y="153972"/>
              <a:ext cx="1302309" cy="1289906"/>
            </a:xfrm>
            <a:custGeom>
              <a:rect b="b" l="l" r="r" t="t"/>
              <a:pathLst>
                <a:path extrusionOk="0" h="19344" w="19530">
                  <a:moveTo>
                    <a:pt x="8140" y="18450"/>
                  </a:moveTo>
                  <a:cubicBezTo>
                    <a:pt x="13028" y="19344"/>
                    <a:pt x="17733" y="16132"/>
                    <a:pt x="18623" y="11282"/>
                  </a:cubicBezTo>
                  <a:cubicBezTo>
                    <a:pt x="19529" y="6432"/>
                    <a:pt x="16293" y="1781"/>
                    <a:pt x="11389" y="891"/>
                  </a:cubicBezTo>
                  <a:cubicBezTo>
                    <a:pt x="6502" y="1"/>
                    <a:pt x="1796" y="3209"/>
                    <a:pt x="906" y="8059"/>
                  </a:cubicBezTo>
                  <a:cubicBezTo>
                    <a:pt x="0" y="12908"/>
                    <a:pt x="3240" y="17560"/>
                    <a:pt x="8140" y="1845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3" name="Google Shape;1963;p35"/>
            <p:cNvSpPr/>
            <p:nvPr/>
          </p:nvSpPr>
          <p:spPr>
            <a:xfrm>
              <a:off x="4354222" y="237393"/>
              <a:ext cx="1302042" cy="1190149"/>
            </a:xfrm>
            <a:custGeom>
              <a:rect b="b" l="l" r="r" t="t"/>
              <a:pathLst>
                <a:path extrusionOk="0" h="17848" w="19526">
                  <a:moveTo>
                    <a:pt x="9746" y="1"/>
                  </a:moveTo>
                  <a:cubicBezTo>
                    <a:pt x="5487" y="1"/>
                    <a:pt x="1691" y="3004"/>
                    <a:pt x="890" y="7304"/>
                  </a:cubicBezTo>
                  <a:cubicBezTo>
                    <a:pt x="0" y="12154"/>
                    <a:pt x="3237" y="16806"/>
                    <a:pt x="8124" y="17699"/>
                  </a:cubicBezTo>
                  <a:cubicBezTo>
                    <a:pt x="8675" y="17799"/>
                    <a:pt x="9222" y="17848"/>
                    <a:pt x="9763" y="17848"/>
                  </a:cubicBezTo>
                  <a:cubicBezTo>
                    <a:pt x="14033" y="17848"/>
                    <a:pt x="17830" y="14834"/>
                    <a:pt x="18620" y="10528"/>
                  </a:cubicBezTo>
                  <a:cubicBezTo>
                    <a:pt x="19526" y="5694"/>
                    <a:pt x="16289" y="1042"/>
                    <a:pt x="11386" y="149"/>
                  </a:cubicBezTo>
                  <a:cubicBezTo>
                    <a:pt x="10835" y="49"/>
                    <a:pt x="10287" y="1"/>
                    <a:pt x="9746"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4" name="Google Shape;1964;p35"/>
            <p:cNvSpPr/>
            <p:nvPr/>
          </p:nvSpPr>
          <p:spPr>
            <a:xfrm>
              <a:off x="5126684" y="923500"/>
              <a:ext cx="348616" cy="289069"/>
            </a:xfrm>
            <a:custGeom>
              <a:rect b="b" l="l" r="r" t="t"/>
              <a:pathLst>
                <a:path extrusionOk="0" h="4335" w="5228">
                  <a:moveTo>
                    <a:pt x="1212" y="0"/>
                  </a:moveTo>
                  <a:cubicBezTo>
                    <a:pt x="937" y="0"/>
                    <a:pt x="667" y="118"/>
                    <a:pt x="484" y="346"/>
                  </a:cubicBezTo>
                  <a:lnTo>
                    <a:pt x="315" y="570"/>
                  </a:lnTo>
                  <a:cubicBezTo>
                    <a:pt x="0" y="963"/>
                    <a:pt x="79" y="1538"/>
                    <a:pt x="472" y="1853"/>
                  </a:cubicBezTo>
                  <a:lnTo>
                    <a:pt x="3460" y="4146"/>
                  </a:lnTo>
                  <a:cubicBezTo>
                    <a:pt x="3625" y="4273"/>
                    <a:pt x="3825" y="4334"/>
                    <a:pt x="4023" y="4334"/>
                  </a:cubicBezTo>
                  <a:cubicBezTo>
                    <a:pt x="4297" y="4334"/>
                    <a:pt x="4568" y="4216"/>
                    <a:pt x="4743" y="3988"/>
                  </a:cubicBezTo>
                  <a:lnTo>
                    <a:pt x="4913" y="3765"/>
                  </a:lnTo>
                  <a:cubicBezTo>
                    <a:pt x="5227" y="3372"/>
                    <a:pt x="5165" y="2796"/>
                    <a:pt x="4756" y="2494"/>
                  </a:cubicBezTo>
                  <a:lnTo>
                    <a:pt x="1783" y="189"/>
                  </a:lnTo>
                  <a:cubicBezTo>
                    <a:pt x="1612" y="62"/>
                    <a:pt x="1410" y="0"/>
                    <a:pt x="1212"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5" name="Google Shape;1965;p35"/>
            <p:cNvSpPr/>
            <p:nvPr/>
          </p:nvSpPr>
          <p:spPr>
            <a:xfrm>
              <a:off x="4576078" y="440045"/>
              <a:ext cx="858337" cy="784720"/>
            </a:xfrm>
            <a:custGeom>
              <a:rect b="b" l="l" r="r" t="t"/>
              <a:pathLst>
                <a:path extrusionOk="0" h="11768" w="12872">
                  <a:moveTo>
                    <a:pt x="6430" y="0"/>
                  </a:moveTo>
                  <a:cubicBezTo>
                    <a:pt x="3619" y="0"/>
                    <a:pt x="1114" y="1990"/>
                    <a:pt x="589" y="4816"/>
                  </a:cubicBezTo>
                  <a:cubicBezTo>
                    <a:pt x="1" y="8015"/>
                    <a:pt x="2136" y="11081"/>
                    <a:pt x="5360" y="11672"/>
                  </a:cubicBezTo>
                  <a:cubicBezTo>
                    <a:pt x="5717" y="11736"/>
                    <a:pt x="6073" y="11767"/>
                    <a:pt x="6424" y="11767"/>
                  </a:cubicBezTo>
                  <a:cubicBezTo>
                    <a:pt x="9239" y="11767"/>
                    <a:pt x="11743" y="9783"/>
                    <a:pt x="12280" y="6939"/>
                  </a:cubicBezTo>
                  <a:cubicBezTo>
                    <a:pt x="12871" y="3756"/>
                    <a:pt x="10732" y="689"/>
                    <a:pt x="7508" y="98"/>
                  </a:cubicBezTo>
                  <a:cubicBezTo>
                    <a:pt x="7146" y="32"/>
                    <a:pt x="6786" y="0"/>
                    <a:pt x="6430"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6" name="Google Shape;1966;p35"/>
            <p:cNvSpPr/>
            <p:nvPr/>
          </p:nvSpPr>
          <p:spPr>
            <a:xfrm>
              <a:off x="4619756" y="480988"/>
              <a:ext cx="769983" cy="703034"/>
            </a:xfrm>
            <a:custGeom>
              <a:rect b="b" l="l" r="r" t="t"/>
              <a:pathLst>
                <a:path extrusionOk="0" h="10543" w="11547">
                  <a:moveTo>
                    <a:pt x="5770" y="0"/>
                  </a:moveTo>
                  <a:cubicBezTo>
                    <a:pt x="3256" y="0"/>
                    <a:pt x="1015" y="1773"/>
                    <a:pt x="538" y="4321"/>
                  </a:cubicBezTo>
                  <a:cubicBezTo>
                    <a:pt x="0" y="7177"/>
                    <a:pt x="1928" y="9929"/>
                    <a:pt x="4809" y="10455"/>
                  </a:cubicBezTo>
                  <a:cubicBezTo>
                    <a:pt x="5135" y="10514"/>
                    <a:pt x="5460" y="10542"/>
                    <a:pt x="5780" y="10542"/>
                  </a:cubicBezTo>
                  <a:cubicBezTo>
                    <a:pt x="8303" y="10542"/>
                    <a:pt x="10545" y="8769"/>
                    <a:pt x="11008" y="6221"/>
                  </a:cubicBezTo>
                  <a:cubicBezTo>
                    <a:pt x="11546" y="3365"/>
                    <a:pt x="9634" y="613"/>
                    <a:pt x="6737" y="88"/>
                  </a:cubicBezTo>
                  <a:cubicBezTo>
                    <a:pt x="6412" y="29"/>
                    <a:pt x="6089" y="0"/>
                    <a:pt x="5770"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7" name="Google Shape;1967;p35"/>
            <p:cNvSpPr/>
            <p:nvPr/>
          </p:nvSpPr>
          <p:spPr>
            <a:xfrm>
              <a:off x="4764859" y="541737"/>
              <a:ext cx="561933" cy="513989"/>
            </a:xfrm>
            <a:custGeom>
              <a:rect b="b" l="l" r="r" t="t"/>
              <a:pathLst>
                <a:path extrusionOk="0" h="7708" w="8427">
                  <a:moveTo>
                    <a:pt x="4197" y="1"/>
                  </a:moveTo>
                  <a:cubicBezTo>
                    <a:pt x="2364" y="1"/>
                    <a:pt x="731" y="1304"/>
                    <a:pt x="394" y="3162"/>
                  </a:cubicBezTo>
                  <a:cubicBezTo>
                    <a:pt x="1" y="5244"/>
                    <a:pt x="1403" y="7251"/>
                    <a:pt x="3514" y="7644"/>
                  </a:cubicBezTo>
                  <a:cubicBezTo>
                    <a:pt x="3750" y="7686"/>
                    <a:pt x="3985" y="7707"/>
                    <a:pt x="4216" y="7707"/>
                  </a:cubicBezTo>
                  <a:cubicBezTo>
                    <a:pt x="6055" y="7707"/>
                    <a:pt x="7697" y="6412"/>
                    <a:pt x="8046" y="4549"/>
                  </a:cubicBezTo>
                  <a:cubicBezTo>
                    <a:pt x="8427" y="2454"/>
                    <a:pt x="7036" y="448"/>
                    <a:pt x="4913" y="67"/>
                  </a:cubicBezTo>
                  <a:cubicBezTo>
                    <a:pt x="4673" y="22"/>
                    <a:pt x="4433" y="1"/>
                    <a:pt x="419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8" name="Google Shape;1968;p35"/>
            <p:cNvSpPr/>
            <p:nvPr/>
          </p:nvSpPr>
          <p:spPr>
            <a:xfrm>
              <a:off x="4874153" y="1032528"/>
              <a:ext cx="50612" cy="46478"/>
            </a:xfrm>
            <a:custGeom>
              <a:rect b="b" l="l" r="r" t="t"/>
              <a:pathLst>
                <a:path extrusionOk="0" h="697" w="759">
                  <a:moveTo>
                    <a:pt x="376" y="1"/>
                  </a:moveTo>
                  <a:cubicBezTo>
                    <a:pt x="208" y="1"/>
                    <a:pt x="61" y="120"/>
                    <a:pt x="25" y="284"/>
                  </a:cubicBezTo>
                  <a:cubicBezTo>
                    <a:pt x="0" y="479"/>
                    <a:pt x="117" y="664"/>
                    <a:pt x="315" y="690"/>
                  </a:cubicBezTo>
                  <a:cubicBezTo>
                    <a:pt x="338" y="694"/>
                    <a:pt x="361" y="696"/>
                    <a:pt x="383" y="696"/>
                  </a:cubicBezTo>
                  <a:cubicBezTo>
                    <a:pt x="551" y="696"/>
                    <a:pt x="698" y="577"/>
                    <a:pt x="720" y="413"/>
                  </a:cubicBezTo>
                  <a:cubicBezTo>
                    <a:pt x="758" y="218"/>
                    <a:pt x="629" y="35"/>
                    <a:pt x="444" y="7"/>
                  </a:cubicBezTo>
                  <a:cubicBezTo>
                    <a:pt x="421" y="3"/>
                    <a:pt x="398" y="1"/>
                    <a:pt x="376"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9" name="Google Shape;1969;p35"/>
            <p:cNvSpPr/>
            <p:nvPr/>
          </p:nvSpPr>
          <p:spPr>
            <a:xfrm>
              <a:off x="4994717" y="1078939"/>
              <a:ext cx="27140" cy="24272"/>
            </a:xfrm>
            <a:custGeom>
              <a:rect b="b" l="l" r="r" t="t"/>
              <a:pathLst>
                <a:path extrusionOk="0" h="364" w="407">
                  <a:moveTo>
                    <a:pt x="192" y="1"/>
                  </a:moveTo>
                  <a:cubicBezTo>
                    <a:pt x="105" y="1"/>
                    <a:pt x="37" y="62"/>
                    <a:pt x="26" y="151"/>
                  </a:cubicBezTo>
                  <a:cubicBezTo>
                    <a:pt x="1" y="242"/>
                    <a:pt x="67" y="346"/>
                    <a:pt x="171" y="362"/>
                  </a:cubicBezTo>
                  <a:cubicBezTo>
                    <a:pt x="179" y="363"/>
                    <a:pt x="188" y="363"/>
                    <a:pt x="196" y="363"/>
                  </a:cubicBezTo>
                  <a:cubicBezTo>
                    <a:pt x="289" y="363"/>
                    <a:pt x="367" y="301"/>
                    <a:pt x="381" y="217"/>
                  </a:cubicBezTo>
                  <a:cubicBezTo>
                    <a:pt x="406" y="110"/>
                    <a:pt x="340" y="19"/>
                    <a:pt x="237" y="6"/>
                  </a:cubicBezTo>
                  <a:cubicBezTo>
                    <a:pt x="221" y="3"/>
                    <a:pt x="206" y="1"/>
                    <a:pt x="19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0" name="Google Shape;1970;p35"/>
            <p:cNvSpPr/>
            <p:nvPr/>
          </p:nvSpPr>
          <p:spPr>
            <a:xfrm>
              <a:off x="4846013" y="568944"/>
              <a:ext cx="26273" cy="24673"/>
            </a:xfrm>
            <a:custGeom>
              <a:rect b="b" l="l" r="r" t="t"/>
              <a:pathLst>
                <a:path extrusionOk="0" h="370" w="394">
                  <a:moveTo>
                    <a:pt x="211" y="0"/>
                  </a:moveTo>
                  <a:cubicBezTo>
                    <a:pt x="118" y="0"/>
                    <a:pt x="39" y="61"/>
                    <a:pt x="16" y="159"/>
                  </a:cubicBezTo>
                  <a:cubicBezTo>
                    <a:pt x="1" y="250"/>
                    <a:pt x="67" y="342"/>
                    <a:pt x="158" y="367"/>
                  </a:cubicBezTo>
                  <a:cubicBezTo>
                    <a:pt x="169" y="368"/>
                    <a:pt x="179" y="369"/>
                    <a:pt x="189" y="369"/>
                  </a:cubicBezTo>
                  <a:cubicBezTo>
                    <a:pt x="282" y="369"/>
                    <a:pt x="359" y="307"/>
                    <a:pt x="381" y="225"/>
                  </a:cubicBezTo>
                  <a:cubicBezTo>
                    <a:pt x="394" y="118"/>
                    <a:pt x="331" y="27"/>
                    <a:pt x="237" y="2"/>
                  </a:cubicBezTo>
                  <a:cubicBezTo>
                    <a:pt x="228" y="1"/>
                    <a:pt x="219" y="0"/>
                    <a:pt x="21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1" name="Google Shape;1971;p35"/>
            <p:cNvSpPr/>
            <p:nvPr/>
          </p:nvSpPr>
          <p:spPr>
            <a:xfrm>
              <a:off x="4806003" y="975847"/>
              <a:ext cx="40076" cy="36542"/>
            </a:xfrm>
            <a:custGeom>
              <a:rect b="b" l="l" r="r" t="t"/>
              <a:pathLst>
                <a:path extrusionOk="0" h="548" w="601">
                  <a:moveTo>
                    <a:pt x="304" y="1"/>
                  </a:moveTo>
                  <a:cubicBezTo>
                    <a:pt x="178" y="1"/>
                    <a:pt x="63" y="88"/>
                    <a:pt x="38" y="228"/>
                  </a:cubicBezTo>
                  <a:cubicBezTo>
                    <a:pt x="0" y="373"/>
                    <a:pt x="104" y="517"/>
                    <a:pt x="261" y="543"/>
                  </a:cubicBezTo>
                  <a:cubicBezTo>
                    <a:pt x="277" y="546"/>
                    <a:pt x="293" y="547"/>
                    <a:pt x="308" y="547"/>
                  </a:cubicBezTo>
                  <a:cubicBezTo>
                    <a:pt x="436" y="547"/>
                    <a:pt x="553" y="448"/>
                    <a:pt x="576" y="319"/>
                  </a:cubicBezTo>
                  <a:cubicBezTo>
                    <a:pt x="601" y="178"/>
                    <a:pt x="510" y="33"/>
                    <a:pt x="352" y="5"/>
                  </a:cubicBezTo>
                  <a:cubicBezTo>
                    <a:pt x="336" y="2"/>
                    <a:pt x="320" y="1"/>
                    <a:pt x="304"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2" name="Google Shape;1972;p35"/>
            <p:cNvSpPr/>
            <p:nvPr/>
          </p:nvSpPr>
          <p:spPr>
            <a:xfrm>
              <a:off x="5225442" y="973379"/>
              <a:ext cx="40143" cy="37276"/>
            </a:xfrm>
            <a:custGeom>
              <a:rect b="b" l="l" r="r" t="t"/>
              <a:pathLst>
                <a:path extrusionOk="0" h="559" w="602">
                  <a:moveTo>
                    <a:pt x="306" y="0"/>
                  </a:moveTo>
                  <a:cubicBezTo>
                    <a:pt x="167" y="0"/>
                    <a:pt x="48" y="97"/>
                    <a:pt x="26" y="227"/>
                  </a:cubicBezTo>
                  <a:cubicBezTo>
                    <a:pt x="0" y="385"/>
                    <a:pt x="104" y="514"/>
                    <a:pt x="249" y="554"/>
                  </a:cubicBezTo>
                  <a:cubicBezTo>
                    <a:pt x="265" y="557"/>
                    <a:pt x="281" y="558"/>
                    <a:pt x="296" y="558"/>
                  </a:cubicBezTo>
                  <a:cubicBezTo>
                    <a:pt x="434" y="558"/>
                    <a:pt x="553" y="461"/>
                    <a:pt x="576" y="331"/>
                  </a:cubicBezTo>
                  <a:cubicBezTo>
                    <a:pt x="601" y="174"/>
                    <a:pt x="497" y="42"/>
                    <a:pt x="353" y="4"/>
                  </a:cubicBezTo>
                  <a:cubicBezTo>
                    <a:pt x="337" y="1"/>
                    <a:pt x="321" y="0"/>
                    <a:pt x="306"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3" name="Google Shape;1973;p35"/>
            <p:cNvSpPr/>
            <p:nvPr/>
          </p:nvSpPr>
          <p:spPr>
            <a:xfrm>
              <a:off x="4770127" y="653499"/>
              <a:ext cx="40343" cy="36475"/>
            </a:xfrm>
            <a:custGeom>
              <a:rect b="b" l="l" r="r" t="t"/>
              <a:pathLst>
                <a:path extrusionOk="0" h="547" w="605">
                  <a:moveTo>
                    <a:pt x="305" y="1"/>
                  </a:moveTo>
                  <a:cubicBezTo>
                    <a:pt x="168" y="1"/>
                    <a:pt x="51" y="98"/>
                    <a:pt x="25" y="228"/>
                  </a:cubicBezTo>
                  <a:cubicBezTo>
                    <a:pt x="0" y="373"/>
                    <a:pt x="104" y="514"/>
                    <a:pt x="249" y="542"/>
                  </a:cubicBezTo>
                  <a:cubicBezTo>
                    <a:pt x="266" y="545"/>
                    <a:pt x="284" y="547"/>
                    <a:pt x="301" y="547"/>
                  </a:cubicBezTo>
                  <a:cubicBezTo>
                    <a:pt x="437" y="547"/>
                    <a:pt x="553" y="460"/>
                    <a:pt x="576" y="332"/>
                  </a:cubicBezTo>
                  <a:cubicBezTo>
                    <a:pt x="604" y="174"/>
                    <a:pt x="497" y="30"/>
                    <a:pt x="352" y="5"/>
                  </a:cubicBezTo>
                  <a:cubicBezTo>
                    <a:pt x="337" y="2"/>
                    <a:pt x="321" y="1"/>
                    <a:pt x="30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4" name="Google Shape;1974;p35"/>
            <p:cNvSpPr/>
            <p:nvPr/>
          </p:nvSpPr>
          <p:spPr>
            <a:xfrm>
              <a:off x="4724582" y="867419"/>
              <a:ext cx="53346" cy="49012"/>
            </a:xfrm>
            <a:custGeom>
              <a:rect b="b" l="l" r="r" t="t"/>
              <a:pathLst>
                <a:path extrusionOk="0" h="735" w="800">
                  <a:moveTo>
                    <a:pt x="401" y="0"/>
                  </a:moveTo>
                  <a:cubicBezTo>
                    <a:pt x="231" y="0"/>
                    <a:pt x="75" y="123"/>
                    <a:pt x="42" y="294"/>
                  </a:cubicBezTo>
                  <a:cubicBezTo>
                    <a:pt x="1" y="492"/>
                    <a:pt x="133" y="687"/>
                    <a:pt x="343" y="728"/>
                  </a:cubicBezTo>
                  <a:cubicBezTo>
                    <a:pt x="365" y="732"/>
                    <a:pt x="386" y="734"/>
                    <a:pt x="407" y="734"/>
                  </a:cubicBezTo>
                  <a:cubicBezTo>
                    <a:pt x="580" y="734"/>
                    <a:pt x="739" y="603"/>
                    <a:pt x="762" y="426"/>
                  </a:cubicBezTo>
                  <a:cubicBezTo>
                    <a:pt x="800" y="231"/>
                    <a:pt x="671" y="46"/>
                    <a:pt x="472" y="8"/>
                  </a:cubicBezTo>
                  <a:cubicBezTo>
                    <a:pt x="448" y="3"/>
                    <a:pt x="424" y="0"/>
                    <a:pt x="40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5" name="Google Shape;1975;p35"/>
            <p:cNvSpPr/>
            <p:nvPr/>
          </p:nvSpPr>
          <p:spPr>
            <a:xfrm>
              <a:off x="4742187" y="766994"/>
              <a:ext cx="27140" cy="24406"/>
            </a:xfrm>
            <a:custGeom>
              <a:rect b="b" l="l" r="r" t="t"/>
              <a:pathLst>
                <a:path extrusionOk="0" h="366" w="407">
                  <a:moveTo>
                    <a:pt x="192" y="1"/>
                  </a:moveTo>
                  <a:cubicBezTo>
                    <a:pt x="112" y="1"/>
                    <a:pt x="37" y="61"/>
                    <a:pt x="26" y="149"/>
                  </a:cubicBezTo>
                  <a:cubicBezTo>
                    <a:pt x="1" y="243"/>
                    <a:pt x="64" y="347"/>
                    <a:pt x="171" y="360"/>
                  </a:cubicBezTo>
                  <a:cubicBezTo>
                    <a:pt x="186" y="363"/>
                    <a:pt x="201" y="365"/>
                    <a:pt x="216" y="365"/>
                  </a:cubicBezTo>
                  <a:cubicBezTo>
                    <a:pt x="300" y="365"/>
                    <a:pt x="370" y="306"/>
                    <a:pt x="394" y="215"/>
                  </a:cubicBezTo>
                  <a:cubicBezTo>
                    <a:pt x="407" y="111"/>
                    <a:pt x="341" y="20"/>
                    <a:pt x="237" y="7"/>
                  </a:cubicBezTo>
                  <a:cubicBezTo>
                    <a:pt x="222" y="3"/>
                    <a:pt x="207" y="1"/>
                    <a:pt x="19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6" name="Google Shape;1976;p35"/>
            <p:cNvSpPr/>
            <p:nvPr/>
          </p:nvSpPr>
          <p:spPr>
            <a:xfrm>
              <a:off x="5118682" y="1057000"/>
              <a:ext cx="46411" cy="42743"/>
            </a:xfrm>
            <a:custGeom>
              <a:rect b="b" l="l" r="r" t="t"/>
              <a:pathLst>
                <a:path extrusionOk="0" h="641" w="696">
                  <a:moveTo>
                    <a:pt x="341" y="0"/>
                  </a:moveTo>
                  <a:cubicBezTo>
                    <a:pt x="193" y="0"/>
                    <a:pt x="62" y="109"/>
                    <a:pt x="29" y="257"/>
                  </a:cubicBezTo>
                  <a:cubicBezTo>
                    <a:pt x="1" y="439"/>
                    <a:pt x="120" y="596"/>
                    <a:pt x="290" y="637"/>
                  </a:cubicBezTo>
                  <a:cubicBezTo>
                    <a:pt x="305" y="639"/>
                    <a:pt x="321" y="641"/>
                    <a:pt x="336" y="641"/>
                  </a:cubicBezTo>
                  <a:cubicBezTo>
                    <a:pt x="490" y="641"/>
                    <a:pt x="633" y="530"/>
                    <a:pt x="670" y="376"/>
                  </a:cubicBezTo>
                  <a:cubicBezTo>
                    <a:pt x="696" y="203"/>
                    <a:pt x="579" y="33"/>
                    <a:pt x="409" y="8"/>
                  </a:cubicBezTo>
                  <a:cubicBezTo>
                    <a:pt x="386" y="3"/>
                    <a:pt x="363" y="0"/>
                    <a:pt x="341"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7" name="Google Shape;1977;p35"/>
            <p:cNvSpPr/>
            <p:nvPr/>
          </p:nvSpPr>
          <p:spPr>
            <a:xfrm>
              <a:off x="4947572" y="1028260"/>
              <a:ext cx="33141" cy="30474"/>
            </a:xfrm>
            <a:custGeom>
              <a:rect b="b" l="l" r="r" t="t"/>
              <a:pathLst>
                <a:path extrusionOk="0" h="457" w="497">
                  <a:moveTo>
                    <a:pt x="243" y="1"/>
                  </a:moveTo>
                  <a:cubicBezTo>
                    <a:pt x="132" y="1"/>
                    <a:pt x="36" y="85"/>
                    <a:pt x="25" y="191"/>
                  </a:cubicBezTo>
                  <a:cubicBezTo>
                    <a:pt x="0" y="320"/>
                    <a:pt x="79" y="439"/>
                    <a:pt x="208" y="452"/>
                  </a:cubicBezTo>
                  <a:cubicBezTo>
                    <a:pt x="223" y="455"/>
                    <a:pt x="238" y="456"/>
                    <a:pt x="252" y="456"/>
                  </a:cubicBezTo>
                  <a:cubicBezTo>
                    <a:pt x="355" y="456"/>
                    <a:pt x="447" y="382"/>
                    <a:pt x="472" y="269"/>
                  </a:cubicBezTo>
                  <a:cubicBezTo>
                    <a:pt x="497" y="150"/>
                    <a:pt x="418" y="33"/>
                    <a:pt x="286" y="5"/>
                  </a:cubicBezTo>
                  <a:cubicBezTo>
                    <a:pt x="272" y="2"/>
                    <a:pt x="257" y="1"/>
                    <a:pt x="243"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8" name="Google Shape;1978;p35"/>
            <p:cNvSpPr/>
            <p:nvPr/>
          </p:nvSpPr>
          <p:spPr>
            <a:xfrm>
              <a:off x="4807670" y="901628"/>
              <a:ext cx="40343" cy="36475"/>
            </a:xfrm>
            <a:custGeom>
              <a:rect b="b" l="l" r="r" t="t"/>
              <a:pathLst>
                <a:path extrusionOk="0" h="547" w="605">
                  <a:moveTo>
                    <a:pt x="308" y="1"/>
                  </a:moveTo>
                  <a:cubicBezTo>
                    <a:pt x="170" y="1"/>
                    <a:pt x="51" y="98"/>
                    <a:pt x="25" y="228"/>
                  </a:cubicBezTo>
                  <a:cubicBezTo>
                    <a:pt x="0" y="372"/>
                    <a:pt x="104" y="517"/>
                    <a:pt x="249" y="542"/>
                  </a:cubicBezTo>
                  <a:cubicBezTo>
                    <a:pt x="265" y="545"/>
                    <a:pt x="281" y="546"/>
                    <a:pt x="297" y="546"/>
                  </a:cubicBezTo>
                  <a:cubicBezTo>
                    <a:pt x="424" y="546"/>
                    <a:pt x="542" y="459"/>
                    <a:pt x="576" y="319"/>
                  </a:cubicBezTo>
                  <a:cubicBezTo>
                    <a:pt x="604" y="174"/>
                    <a:pt x="497" y="33"/>
                    <a:pt x="356" y="4"/>
                  </a:cubicBezTo>
                  <a:cubicBezTo>
                    <a:pt x="340" y="2"/>
                    <a:pt x="324" y="1"/>
                    <a:pt x="308"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9" name="Google Shape;1979;p35"/>
            <p:cNvSpPr/>
            <p:nvPr/>
          </p:nvSpPr>
          <p:spPr>
            <a:xfrm>
              <a:off x="5283924" y="802803"/>
              <a:ext cx="40343" cy="36542"/>
            </a:xfrm>
            <a:custGeom>
              <a:rect b="b" l="l" r="r" t="t"/>
              <a:pathLst>
                <a:path extrusionOk="0" h="548" w="605">
                  <a:moveTo>
                    <a:pt x="306" y="1"/>
                  </a:moveTo>
                  <a:cubicBezTo>
                    <a:pt x="181" y="1"/>
                    <a:pt x="64" y="88"/>
                    <a:pt x="39" y="228"/>
                  </a:cubicBezTo>
                  <a:cubicBezTo>
                    <a:pt x="1" y="373"/>
                    <a:pt x="105" y="518"/>
                    <a:pt x="249" y="543"/>
                  </a:cubicBezTo>
                  <a:cubicBezTo>
                    <a:pt x="268" y="546"/>
                    <a:pt x="287" y="548"/>
                    <a:pt x="305" y="548"/>
                  </a:cubicBezTo>
                  <a:cubicBezTo>
                    <a:pt x="439" y="548"/>
                    <a:pt x="554" y="458"/>
                    <a:pt x="577" y="319"/>
                  </a:cubicBezTo>
                  <a:cubicBezTo>
                    <a:pt x="605" y="178"/>
                    <a:pt x="510" y="33"/>
                    <a:pt x="353" y="5"/>
                  </a:cubicBezTo>
                  <a:cubicBezTo>
                    <a:pt x="338" y="2"/>
                    <a:pt x="322" y="1"/>
                    <a:pt x="30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0" name="Google Shape;1980;p35"/>
            <p:cNvSpPr/>
            <p:nvPr/>
          </p:nvSpPr>
          <p:spPr>
            <a:xfrm>
              <a:off x="4824207" y="704111"/>
              <a:ext cx="31541" cy="28473"/>
            </a:xfrm>
            <a:custGeom>
              <a:rect b="b" l="l" r="r" t="t"/>
              <a:pathLst>
                <a:path extrusionOk="0" h="427" w="473">
                  <a:moveTo>
                    <a:pt x="229" y="1"/>
                  </a:moveTo>
                  <a:cubicBezTo>
                    <a:pt x="131" y="1"/>
                    <a:pt x="51" y="74"/>
                    <a:pt x="29" y="177"/>
                  </a:cubicBezTo>
                  <a:cubicBezTo>
                    <a:pt x="1" y="293"/>
                    <a:pt x="79" y="400"/>
                    <a:pt x="199" y="425"/>
                  </a:cubicBezTo>
                  <a:cubicBezTo>
                    <a:pt x="207" y="426"/>
                    <a:pt x="215" y="426"/>
                    <a:pt x="224" y="426"/>
                  </a:cubicBezTo>
                  <a:cubicBezTo>
                    <a:pt x="332" y="426"/>
                    <a:pt x="436" y="352"/>
                    <a:pt x="447" y="255"/>
                  </a:cubicBezTo>
                  <a:cubicBezTo>
                    <a:pt x="472" y="136"/>
                    <a:pt x="394" y="19"/>
                    <a:pt x="277" y="7"/>
                  </a:cubicBezTo>
                  <a:cubicBezTo>
                    <a:pt x="261" y="3"/>
                    <a:pt x="245" y="1"/>
                    <a:pt x="229"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1" name="Google Shape;1981;p35"/>
            <p:cNvSpPr/>
            <p:nvPr/>
          </p:nvSpPr>
          <p:spPr>
            <a:xfrm>
              <a:off x="5215773" y="907029"/>
              <a:ext cx="31541" cy="28607"/>
            </a:xfrm>
            <a:custGeom>
              <a:rect b="b" l="l" r="r" t="t"/>
              <a:pathLst>
                <a:path extrusionOk="0" h="429" w="473">
                  <a:moveTo>
                    <a:pt x="246" y="0"/>
                  </a:moveTo>
                  <a:cubicBezTo>
                    <a:pt x="139" y="0"/>
                    <a:pt x="37" y="65"/>
                    <a:pt x="26" y="172"/>
                  </a:cubicBezTo>
                  <a:cubicBezTo>
                    <a:pt x="1" y="291"/>
                    <a:pt x="79" y="408"/>
                    <a:pt x="196" y="423"/>
                  </a:cubicBezTo>
                  <a:cubicBezTo>
                    <a:pt x="211" y="427"/>
                    <a:pt x="226" y="428"/>
                    <a:pt x="240" y="428"/>
                  </a:cubicBezTo>
                  <a:cubicBezTo>
                    <a:pt x="340" y="428"/>
                    <a:pt x="423" y="355"/>
                    <a:pt x="447" y="250"/>
                  </a:cubicBezTo>
                  <a:cubicBezTo>
                    <a:pt x="473" y="134"/>
                    <a:pt x="394" y="30"/>
                    <a:pt x="274" y="2"/>
                  </a:cubicBezTo>
                  <a:cubicBezTo>
                    <a:pt x="265" y="1"/>
                    <a:pt x="255" y="0"/>
                    <a:pt x="24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2" name="Google Shape;1982;p35"/>
            <p:cNvSpPr/>
            <p:nvPr/>
          </p:nvSpPr>
          <p:spPr>
            <a:xfrm>
              <a:off x="5169428" y="989250"/>
              <a:ext cx="31541" cy="28407"/>
            </a:xfrm>
            <a:custGeom>
              <a:rect b="b" l="l" r="r" t="t"/>
              <a:pathLst>
                <a:path extrusionOk="0" h="426" w="473">
                  <a:moveTo>
                    <a:pt x="252" y="1"/>
                  </a:moveTo>
                  <a:cubicBezTo>
                    <a:pt x="142" y="1"/>
                    <a:pt x="40" y="75"/>
                    <a:pt x="26" y="172"/>
                  </a:cubicBezTo>
                  <a:cubicBezTo>
                    <a:pt x="1" y="291"/>
                    <a:pt x="79" y="408"/>
                    <a:pt x="199" y="420"/>
                  </a:cubicBezTo>
                  <a:cubicBezTo>
                    <a:pt x="215" y="424"/>
                    <a:pt x="231" y="426"/>
                    <a:pt x="246" y="426"/>
                  </a:cubicBezTo>
                  <a:cubicBezTo>
                    <a:pt x="342" y="426"/>
                    <a:pt x="423" y="353"/>
                    <a:pt x="447" y="250"/>
                  </a:cubicBezTo>
                  <a:cubicBezTo>
                    <a:pt x="472" y="134"/>
                    <a:pt x="394" y="27"/>
                    <a:pt x="277" y="2"/>
                  </a:cubicBezTo>
                  <a:cubicBezTo>
                    <a:pt x="269" y="1"/>
                    <a:pt x="261" y="1"/>
                    <a:pt x="252"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3" name="Google Shape;1983;p35"/>
            <p:cNvSpPr/>
            <p:nvPr/>
          </p:nvSpPr>
          <p:spPr>
            <a:xfrm>
              <a:off x="4770927" y="788999"/>
              <a:ext cx="53346" cy="48812"/>
            </a:xfrm>
            <a:custGeom>
              <a:rect b="b" l="l" r="r" t="t"/>
              <a:pathLst>
                <a:path extrusionOk="0" h="732" w="800">
                  <a:moveTo>
                    <a:pt x="406" y="1"/>
                  </a:moveTo>
                  <a:cubicBezTo>
                    <a:pt x="228" y="1"/>
                    <a:pt x="65" y="126"/>
                    <a:pt x="42" y="306"/>
                  </a:cubicBezTo>
                  <a:cubicBezTo>
                    <a:pt x="1" y="501"/>
                    <a:pt x="133" y="684"/>
                    <a:pt x="328" y="725"/>
                  </a:cubicBezTo>
                  <a:cubicBezTo>
                    <a:pt x="351" y="729"/>
                    <a:pt x="374" y="731"/>
                    <a:pt x="397" y="731"/>
                  </a:cubicBezTo>
                  <a:cubicBezTo>
                    <a:pt x="570" y="731"/>
                    <a:pt x="726" y="610"/>
                    <a:pt x="762" y="435"/>
                  </a:cubicBezTo>
                  <a:cubicBezTo>
                    <a:pt x="800" y="240"/>
                    <a:pt x="671" y="42"/>
                    <a:pt x="460" y="4"/>
                  </a:cubicBezTo>
                  <a:cubicBezTo>
                    <a:pt x="442" y="2"/>
                    <a:pt x="424" y="1"/>
                    <a:pt x="40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4" name="Google Shape;1984;p35"/>
            <p:cNvSpPr/>
            <p:nvPr/>
          </p:nvSpPr>
          <p:spPr>
            <a:xfrm>
              <a:off x="4887157" y="946839"/>
              <a:ext cx="46411" cy="42810"/>
            </a:xfrm>
            <a:custGeom>
              <a:rect b="b" l="l" r="r" t="t"/>
              <a:pathLst>
                <a:path extrusionOk="0" h="642" w="696">
                  <a:moveTo>
                    <a:pt x="338" y="1"/>
                  </a:moveTo>
                  <a:cubicBezTo>
                    <a:pt x="193" y="1"/>
                    <a:pt x="61" y="110"/>
                    <a:pt x="29" y="257"/>
                  </a:cubicBezTo>
                  <a:cubicBezTo>
                    <a:pt x="0" y="427"/>
                    <a:pt x="120" y="597"/>
                    <a:pt x="290" y="638"/>
                  </a:cubicBezTo>
                  <a:cubicBezTo>
                    <a:pt x="305" y="640"/>
                    <a:pt x="321" y="641"/>
                    <a:pt x="336" y="641"/>
                  </a:cubicBezTo>
                  <a:cubicBezTo>
                    <a:pt x="489" y="641"/>
                    <a:pt x="633" y="531"/>
                    <a:pt x="670" y="377"/>
                  </a:cubicBezTo>
                  <a:cubicBezTo>
                    <a:pt x="695" y="204"/>
                    <a:pt x="579" y="34"/>
                    <a:pt x="406" y="9"/>
                  </a:cubicBezTo>
                  <a:cubicBezTo>
                    <a:pt x="383" y="3"/>
                    <a:pt x="361" y="1"/>
                    <a:pt x="338"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5" name="Google Shape;1985;p35"/>
            <p:cNvSpPr/>
            <p:nvPr/>
          </p:nvSpPr>
          <p:spPr>
            <a:xfrm>
              <a:off x="5041929" y="1032728"/>
              <a:ext cx="39276" cy="36475"/>
            </a:xfrm>
            <a:custGeom>
              <a:rect b="b" l="l" r="r" t="t"/>
              <a:pathLst>
                <a:path extrusionOk="0" h="547" w="589">
                  <a:moveTo>
                    <a:pt x="296" y="0"/>
                  </a:moveTo>
                  <a:cubicBezTo>
                    <a:pt x="167" y="0"/>
                    <a:pt x="48" y="97"/>
                    <a:pt x="26" y="227"/>
                  </a:cubicBezTo>
                  <a:cubicBezTo>
                    <a:pt x="0" y="372"/>
                    <a:pt x="92" y="517"/>
                    <a:pt x="249" y="542"/>
                  </a:cubicBezTo>
                  <a:cubicBezTo>
                    <a:pt x="265" y="545"/>
                    <a:pt x="281" y="546"/>
                    <a:pt x="297" y="546"/>
                  </a:cubicBezTo>
                  <a:cubicBezTo>
                    <a:pt x="424" y="546"/>
                    <a:pt x="541" y="460"/>
                    <a:pt x="563" y="331"/>
                  </a:cubicBezTo>
                  <a:cubicBezTo>
                    <a:pt x="589" y="174"/>
                    <a:pt x="497" y="32"/>
                    <a:pt x="340" y="4"/>
                  </a:cubicBezTo>
                  <a:cubicBezTo>
                    <a:pt x="325" y="2"/>
                    <a:pt x="311" y="0"/>
                    <a:pt x="296" y="0"/>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86" name="Google Shape;1986;p35"/>
          <p:cNvGrpSpPr/>
          <p:nvPr/>
        </p:nvGrpSpPr>
        <p:grpSpPr>
          <a:xfrm>
            <a:off x="210904" y="87963"/>
            <a:ext cx="1540389" cy="1167719"/>
            <a:chOff x="475775" y="3784023"/>
            <a:chExt cx="1050384" cy="796263"/>
          </a:xfrm>
        </p:grpSpPr>
        <p:sp>
          <p:nvSpPr>
            <p:cNvPr id="1987" name="Google Shape;1987;p35"/>
            <p:cNvSpPr/>
            <p:nvPr/>
          </p:nvSpPr>
          <p:spPr>
            <a:xfrm>
              <a:off x="575400" y="3784023"/>
              <a:ext cx="950759" cy="762048"/>
            </a:xfrm>
            <a:custGeom>
              <a:rect b="b" l="l" r="r" t="t"/>
              <a:pathLst>
                <a:path extrusionOk="0" h="11428" w="14258">
                  <a:moveTo>
                    <a:pt x="4549" y="3357"/>
                  </a:moveTo>
                  <a:lnTo>
                    <a:pt x="2413" y="2397"/>
                  </a:lnTo>
                  <a:lnTo>
                    <a:pt x="1" y="7798"/>
                  </a:lnTo>
                  <a:lnTo>
                    <a:pt x="6750" y="10827"/>
                  </a:lnTo>
                  <a:lnTo>
                    <a:pt x="7313" y="9553"/>
                  </a:lnTo>
                  <a:lnTo>
                    <a:pt x="9279" y="11427"/>
                  </a:lnTo>
                  <a:lnTo>
                    <a:pt x="14258" y="6225"/>
                  </a:lnTo>
                  <a:lnTo>
                    <a:pt x="7760" y="1"/>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8" name="Google Shape;1988;p35"/>
            <p:cNvSpPr/>
            <p:nvPr/>
          </p:nvSpPr>
          <p:spPr>
            <a:xfrm>
              <a:off x="660955" y="3817165"/>
              <a:ext cx="766449" cy="763115"/>
            </a:xfrm>
            <a:custGeom>
              <a:rect b="b" l="l" r="r" t="t"/>
              <a:pathLst>
                <a:path extrusionOk="0" h="11444" w="11494">
                  <a:moveTo>
                    <a:pt x="4996" y="1"/>
                  </a:moveTo>
                  <a:lnTo>
                    <a:pt x="1" y="5219"/>
                  </a:lnTo>
                  <a:lnTo>
                    <a:pt x="6502" y="11443"/>
                  </a:lnTo>
                  <a:lnTo>
                    <a:pt x="11494" y="6225"/>
                  </a:lnTo>
                  <a:lnTo>
                    <a:pt x="4996"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9" name="Google Shape;1989;p35"/>
            <p:cNvSpPr/>
            <p:nvPr/>
          </p:nvSpPr>
          <p:spPr>
            <a:xfrm>
              <a:off x="715302" y="3870445"/>
              <a:ext cx="664891" cy="661757"/>
            </a:xfrm>
            <a:custGeom>
              <a:rect b="b" l="l" r="r" t="t"/>
              <a:pathLst>
                <a:path extrusionOk="0" h="9924" w="9971">
                  <a:moveTo>
                    <a:pt x="4297" y="1"/>
                  </a:moveTo>
                  <a:lnTo>
                    <a:pt x="1" y="4483"/>
                  </a:lnTo>
                  <a:lnTo>
                    <a:pt x="5675" y="9924"/>
                  </a:lnTo>
                  <a:lnTo>
                    <a:pt x="9971" y="5442"/>
                  </a:lnTo>
                  <a:lnTo>
                    <a:pt x="4297" y="1"/>
                  </a:lnTo>
                  <a:close/>
                </a:path>
              </a:pathLst>
            </a:custGeom>
            <a:solidFill>
              <a:srgbClr val="47190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0" name="Google Shape;1990;p35"/>
            <p:cNvSpPr/>
            <p:nvPr/>
          </p:nvSpPr>
          <p:spPr>
            <a:xfrm>
              <a:off x="660955" y="3817165"/>
              <a:ext cx="340881" cy="352217"/>
            </a:xfrm>
            <a:custGeom>
              <a:rect b="b" l="l" r="r" t="t"/>
              <a:pathLst>
                <a:path extrusionOk="0" h="5282" w="5112">
                  <a:moveTo>
                    <a:pt x="4996" y="1"/>
                  </a:moveTo>
                  <a:lnTo>
                    <a:pt x="1" y="5219"/>
                  </a:lnTo>
                  <a:lnTo>
                    <a:pt x="816" y="5282"/>
                  </a:lnTo>
                  <a:lnTo>
                    <a:pt x="5112" y="800"/>
                  </a:lnTo>
                  <a:lnTo>
                    <a:pt x="499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1" name="Google Shape;1991;p35"/>
            <p:cNvSpPr/>
            <p:nvPr/>
          </p:nvSpPr>
          <p:spPr>
            <a:xfrm>
              <a:off x="1087596" y="4228069"/>
              <a:ext cx="339814" cy="352217"/>
            </a:xfrm>
            <a:custGeom>
              <a:rect b="b" l="l" r="r" t="t"/>
              <a:pathLst>
                <a:path extrusionOk="0" h="5282" w="5096">
                  <a:moveTo>
                    <a:pt x="4297" y="0"/>
                  </a:moveTo>
                  <a:lnTo>
                    <a:pt x="0" y="4482"/>
                  </a:lnTo>
                  <a:lnTo>
                    <a:pt x="104" y="5281"/>
                  </a:lnTo>
                  <a:lnTo>
                    <a:pt x="5096" y="63"/>
                  </a:lnTo>
                  <a:lnTo>
                    <a:pt x="4297"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2" name="Google Shape;1992;p35"/>
            <p:cNvSpPr/>
            <p:nvPr/>
          </p:nvSpPr>
          <p:spPr>
            <a:xfrm>
              <a:off x="715302" y="3871512"/>
              <a:ext cx="658023" cy="654422"/>
            </a:xfrm>
            <a:custGeom>
              <a:rect b="b" l="l" r="r" t="t"/>
              <a:pathLst>
                <a:path extrusionOk="0" h="9814" w="9868">
                  <a:moveTo>
                    <a:pt x="4284" y="117"/>
                  </a:moveTo>
                  <a:lnTo>
                    <a:pt x="9751" y="5347"/>
                  </a:lnTo>
                  <a:lnTo>
                    <a:pt x="5568" y="9697"/>
                  </a:lnTo>
                  <a:lnTo>
                    <a:pt x="117" y="4467"/>
                  </a:lnTo>
                  <a:lnTo>
                    <a:pt x="4284" y="117"/>
                  </a:lnTo>
                  <a:close/>
                  <a:moveTo>
                    <a:pt x="4284" y="0"/>
                  </a:moveTo>
                  <a:lnTo>
                    <a:pt x="1" y="4467"/>
                  </a:lnTo>
                  <a:lnTo>
                    <a:pt x="5568" y="9813"/>
                  </a:lnTo>
                  <a:lnTo>
                    <a:pt x="9867" y="5332"/>
                  </a:lnTo>
                  <a:lnTo>
                    <a:pt x="428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3" name="Google Shape;1993;p35"/>
            <p:cNvSpPr/>
            <p:nvPr/>
          </p:nvSpPr>
          <p:spPr>
            <a:xfrm>
              <a:off x="993172" y="4137046"/>
              <a:ext cx="285735" cy="298938"/>
            </a:xfrm>
            <a:custGeom>
              <a:rect b="b" l="l" r="r" t="t"/>
              <a:pathLst>
                <a:path extrusionOk="0" h="4483" w="4285">
                  <a:moveTo>
                    <a:pt x="4231" y="0"/>
                  </a:moveTo>
                  <a:lnTo>
                    <a:pt x="1" y="4432"/>
                  </a:lnTo>
                  <a:lnTo>
                    <a:pt x="51" y="4482"/>
                  </a:lnTo>
                  <a:lnTo>
                    <a:pt x="4285" y="66"/>
                  </a:lnTo>
                  <a:lnTo>
                    <a:pt x="4231"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4" name="Google Shape;1994;p35"/>
            <p:cNvSpPr/>
            <p:nvPr/>
          </p:nvSpPr>
          <p:spPr>
            <a:xfrm>
              <a:off x="900482" y="4049757"/>
              <a:ext cx="286801" cy="297937"/>
            </a:xfrm>
            <a:custGeom>
              <a:rect b="b" l="l" r="r" t="t"/>
              <a:pathLst>
                <a:path extrusionOk="0" h="4468" w="4301">
                  <a:moveTo>
                    <a:pt x="4234" y="1"/>
                  </a:moveTo>
                  <a:lnTo>
                    <a:pt x="1" y="4417"/>
                  </a:lnTo>
                  <a:lnTo>
                    <a:pt x="67" y="4467"/>
                  </a:lnTo>
                  <a:lnTo>
                    <a:pt x="4300" y="51"/>
                  </a:lnTo>
                  <a:lnTo>
                    <a:pt x="423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5" name="Google Shape;1995;p35"/>
            <p:cNvSpPr/>
            <p:nvPr/>
          </p:nvSpPr>
          <p:spPr>
            <a:xfrm>
              <a:off x="808659" y="3961468"/>
              <a:ext cx="286735" cy="298137"/>
            </a:xfrm>
            <a:custGeom>
              <a:rect b="b" l="l" r="r" t="t"/>
              <a:pathLst>
                <a:path extrusionOk="0" h="4471" w="4300">
                  <a:moveTo>
                    <a:pt x="4234" y="1"/>
                  </a:moveTo>
                  <a:lnTo>
                    <a:pt x="0" y="4417"/>
                  </a:lnTo>
                  <a:lnTo>
                    <a:pt x="66" y="4470"/>
                  </a:lnTo>
                  <a:lnTo>
                    <a:pt x="4300" y="51"/>
                  </a:lnTo>
                  <a:lnTo>
                    <a:pt x="423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6" name="Google Shape;1996;p35"/>
            <p:cNvSpPr/>
            <p:nvPr/>
          </p:nvSpPr>
          <p:spPr>
            <a:xfrm>
              <a:off x="928423" y="3946597"/>
              <a:ext cx="372288" cy="356618"/>
            </a:xfrm>
            <a:custGeom>
              <a:rect b="b" l="l" r="r" t="t"/>
              <a:pathLst>
                <a:path extrusionOk="0" h="5348" w="5583">
                  <a:moveTo>
                    <a:pt x="66" y="0"/>
                  </a:moveTo>
                  <a:lnTo>
                    <a:pt x="0" y="66"/>
                  </a:lnTo>
                  <a:lnTo>
                    <a:pt x="5517" y="5347"/>
                  </a:lnTo>
                  <a:lnTo>
                    <a:pt x="5583" y="5281"/>
                  </a:lnTo>
                  <a:lnTo>
                    <a:pt x="6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7" name="Google Shape;1997;p35"/>
            <p:cNvSpPr/>
            <p:nvPr/>
          </p:nvSpPr>
          <p:spPr>
            <a:xfrm>
              <a:off x="858538" y="4020016"/>
              <a:ext cx="371488" cy="356618"/>
            </a:xfrm>
            <a:custGeom>
              <a:rect b="b" l="l" r="r" t="t"/>
              <a:pathLst>
                <a:path extrusionOk="0" h="5348" w="5571">
                  <a:moveTo>
                    <a:pt x="54" y="0"/>
                  </a:moveTo>
                  <a:lnTo>
                    <a:pt x="1" y="66"/>
                  </a:lnTo>
                  <a:lnTo>
                    <a:pt x="5505" y="5347"/>
                  </a:lnTo>
                  <a:lnTo>
                    <a:pt x="5571" y="5294"/>
                  </a:lnTo>
                  <a:lnTo>
                    <a:pt x="54"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8" name="Google Shape;1998;p35"/>
            <p:cNvSpPr/>
            <p:nvPr/>
          </p:nvSpPr>
          <p:spPr>
            <a:xfrm>
              <a:off x="787654" y="4094235"/>
              <a:ext cx="371488" cy="356618"/>
            </a:xfrm>
            <a:custGeom>
              <a:rect b="b" l="l" r="r" t="t"/>
              <a:pathLst>
                <a:path extrusionOk="0" h="5348" w="5571">
                  <a:moveTo>
                    <a:pt x="54" y="1"/>
                  </a:moveTo>
                  <a:lnTo>
                    <a:pt x="1" y="54"/>
                  </a:lnTo>
                  <a:lnTo>
                    <a:pt x="5521" y="5347"/>
                  </a:lnTo>
                  <a:lnTo>
                    <a:pt x="5571" y="5281"/>
                  </a:lnTo>
                  <a:lnTo>
                    <a:pt x="54"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99" name="Google Shape;1999;p35"/>
            <p:cNvSpPr/>
            <p:nvPr/>
          </p:nvSpPr>
          <p:spPr>
            <a:xfrm>
              <a:off x="475775" y="3977205"/>
              <a:ext cx="611879" cy="561933"/>
            </a:xfrm>
            <a:custGeom>
              <a:rect b="b" l="l" r="r" t="t"/>
              <a:pathLst>
                <a:path extrusionOk="0" h="8427" w="9176">
                  <a:moveTo>
                    <a:pt x="2426" y="1"/>
                  </a:moveTo>
                  <a:lnTo>
                    <a:pt x="1" y="5413"/>
                  </a:lnTo>
                  <a:lnTo>
                    <a:pt x="6763" y="8427"/>
                  </a:lnTo>
                  <a:lnTo>
                    <a:pt x="9175" y="3014"/>
                  </a:lnTo>
                  <a:lnTo>
                    <a:pt x="2426"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0" name="Google Shape;2000;p35"/>
            <p:cNvSpPr/>
            <p:nvPr/>
          </p:nvSpPr>
          <p:spPr>
            <a:xfrm>
              <a:off x="518586" y="4016415"/>
              <a:ext cx="532326" cy="486049"/>
            </a:xfrm>
            <a:custGeom>
              <a:rect b="b" l="l" r="r" t="t"/>
              <a:pathLst>
                <a:path extrusionOk="0" h="7289" w="7983">
                  <a:moveTo>
                    <a:pt x="2086" y="1"/>
                  </a:moveTo>
                  <a:lnTo>
                    <a:pt x="0" y="4653"/>
                  </a:lnTo>
                  <a:lnTo>
                    <a:pt x="5898" y="7288"/>
                  </a:lnTo>
                  <a:lnTo>
                    <a:pt x="7983" y="2636"/>
                  </a:lnTo>
                  <a:lnTo>
                    <a:pt x="2086"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1" name="Google Shape;2001;p35"/>
            <p:cNvSpPr/>
            <p:nvPr/>
          </p:nvSpPr>
          <p:spPr>
            <a:xfrm>
              <a:off x="475775" y="3977205"/>
              <a:ext cx="181910" cy="361019"/>
            </a:xfrm>
            <a:custGeom>
              <a:rect b="b" l="l" r="r" t="t"/>
              <a:pathLst>
                <a:path extrusionOk="0" h="5414" w="2728">
                  <a:moveTo>
                    <a:pt x="2426" y="1"/>
                  </a:moveTo>
                  <a:lnTo>
                    <a:pt x="1" y="5413"/>
                  </a:lnTo>
                  <a:lnTo>
                    <a:pt x="1" y="5413"/>
                  </a:lnTo>
                  <a:lnTo>
                    <a:pt x="642" y="5241"/>
                  </a:lnTo>
                  <a:lnTo>
                    <a:pt x="2728" y="589"/>
                  </a:lnTo>
                  <a:lnTo>
                    <a:pt x="2426"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2" name="Google Shape;2002;p35"/>
            <p:cNvSpPr/>
            <p:nvPr/>
          </p:nvSpPr>
          <p:spPr>
            <a:xfrm>
              <a:off x="906551" y="4178123"/>
              <a:ext cx="181110" cy="361019"/>
            </a:xfrm>
            <a:custGeom>
              <a:rect b="b" l="l" r="r" t="t"/>
              <a:pathLst>
                <a:path extrusionOk="0" h="5414" w="2716">
                  <a:moveTo>
                    <a:pt x="2715" y="1"/>
                  </a:moveTo>
                  <a:lnTo>
                    <a:pt x="2086" y="171"/>
                  </a:lnTo>
                  <a:lnTo>
                    <a:pt x="1" y="4838"/>
                  </a:lnTo>
                  <a:lnTo>
                    <a:pt x="303" y="5414"/>
                  </a:lnTo>
                  <a:lnTo>
                    <a:pt x="2715"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3" name="Google Shape;2003;p35"/>
            <p:cNvSpPr/>
            <p:nvPr/>
          </p:nvSpPr>
          <p:spPr>
            <a:xfrm>
              <a:off x="518586" y="4016415"/>
              <a:ext cx="525191" cy="483315"/>
            </a:xfrm>
            <a:custGeom>
              <a:rect b="b" l="l" r="r" t="t"/>
              <a:pathLst>
                <a:path extrusionOk="0" h="7248" w="7876">
                  <a:moveTo>
                    <a:pt x="2123" y="92"/>
                  </a:moveTo>
                  <a:lnTo>
                    <a:pt x="7785" y="2636"/>
                  </a:lnTo>
                  <a:lnTo>
                    <a:pt x="5766" y="7156"/>
                  </a:lnTo>
                  <a:lnTo>
                    <a:pt x="92" y="4627"/>
                  </a:lnTo>
                  <a:lnTo>
                    <a:pt x="2123" y="92"/>
                  </a:lnTo>
                  <a:close/>
                  <a:moveTo>
                    <a:pt x="2086" y="1"/>
                  </a:moveTo>
                  <a:lnTo>
                    <a:pt x="13" y="4627"/>
                  </a:lnTo>
                  <a:lnTo>
                    <a:pt x="0" y="4653"/>
                  </a:lnTo>
                  <a:lnTo>
                    <a:pt x="5766" y="7235"/>
                  </a:lnTo>
                  <a:lnTo>
                    <a:pt x="5794" y="7247"/>
                  </a:lnTo>
                  <a:lnTo>
                    <a:pt x="7863" y="2624"/>
                  </a:lnTo>
                  <a:lnTo>
                    <a:pt x="7876" y="2596"/>
                  </a:lnTo>
                  <a:lnTo>
                    <a:pt x="2123" y="13"/>
                  </a:lnTo>
                  <a:lnTo>
                    <a:pt x="208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4" name="Google Shape;2004;p35"/>
            <p:cNvSpPr/>
            <p:nvPr/>
          </p:nvSpPr>
          <p:spPr>
            <a:xfrm>
              <a:off x="806125" y="4146648"/>
              <a:ext cx="141634" cy="308607"/>
            </a:xfrm>
            <a:custGeom>
              <a:rect b="b" l="l" r="r" t="t"/>
              <a:pathLst>
                <a:path extrusionOk="0" h="4628" w="2124">
                  <a:moveTo>
                    <a:pt x="2057" y="1"/>
                  </a:moveTo>
                  <a:lnTo>
                    <a:pt x="0" y="4587"/>
                  </a:lnTo>
                  <a:lnTo>
                    <a:pt x="66" y="4628"/>
                  </a:lnTo>
                  <a:lnTo>
                    <a:pt x="2123" y="26"/>
                  </a:lnTo>
                  <a:lnTo>
                    <a:pt x="2057"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5" name="Google Shape;2005;p35"/>
            <p:cNvSpPr/>
            <p:nvPr/>
          </p:nvSpPr>
          <p:spPr>
            <a:xfrm>
              <a:off x="710901" y="4103904"/>
              <a:ext cx="141634" cy="308540"/>
            </a:xfrm>
            <a:custGeom>
              <a:rect b="b" l="l" r="r" t="t"/>
              <a:pathLst>
                <a:path extrusionOk="0" h="4627" w="2124">
                  <a:moveTo>
                    <a:pt x="2057" y="0"/>
                  </a:moveTo>
                  <a:lnTo>
                    <a:pt x="0" y="4599"/>
                  </a:lnTo>
                  <a:lnTo>
                    <a:pt x="67" y="4627"/>
                  </a:lnTo>
                  <a:lnTo>
                    <a:pt x="2124" y="38"/>
                  </a:lnTo>
                  <a:lnTo>
                    <a:pt x="2057"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6" name="Google Shape;2006;p35"/>
            <p:cNvSpPr/>
            <p:nvPr/>
          </p:nvSpPr>
          <p:spPr>
            <a:xfrm>
              <a:off x="615677" y="4061960"/>
              <a:ext cx="140567" cy="307740"/>
            </a:xfrm>
            <a:custGeom>
              <a:rect b="b" l="l" r="r" t="t"/>
              <a:pathLst>
                <a:path extrusionOk="0" h="4615" w="2108">
                  <a:moveTo>
                    <a:pt x="2045" y="0"/>
                  </a:moveTo>
                  <a:lnTo>
                    <a:pt x="1" y="4586"/>
                  </a:lnTo>
                  <a:lnTo>
                    <a:pt x="63" y="4614"/>
                  </a:lnTo>
                  <a:lnTo>
                    <a:pt x="2108" y="25"/>
                  </a:lnTo>
                  <a:lnTo>
                    <a:pt x="2045"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7" name="Google Shape;2007;p35"/>
            <p:cNvSpPr/>
            <p:nvPr/>
          </p:nvSpPr>
          <p:spPr>
            <a:xfrm>
              <a:off x="623412" y="4094235"/>
              <a:ext cx="384558" cy="174775"/>
            </a:xfrm>
            <a:custGeom>
              <a:rect b="b" l="l" r="r" t="t"/>
              <a:pathLst>
                <a:path extrusionOk="0" h="2621" w="5767">
                  <a:moveTo>
                    <a:pt x="26" y="1"/>
                  </a:moveTo>
                  <a:lnTo>
                    <a:pt x="1" y="67"/>
                  </a:lnTo>
                  <a:lnTo>
                    <a:pt x="5728" y="2621"/>
                  </a:lnTo>
                  <a:lnTo>
                    <a:pt x="5766" y="2558"/>
                  </a:lnTo>
                  <a:lnTo>
                    <a:pt x="26" y="1"/>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8" name="Google Shape;2008;p35"/>
            <p:cNvSpPr/>
            <p:nvPr/>
          </p:nvSpPr>
          <p:spPr>
            <a:xfrm>
              <a:off x="589470" y="4170387"/>
              <a:ext cx="383691" cy="175575"/>
            </a:xfrm>
            <a:custGeom>
              <a:rect b="b" l="l" r="r" t="t"/>
              <a:pathLst>
                <a:path extrusionOk="0" h="2633" w="5754">
                  <a:moveTo>
                    <a:pt x="26" y="0"/>
                  </a:moveTo>
                  <a:lnTo>
                    <a:pt x="0" y="63"/>
                  </a:lnTo>
                  <a:lnTo>
                    <a:pt x="5725" y="2633"/>
                  </a:lnTo>
                  <a:lnTo>
                    <a:pt x="5753" y="2567"/>
                  </a:lnTo>
                  <a:lnTo>
                    <a:pt x="2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9" name="Google Shape;2009;p35"/>
            <p:cNvSpPr/>
            <p:nvPr/>
          </p:nvSpPr>
          <p:spPr>
            <a:xfrm>
              <a:off x="555262" y="4247140"/>
              <a:ext cx="383691" cy="174975"/>
            </a:xfrm>
            <a:custGeom>
              <a:rect b="b" l="l" r="r" t="t"/>
              <a:pathLst>
                <a:path extrusionOk="0" h="2624" w="5754">
                  <a:moveTo>
                    <a:pt x="26" y="0"/>
                  </a:moveTo>
                  <a:lnTo>
                    <a:pt x="1" y="67"/>
                  </a:lnTo>
                  <a:lnTo>
                    <a:pt x="5728" y="2624"/>
                  </a:lnTo>
                  <a:lnTo>
                    <a:pt x="5753" y="2558"/>
                  </a:lnTo>
                  <a:lnTo>
                    <a:pt x="26" y="0"/>
                  </a:ln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10" name="Google Shape;2010;p35"/>
          <p:cNvGrpSpPr/>
          <p:nvPr/>
        </p:nvGrpSpPr>
        <p:grpSpPr>
          <a:xfrm>
            <a:off x="1635293" y="3605902"/>
            <a:ext cx="2286011" cy="1977986"/>
            <a:chOff x="6222494" y="3474678"/>
            <a:chExt cx="1406949" cy="1217372"/>
          </a:xfrm>
        </p:grpSpPr>
        <p:sp>
          <p:nvSpPr>
            <p:cNvPr id="2011" name="Google Shape;2011;p35"/>
            <p:cNvSpPr/>
            <p:nvPr/>
          </p:nvSpPr>
          <p:spPr>
            <a:xfrm>
              <a:off x="7220413" y="3895851"/>
              <a:ext cx="409030" cy="631150"/>
            </a:xfrm>
            <a:custGeom>
              <a:rect b="b" l="l" r="r" t="t"/>
              <a:pathLst>
                <a:path extrusionOk="0" h="9465" w="6134">
                  <a:moveTo>
                    <a:pt x="1209" y="16"/>
                  </a:moveTo>
                  <a:cubicBezTo>
                    <a:pt x="1193" y="16"/>
                    <a:pt x="1180" y="0"/>
                    <a:pt x="1180" y="0"/>
                  </a:cubicBezTo>
                  <a:cubicBezTo>
                    <a:pt x="1180" y="0"/>
                    <a:pt x="1" y="3605"/>
                    <a:pt x="894" y="6133"/>
                  </a:cubicBezTo>
                  <a:cubicBezTo>
                    <a:pt x="1693" y="8429"/>
                    <a:pt x="4209" y="9294"/>
                    <a:pt x="4668" y="9436"/>
                  </a:cubicBezTo>
                  <a:cubicBezTo>
                    <a:pt x="4719" y="9451"/>
                    <a:pt x="4747" y="9464"/>
                    <a:pt x="4747" y="9464"/>
                  </a:cubicBezTo>
                  <a:cubicBezTo>
                    <a:pt x="4747" y="9464"/>
                    <a:pt x="6134" y="7143"/>
                    <a:pt x="5244" y="4602"/>
                  </a:cubicBezTo>
                  <a:cubicBezTo>
                    <a:pt x="4404" y="2189"/>
                    <a:pt x="1482" y="198"/>
                    <a:pt x="1209" y="16"/>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2" name="Google Shape;2012;p35"/>
            <p:cNvSpPr/>
            <p:nvPr/>
          </p:nvSpPr>
          <p:spPr>
            <a:xfrm>
              <a:off x="6475892" y="3474678"/>
              <a:ext cx="148769" cy="195780"/>
            </a:xfrm>
            <a:custGeom>
              <a:rect b="b" l="l" r="r" t="t"/>
              <a:pathLst>
                <a:path extrusionOk="0" h="2936" w="2231">
                  <a:moveTo>
                    <a:pt x="720" y="2793"/>
                  </a:moveTo>
                  <a:cubicBezTo>
                    <a:pt x="1221" y="2935"/>
                    <a:pt x="1796" y="2463"/>
                    <a:pt x="2007" y="1730"/>
                  </a:cubicBezTo>
                  <a:cubicBezTo>
                    <a:pt x="2230" y="1010"/>
                    <a:pt x="2007" y="290"/>
                    <a:pt x="1507" y="145"/>
                  </a:cubicBezTo>
                  <a:cubicBezTo>
                    <a:pt x="1010" y="1"/>
                    <a:pt x="434" y="472"/>
                    <a:pt x="224" y="1205"/>
                  </a:cubicBezTo>
                  <a:cubicBezTo>
                    <a:pt x="0" y="1941"/>
                    <a:pt x="224" y="2649"/>
                    <a:pt x="720" y="279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3" name="Google Shape;2013;p35"/>
            <p:cNvSpPr/>
            <p:nvPr/>
          </p:nvSpPr>
          <p:spPr>
            <a:xfrm>
              <a:off x="6694480" y="4499718"/>
              <a:ext cx="205382" cy="179176"/>
            </a:xfrm>
            <a:custGeom>
              <a:rect b="b" l="l" r="r" t="t"/>
              <a:pathLst>
                <a:path extrusionOk="0" h="2687" w="3080">
                  <a:moveTo>
                    <a:pt x="931" y="460"/>
                  </a:moveTo>
                  <a:cubicBezTo>
                    <a:pt x="277" y="919"/>
                    <a:pt x="0" y="1680"/>
                    <a:pt x="343" y="2177"/>
                  </a:cubicBezTo>
                  <a:cubicBezTo>
                    <a:pt x="683" y="2662"/>
                    <a:pt x="1494" y="2687"/>
                    <a:pt x="2152" y="2243"/>
                  </a:cubicBezTo>
                  <a:cubicBezTo>
                    <a:pt x="2819" y="1784"/>
                    <a:pt x="3080" y="1010"/>
                    <a:pt x="2753" y="526"/>
                  </a:cubicBezTo>
                  <a:cubicBezTo>
                    <a:pt x="2413" y="42"/>
                    <a:pt x="1601" y="1"/>
                    <a:pt x="931" y="46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4" name="Google Shape;2014;p35"/>
            <p:cNvSpPr/>
            <p:nvPr/>
          </p:nvSpPr>
          <p:spPr>
            <a:xfrm>
              <a:off x="6392004" y="3799760"/>
              <a:ext cx="154837" cy="206249"/>
            </a:xfrm>
            <a:custGeom>
              <a:rect b="b" l="l" r="r" t="t"/>
              <a:pathLst>
                <a:path extrusionOk="0" h="3093" w="2322">
                  <a:moveTo>
                    <a:pt x="1680" y="183"/>
                  </a:moveTo>
                  <a:cubicBezTo>
                    <a:pt x="1192" y="1"/>
                    <a:pt x="579" y="460"/>
                    <a:pt x="289" y="1205"/>
                  </a:cubicBezTo>
                  <a:cubicBezTo>
                    <a:pt x="0" y="1966"/>
                    <a:pt x="157" y="2728"/>
                    <a:pt x="642" y="2910"/>
                  </a:cubicBezTo>
                  <a:cubicBezTo>
                    <a:pt x="1129" y="3092"/>
                    <a:pt x="1743" y="2636"/>
                    <a:pt x="2032" y="1875"/>
                  </a:cubicBezTo>
                  <a:cubicBezTo>
                    <a:pt x="2321" y="1127"/>
                    <a:pt x="2164" y="369"/>
                    <a:pt x="1680" y="18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5" name="Google Shape;2015;p35"/>
            <p:cNvSpPr/>
            <p:nvPr/>
          </p:nvSpPr>
          <p:spPr>
            <a:xfrm>
              <a:off x="6321319" y="3615380"/>
              <a:ext cx="144968" cy="165173"/>
            </a:xfrm>
            <a:custGeom>
              <a:rect b="b" l="l" r="r" t="t"/>
              <a:pathLst>
                <a:path extrusionOk="0" h="2477" w="2174">
                  <a:moveTo>
                    <a:pt x="1768" y="2215"/>
                  </a:moveTo>
                  <a:cubicBezTo>
                    <a:pt x="2161" y="1942"/>
                    <a:pt x="2174" y="1284"/>
                    <a:pt x="1809" y="746"/>
                  </a:cubicBezTo>
                  <a:cubicBezTo>
                    <a:pt x="1428" y="212"/>
                    <a:pt x="812" y="1"/>
                    <a:pt x="419" y="275"/>
                  </a:cubicBezTo>
                  <a:cubicBezTo>
                    <a:pt x="25" y="551"/>
                    <a:pt x="0" y="1206"/>
                    <a:pt x="381" y="1731"/>
                  </a:cubicBezTo>
                  <a:cubicBezTo>
                    <a:pt x="746" y="2269"/>
                    <a:pt x="1375" y="2476"/>
                    <a:pt x="1768" y="221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6" name="Google Shape;2016;p35"/>
            <p:cNvSpPr/>
            <p:nvPr/>
          </p:nvSpPr>
          <p:spPr>
            <a:xfrm>
              <a:off x="6541508" y="3798960"/>
              <a:ext cx="672026" cy="769116"/>
            </a:xfrm>
            <a:custGeom>
              <a:rect b="b" l="l" r="r" t="t"/>
              <a:pathLst>
                <a:path extrusionOk="0" h="11534" w="10078">
                  <a:moveTo>
                    <a:pt x="8414" y="5674"/>
                  </a:moveTo>
                  <a:cubicBezTo>
                    <a:pt x="8229" y="5687"/>
                    <a:pt x="8059" y="5699"/>
                    <a:pt x="7901" y="5715"/>
                  </a:cubicBezTo>
                  <a:cubicBezTo>
                    <a:pt x="7942" y="5661"/>
                    <a:pt x="7968" y="5608"/>
                    <a:pt x="8008" y="5558"/>
                  </a:cubicBezTo>
                  <a:cubicBezTo>
                    <a:pt x="8361" y="4888"/>
                    <a:pt x="8257" y="4155"/>
                    <a:pt x="7785" y="3906"/>
                  </a:cubicBezTo>
                  <a:cubicBezTo>
                    <a:pt x="7313" y="3642"/>
                    <a:pt x="6643" y="3985"/>
                    <a:pt x="6291" y="4639"/>
                  </a:cubicBezTo>
                  <a:cubicBezTo>
                    <a:pt x="6250" y="4705"/>
                    <a:pt x="6225" y="4771"/>
                    <a:pt x="6200" y="4834"/>
                  </a:cubicBezTo>
                  <a:cubicBezTo>
                    <a:pt x="6341" y="4441"/>
                    <a:pt x="6184" y="3891"/>
                    <a:pt x="5778" y="3460"/>
                  </a:cubicBezTo>
                  <a:cubicBezTo>
                    <a:pt x="5583" y="3262"/>
                    <a:pt x="5360" y="3120"/>
                    <a:pt x="5149" y="3041"/>
                  </a:cubicBezTo>
                  <a:cubicBezTo>
                    <a:pt x="5269" y="2922"/>
                    <a:pt x="5373" y="2790"/>
                    <a:pt x="5451" y="2661"/>
                  </a:cubicBezTo>
                  <a:cubicBezTo>
                    <a:pt x="5857" y="2884"/>
                    <a:pt x="6316" y="2909"/>
                    <a:pt x="6631" y="2661"/>
                  </a:cubicBezTo>
                  <a:cubicBezTo>
                    <a:pt x="7103" y="2293"/>
                    <a:pt x="7077" y="1481"/>
                    <a:pt x="6593" y="852"/>
                  </a:cubicBezTo>
                  <a:cubicBezTo>
                    <a:pt x="6093" y="211"/>
                    <a:pt x="5307" y="0"/>
                    <a:pt x="4847" y="352"/>
                  </a:cubicBezTo>
                  <a:cubicBezTo>
                    <a:pt x="4586" y="550"/>
                    <a:pt x="4483" y="878"/>
                    <a:pt x="4508" y="1233"/>
                  </a:cubicBezTo>
                  <a:cubicBezTo>
                    <a:pt x="4259" y="1296"/>
                    <a:pt x="4011" y="1441"/>
                    <a:pt x="3788" y="1651"/>
                  </a:cubicBezTo>
                  <a:cubicBezTo>
                    <a:pt x="3721" y="1717"/>
                    <a:pt x="3655" y="1783"/>
                    <a:pt x="3605" y="1846"/>
                  </a:cubicBezTo>
                  <a:cubicBezTo>
                    <a:pt x="3721" y="1664"/>
                    <a:pt x="3747" y="1469"/>
                    <a:pt x="3630" y="1271"/>
                  </a:cubicBezTo>
                  <a:cubicBezTo>
                    <a:pt x="3328" y="733"/>
                    <a:pt x="2451" y="654"/>
                    <a:pt x="1665" y="1101"/>
                  </a:cubicBezTo>
                  <a:cubicBezTo>
                    <a:pt x="878" y="1547"/>
                    <a:pt x="485" y="2334"/>
                    <a:pt x="787" y="2868"/>
                  </a:cubicBezTo>
                  <a:cubicBezTo>
                    <a:pt x="837" y="2963"/>
                    <a:pt x="903" y="3041"/>
                    <a:pt x="982" y="3079"/>
                  </a:cubicBezTo>
                  <a:cubicBezTo>
                    <a:pt x="734" y="3224"/>
                    <a:pt x="510" y="3460"/>
                    <a:pt x="340" y="3762"/>
                  </a:cubicBezTo>
                  <a:cubicBezTo>
                    <a:pt x="1" y="4429"/>
                    <a:pt x="92" y="5164"/>
                    <a:pt x="564" y="5413"/>
                  </a:cubicBezTo>
                  <a:cubicBezTo>
                    <a:pt x="774" y="5529"/>
                    <a:pt x="1023" y="5529"/>
                    <a:pt x="1259" y="5438"/>
                  </a:cubicBezTo>
                  <a:cubicBezTo>
                    <a:pt x="982" y="6080"/>
                    <a:pt x="1114" y="6750"/>
                    <a:pt x="1573" y="7011"/>
                  </a:cubicBezTo>
                  <a:cubicBezTo>
                    <a:pt x="2083" y="7300"/>
                    <a:pt x="2803" y="6998"/>
                    <a:pt x="3212" y="6316"/>
                  </a:cubicBezTo>
                  <a:cubicBezTo>
                    <a:pt x="3382" y="6526"/>
                    <a:pt x="3655" y="6658"/>
                    <a:pt x="3970" y="6721"/>
                  </a:cubicBezTo>
                  <a:cubicBezTo>
                    <a:pt x="3854" y="6762"/>
                    <a:pt x="3721" y="6816"/>
                    <a:pt x="3605" y="6894"/>
                  </a:cubicBezTo>
                  <a:cubicBezTo>
                    <a:pt x="2819" y="7325"/>
                    <a:pt x="2426" y="8124"/>
                    <a:pt x="2724" y="8662"/>
                  </a:cubicBezTo>
                  <a:cubicBezTo>
                    <a:pt x="2765" y="8715"/>
                    <a:pt x="2790" y="8766"/>
                    <a:pt x="2831" y="8807"/>
                  </a:cubicBezTo>
                  <a:cubicBezTo>
                    <a:pt x="2426" y="8807"/>
                    <a:pt x="1979" y="9121"/>
                    <a:pt x="1702" y="9618"/>
                  </a:cubicBezTo>
                  <a:cubicBezTo>
                    <a:pt x="1363" y="10288"/>
                    <a:pt x="1454" y="11021"/>
                    <a:pt x="1926" y="11269"/>
                  </a:cubicBezTo>
                  <a:cubicBezTo>
                    <a:pt x="2397" y="11534"/>
                    <a:pt x="3067" y="11191"/>
                    <a:pt x="3420" y="10537"/>
                  </a:cubicBezTo>
                  <a:cubicBezTo>
                    <a:pt x="3747" y="9920"/>
                    <a:pt x="3684" y="9238"/>
                    <a:pt x="3303" y="8951"/>
                  </a:cubicBezTo>
                  <a:cubicBezTo>
                    <a:pt x="3618" y="8923"/>
                    <a:pt x="4011" y="8728"/>
                    <a:pt x="4454" y="8480"/>
                  </a:cubicBezTo>
                  <a:cubicBezTo>
                    <a:pt x="5241" y="8033"/>
                    <a:pt x="5870" y="7586"/>
                    <a:pt x="5571" y="7052"/>
                  </a:cubicBezTo>
                  <a:cubicBezTo>
                    <a:pt x="5439" y="6828"/>
                    <a:pt x="5203" y="6684"/>
                    <a:pt x="4914" y="6630"/>
                  </a:cubicBezTo>
                  <a:cubicBezTo>
                    <a:pt x="5426" y="6435"/>
                    <a:pt x="5766" y="6029"/>
                    <a:pt x="5712" y="5608"/>
                  </a:cubicBezTo>
                  <a:cubicBezTo>
                    <a:pt x="5700" y="5504"/>
                    <a:pt x="5675" y="5400"/>
                    <a:pt x="5609" y="5306"/>
                  </a:cubicBezTo>
                  <a:cubicBezTo>
                    <a:pt x="5766" y="5281"/>
                    <a:pt x="5911" y="5215"/>
                    <a:pt x="6027" y="5111"/>
                  </a:cubicBezTo>
                  <a:cubicBezTo>
                    <a:pt x="6093" y="5045"/>
                    <a:pt x="6146" y="4966"/>
                    <a:pt x="6184" y="4888"/>
                  </a:cubicBezTo>
                  <a:cubicBezTo>
                    <a:pt x="5964" y="5479"/>
                    <a:pt x="6093" y="6067"/>
                    <a:pt x="6514" y="6290"/>
                  </a:cubicBezTo>
                  <a:cubicBezTo>
                    <a:pt x="6606" y="6344"/>
                    <a:pt x="6697" y="6369"/>
                    <a:pt x="6788" y="6369"/>
                  </a:cubicBezTo>
                  <a:lnTo>
                    <a:pt x="6788" y="6473"/>
                  </a:lnTo>
                  <a:cubicBezTo>
                    <a:pt x="6801" y="6671"/>
                    <a:pt x="6879" y="6841"/>
                    <a:pt x="7024" y="6998"/>
                  </a:cubicBezTo>
                  <a:cubicBezTo>
                    <a:pt x="6933" y="7102"/>
                    <a:pt x="6842" y="7234"/>
                    <a:pt x="6763" y="7366"/>
                  </a:cubicBezTo>
                  <a:cubicBezTo>
                    <a:pt x="6565" y="7731"/>
                    <a:pt x="6514" y="8124"/>
                    <a:pt x="6593" y="8451"/>
                  </a:cubicBezTo>
                  <a:cubicBezTo>
                    <a:pt x="6291" y="8086"/>
                    <a:pt x="5885" y="7901"/>
                    <a:pt x="5530" y="8020"/>
                  </a:cubicBezTo>
                  <a:cubicBezTo>
                    <a:pt x="5020" y="8190"/>
                    <a:pt x="4797" y="8898"/>
                    <a:pt x="5033" y="9606"/>
                  </a:cubicBezTo>
                  <a:cubicBezTo>
                    <a:pt x="5269" y="10313"/>
                    <a:pt x="5870" y="10760"/>
                    <a:pt x="6382" y="10590"/>
                  </a:cubicBezTo>
                  <a:cubicBezTo>
                    <a:pt x="6892" y="10417"/>
                    <a:pt x="7115" y="9709"/>
                    <a:pt x="6879" y="9002"/>
                  </a:cubicBezTo>
                  <a:cubicBezTo>
                    <a:pt x="6867" y="8976"/>
                    <a:pt x="6854" y="8951"/>
                    <a:pt x="6854" y="8923"/>
                  </a:cubicBezTo>
                  <a:cubicBezTo>
                    <a:pt x="6892" y="8964"/>
                    <a:pt x="6933" y="8989"/>
                    <a:pt x="6986" y="9017"/>
                  </a:cubicBezTo>
                  <a:cubicBezTo>
                    <a:pt x="7458" y="9278"/>
                    <a:pt x="8125" y="8939"/>
                    <a:pt x="8480" y="8281"/>
                  </a:cubicBezTo>
                  <a:cubicBezTo>
                    <a:pt x="8622" y="8008"/>
                    <a:pt x="8688" y="7718"/>
                    <a:pt x="8688" y="7457"/>
                  </a:cubicBezTo>
                  <a:cubicBezTo>
                    <a:pt x="9487" y="7338"/>
                    <a:pt x="10078" y="6841"/>
                    <a:pt x="10037" y="6278"/>
                  </a:cubicBezTo>
                  <a:cubicBezTo>
                    <a:pt x="10012" y="5661"/>
                    <a:pt x="9304" y="5621"/>
                    <a:pt x="8414" y="5674"/>
                  </a:cubicBezTo>
                  <a:close/>
                  <a:moveTo>
                    <a:pt x="2149" y="4469"/>
                  </a:moveTo>
                  <a:cubicBezTo>
                    <a:pt x="2385" y="3866"/>
                    <a:pt x="2268" y="3249"/>
                    <a:pt x="1847" y="3026"/>
                  </a:cubicBezTo>
                  <a:cubicBezTo>
                    <a:pt x="2045" y="2947"/>
                    <a:pt x="2281" y="2818"/>
                    <a:pt x="2517" y="2686"/>
                  </a:cubicBezTo>
                  <a:cubicBezTo>
                    <a:pt x="2935" y="2450"/>
                    <a:pt x="3316" y="2214"/>
                    <a:pt x="3526" y="1953"/>
                  </a:cubicBezTo>
                  <a:cubicBezTo>
                    <a:pt x="3212" y="2425"/>
                    <a:pt x="3171" y="2963"/>
                    <a:pt x="3473" y="3290"/>
                  </a:cubicBezTo>
                  <a:cubicBezTo>
                    <a:pt x="3589" y="3406"/>
                    <a:pt x="3762" y="3485"/>
                    <a:pt x="3945" y="3513"/>
                  </a:cubicBezTo>
                  <a:cubicBezTo>
                    <a:pt x="3841" y="3891"/>
                    <a:pt x="3983" y="4391"/>
                    <a:pt x="4363" y="4784"/>
                  </a:cubicBezTo>
                  <a:cubicBezTo>
                    <a:pt x="4325" y="4796"/>
                    <a:pt x="4297" y="4796"/>
                    <a:pt x="4259" y="4796"/>
                  </a:cubicBezTo>
                  <a:cubicBezTo>
                    <a:pt x="3945" y="4834"/>
                    <a:pt x="3655" y="4954"/>
                    <a:pt x="3448" y="5111"/>
                  </a:cubicBezTo>
                  <a:cubicBezTo>
                    <a:pt x="3382" y="4834"/>
                    <a:pt x="3237" y="4614"/>
                    <a:pt x="3014" y="4482"/>
                  </a:cubicBezTo>
                  <a:cubicBezTo>
                    <a:pt x="2765" y="4337"/>
                    <a:pt x="2451" y="4337"/>
                    <a:pt x="2149" y="4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7" name="Google Shape;2017;p35"/>
            <p:cNvSpPr/>
            <p:nvPr/>
          </p:nvSpPr>
          <p:spPr>
            <a:xfrm>
              <a:off x="6526638" y="3679997"/>
              <a:ext cx="222786" cy="127830"/>
            </a:xfrm>
            <a:custGeom>
              <a:rect b="b" l="l" r="r" t="t"/>
              <a:pathLst>
                <a:path extrusionOk="0" h="1917" w="3341">
                  <a:moveTo>
                    <a:pt x="1743" y="1863"/>
                  </a:moveTo>
                  <a:cubicBezTo>
                    <a:pt x="2633" y="1797"/>
                    <a:pt x="3341" y="1259"/>
                    <a:pt x="3303" y="642"/>
                  </a:cubicBezTo>
                  <a:cubicBezTo>
                    <a:pt x="3262" y="42"/>
                    <a:pt x="2570" y="1"/>
                    <a:pt x="1664" y="54"/>
                  </a:cubicBezTo>
                  <a:cubicBezTo>
                    <a:pt x="762" y="108"/>
                    <a:pt x="0" y="237"/>
                    <a:pt x="38" y="853"/>
                  </a:cubicBezTo>
                  <a:cubicBezTo>
                    <a:pt x="79" y="1457"/>
                    <a:pt x="840" y="1916"/>
                    <a:pt x="1743" y="186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8" name="Google Shape;2018;p35"/>
            <p:cNvSpPr/>
            <p:nvPr/>
          </p:nvSpPr>
          <p:spPr>
            <a:xfrm>
              <a:off x="7121655" y="3929993"/>
              <a:ext cx="409030" cy="630150"/>
            </a:xfrm>
            <a:custGeom>
              <a:rect b="b" l="l" r="r" t="t"/>
              <a:pathLst>
                <a:path extrusionOk="0" h="9450" w="6134">
                  <a:moveTo>
                    <a:pt x="1180" y="1"/>
                  </a:moveTo>
                  <a:cubicBezTo>
                    <a:pt x="1180" y="1"/>
                    <a:pt x="0" y="3593"/>
                    <a:pt x="881" y="6121"/>
                  </a:cubicBezTo>
                  <a:cubicBezTo>
                    <a:pt x="1693" y="8414"/>
                    <a:pt x="4209" y="9292"/>
                    <a:pt x="4668" y="9436"/>
                  </a:cubicBezTo>
                  <a:cubicBezTo>
                    <a:pt x="4718" y="9449"/>
                    <a:pt x="4747" y="9449"/>
                    <a:pt x="4747" y="9449"/>
                  </a:cubicBezTo>
                  <a:cubicBezTo>
                    <a:pt x="4747" y="9449"/>
                    <a:pt x="6134" y="7131"/>
                    <a:pt x="5243" y="4599"/>
                  </a:cubicBezTo>
                  <a:cubicBezTo>
                    <a:pt x="4391" y="2190"/>
                    <a:pt x="1469" y="196"/>
                    <a:pt x="1208" y="13"/>
                  </a:cubicBezTo>
                  <a:cubicBezTo>
                    <a:pt x="1196" y="1"/>
                    <a:pt x="1180" y="1"/>
                    <a:pt x="1180"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9" name="Google Shape;2019;p35"/>
            <p:cNvSpPr/>
            <p:nvPr/>
          </p:nvSpPr>
          <p:spPr>
            <a:xfrm>
              <a:off x="7202208" y="3930860"/>
              <a:ext cx="328478" cy="629283"/>
            </a:xfrm>
            <a:custGeom>
              <a:rect b="b" l="l" r="r" t="t"/>
              <a:pathLst>
                <a:path extrusionOk="0" h="9437" w="4926">
                  <a:moveTo>
                    <a:pt x="0" y="0"/>
                  </a:moveTo>
                  <a:lnTo>
                    <a:pt x="3460" y="9423"/>
                  </a:lnTo>
                  <a:cubicBezTo>
                    <a:pt x="3510" y="9436"/>
                    <a:pt x="3539" y="9436"/>
                    <a:pt x="3539" y="9436"/>
                  </a:cubicBezTo>
                  <a:cubicBezTo>
                    <a:pt x="3539" y="9436"/>
                    <a:pt x="4926" y="7118"/>
                    <a:pt x="4035" y="4586"/>
                  </a:cubicBezTo>
                  <a:cubicBezTo>
                    <a:pt x="3183" y="2177"/>
                    <a:pt x="261" y="183"/>
                    <a:pt x="0"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0" name="Google Shape;2020;p35"/>
            <p:cNvSpPr/>
            <p:nvPr/>
          </p:nvSpPr>
          <p:spPr>
            <a:xfrm>
              <a:off x="6640333" y="4151183"/>
              <a:ext cx="187778" cy="130898"/>
            </a:xfrm>
            <a:custGeom>
              <a:rect b="b" l="l" r="r" t="t"/>
              <a:pathLst>
                <a:path extrusionOk="0" h="1963" w="2816">
                  <a:moveTo>
                    <a:pt x="1502" y="1"/>
                  </a:moveTo>
                  <a:cubicBezTo>
                    <a:pt x="1434" y="1"/>
                    <a:pt x="1366" y="4"/>
                    <a:pt x="1296" y="11"/>
                  </a:cubicBezTo>
                  <a:cubicBezTo>
                    <a:pt x="550" y="103"/>
                    <a:pt x="0" y="603"/>
                    <a:pt x="63" y="1141"/>
                  </a:cubicBezTo>
                  <a:cubicBezTo>
                    <a:pt x="123" y="1625"/>
                    <a:pt x="656" y="1963"/>
                    <a:pt x="1313" y="1963"/>
                  </a:cubicBezTo>
                  <a:cubicBezTo>
                    <a:pt x="1381" y="1963"/>
                    <a:pt x="1450" y="1959"/>
                    <a:pt x="1519" y="1952"/>
                  </a:cubicBezTo>
                  <a:cubicBezTo>
                    <a:pt x="2265" y="1861"/>
                    <a:pt x="2815" y="1361"/>
                    <a:pt x="2752" y="826"/>
                  </a:cubicBezTo>
                  <a:cubicBezTo>
                    <a:pt x="2692" y="338"/>
                    <a:pt x="2159" y="1"/>
                    <a:pt x="150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1" name="Google Shape;2021;p35"/>
            <p:cNvSpPr/>
            <p:nvPr/>
          </p:nvSpPr>
          <p:spPr>
            <a:xfrm>
              <a:off x="6649735" y="3911855"/>
              <a:ext cx="180243" cy="155570"/>
            </a:xfrm>
            <a:custGeom>
              <a:rect b="b" l="l" r="r" t="t"/>
              <a:pathLst>
                <a:path extrusionOk="0" h="2333" w="2703">
                  <a:moveTo>
                    <a:pt x="1732" y="1"/>
                  </a:moveTo>
                  <a:cubicBezTo>
                    <a:pt x="1394" y="1"/>
                    <a:pt x="1007" y="156"/>
                    <a:pt x="683" y="455"/>
                  </a:cubicBezTo>
                  <a:cubicBezTo>
                    <a:pt x="145" y="968"/>
                    <a:pt x="1" y="1701"/>
                    <a:pt x="369" y="2094"/>
                  </a:cubicBezTo>
                  <a:cubicBezTo>
                    <a:pt x="520" y="2255"/>
                    <a:pt x="732" y="2333"/>
                    <a:pt x="968" y="2333"/>
                  </a:cubicBezTo>
                  <a:cubicBezTo>
                    <a:pt x="1308" y="2333"/>
                    <a:pt x="1695" y="2173"/>
                    <a:pt x="2020" y="1871"/>
                  </a:cubicBezTo>
                  <a:cubicBezTo>
                    <a:pt x="2558" y="1361"/>
                    <a:pt x="2702" y="625"/>
                    <a:pt x="2334" y="232"/>
                  </a:cubicBezTo>
                  <a:cubicBezTo>
                    <a:pt x="2183" y="76"/>
                    <a:pt x="1969" y="1"/>
                    <a:pt x="173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2" name="Google Shape;2022;p35"/>
            <p:cNvSpPr/>
            <p:nvPr/>
          </p:nvSpPr>
          <p:spPr>
            <a:xfrm>
              <a:off x="6441883" y="4028485"/>
              <a:ext cx="161772" cy="170974"/>
            </a:xfrm>
            <a:custGeom>
              <a:rect b="b" l="l" r="r" t="t"/>
              <a:pathLst>
                <a:path extrusionOk="0" h="2564" w="2426">
                  <a:moveTo>
                    <a:pt x="1502" y="1"/>
                  </a:moveTo>
                  <a:cubicBezTo>
                    <a:pt x="1089" y="1"/>
                    <a:pt x="628" y="313"/>
                    <a:pt x="353" y="829"/>
                  </a:cubicBezTo>
                  <a:cubicBezTo>
                    <a:pt x="1" y="1487"/>
                    <a:pt x="104" y="2219"/>
                    <a:pt x="576" y="2480"/>
                  </a:cubicBezTo>
                  <a:cubicBezTo>
                    <a:pt x="683" y="2537"/>
                    <a:pt x="800" y="2563"/>
                    <a:pt x="921" y="2563"/>
                  </a:cubicBezTo>
                  <a:cubicBezTo>
                    <a:pt x="1335" y="2563"/>
                    <a:pt x="1798" y="2251"/>
                    <a:pt x="2070" y="1735"/>
                  </a:cubicBezTo>
                  <a:cubicBezTo>
                    <a:pt x="2426" y="1078"/>
                    <a:pt x="2319" y="345"/>
                    <a:pt x="1847" y="84"/>
                  </a:cubicBezTo>
                  <a:cubicBezTo>
                    <a:pt x="1740" y="28"/>
                    <a:pt x="1623" y="1"/>
                    <a:pt x="1502"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3" name="Google Shape;2023;p35"/>
            <p:cNvSpPr/>
            <p:nvPr/>
          </p:nvSpPr>
          <p:spPr>
            <a:xfrm>
              <a:off x="6869991" y="4268746"/>
              <a:ext cx="161772" cy="171041"/>
            </a:xfrm>
            <a:custGeom>
              <a:rect b="b" l="l" r="r" t="t"/>
              <a:pathLst>
                <a:path extrusionOk="0" h="2565" w="2426">
                  <a:moveTo>
                    <a:pt x="1503" y="1"/>
                  </a:moveTo>
                  <a:cubicBezTo>
                    <a:pt x="1090" y="1"/>
                    <a:pt x="628" y="315"/>
                    <a:pt x="356" y="831"/>
                  </a:cubicBezTo>
                  <a:cubicBezTo>
                    <a:pt x="0" y="1485"/>
                    <a:pt x="107" y="2221"/>
                    <a:pt x="579" y="2482"/>
                  </a:cubicBezTo>
                  <a:cubicBezTo>
                    <a:pt x="686" y="2538"/>
                    <a:pt x="802" y="2565"/>
                    <a:pt x="923" y="2565"/>
                  </a:cubicBezTo>
                  <a:cubicBezTo>
                    <a:pt x="1337" y="2565"/>
                    <a:pt x="1798" y="2252"/>
                    <a:pt x="2073" y="1736"/>
                  </a:cubicBezTo>
                  <a:cubicBezTo>
                    <a:pt x="2425" y="1079"/>
                    <a:pt x="2321" y="346"/>
                    <a:pt x="1849" y="85"/>
                  </a:cubicBezTo>
                  <a:cubicBezTo>
                    <a:pt x="1742" y="28"/>
                    <a:pt x="1625" y="1"/>
                    <a:pt x="150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4" name="Google Shape;2024;p35"/>
            <p:cNvSpPr/>
            <p:nvPr/>
          </p:nvSpPr>
          <p:spPr>
            <a:xfrm>
              <a:off x="6838516" y="4087033"/>
              <a:ext cx="160905" cy="170507"/>
            </a:xfrm>
            <a:custGeom>
              <a:rect b="b" l="l" r="r" t="t"/>
              <a:pathLst>
                <a:path extrusionOk="0" h="2557" w="2413">
                  <a:moveTo>
                    <a:pt x="1504" y="0"/>
                  </a:moveTo>
                  <a:cubicBezTo>
                    <a:pt x="1090" y="0"/>
                    <a:pt x="628" y="310"/>
                    <a:pt x="356" y="816"/>
                  </a:cubicBezTo>
                  <a:cubicBezTo>
                    <a:pt x="0" y="1486"/>
                    <a:pt x="107" y="2219"/>
                    <a:pt x="579" y="2467"/>
                  </a:cubicBezTo>
                  <a:cubicBezTo>
                    <a:pt x="688" y="2528"/>
                    <a:pt x="807" y="2557"/>
                    <a:pt x="930" y="2557"/>
                  </a:cubicBezTo>
                  <a:cubicBezTo>
                    <a:pt x="1342" y="2557"/>
                    <a:pt x="1800" y="2238"/>
                    <a:pt x="2073" y="1735"/>
                  </a:cubicBezTo>
                  <a:cubicBezTo>
                    <a:pt x="2413" y="1080"/>
                    <a:pt x="2321" y="332"/>
                    <a:pt x="1850" y="83"/>
                  </a:cubicBezTo>
                  <a:cubicBezTo>
                    <a:pt x="1743" y="27"/>
                    <a:pt x="1625" y="0"/>
                    <a:pt x="150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5" name="Google Shape;2025;p35"/>
            <p:cNvSpPr/>
            <p:nvPr/>
          </p:nvSpPr>
          <p:spPr>
            <a:xfrm>
              <a:off x="6532706" y="4419050"/>
              <a:ext cx="161772" cy="171107"/>
            </a:xfrm>
            <a:custGeom>
              <a:rect b="b" l="l" r="r" t="t"/>
              <a:pathLst>
                <a:path extrusionOk="0" h="2566" w="2426">
                  <a:moveTo>
                    <a:pt x="1505" y="0"/>
                  </a:moveTo>
                  <a:cubicBezTo>
                    <a:pt x="1091" y="0"/>
                    <a:pt x="629" y="313"/>
                    <a:pt x="356" y="832"/>
                  </a:cubicBezTo>
                  <a:cubicBezTo>
                    <a:pt x="1" y="1486"/>
                    <a:pt x="104" y="2219"/>
                    <a:pt x="576" y="2483"/>
                  </a:cubicBezTo>
                  <a:cubicBezTo>
                    <a:pt x="683" y="2539"/>
                    <a:pt x="800" y="2566"/>
                    <a:pt x="921" y="2566"/>
                  </a:cubicBezTo>
                  <a:cubicBezTo>
                    <a:pt x="1335" y="2566"/>
                    <a:pt x="1798" y="2253"/>
                    <a:pt x="2070" y="1734"/>
                  </a:cubicBezTo>
                  <a:cubicBezTo>
                    <a:pt x="2426" y="1080"/>
                    <a:pt x="2322" y="347"/>
                    <a:pt x="1850" y="83"/>
                  </a:cubicBezTo>
                  <a:cubicBezTo>
                    <a:pt x="1743" y="27"/>
                    <a:pt x="1626" y="0"/>
                    <a:pt x="1505" y="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6" name="Google Shape;2026;p35"/>
            <p:cNvSpPr/>
            <p:nvPr/>
          </p:nvSpPr>
          <p:spPr>
            <a:xfrm>
              <a:off x="6377067" y="3515755"/>
              <a:ext cx="148769" cy="180376"/>
            </a:xfrm>
            <a:custGeom>
              <a:rect b="b" l="l" r="r" t="t"/>
              <a:pathLst>
                <a:path extrusionOk="0" h="2705" w="2231">
                  <a:moveTo>
                    <a:pt x="1326" y="0"/>
                  </a:moveTo>
                  <a:cubicBezTo>
                    <a:pt x="876" y="0"/>
                    <a:pt x="408" y="443"/>
                    <a:pt x="212" y="1089"/>
                  </a:cubicBezTo>
                  <a:cubicBezTo>
                    <a:pt x="1" y="1822"/>
                    <a:pt x="224" y="2530"/>
                    <a:pt x="724" y="2674"/>
                  </a:cubicBezTo>
                  <a:cubicBezTo>
                    <a:pt x="788" y="2695"/>
                    <a:pt x="852" y="2704"/>
                    <a:pt x="918" y="2704"/>
                  </a:cubicBezTo>
                  <a:cubicBezTo>
                    <a:pt x="1362" y="2704"/>
                    <a:pt x="1824" y="2255"/>
                    <a:pt x="2007" y="1627"/>
                  </a:cubicBezTo>
                  <a:cubicBezTo>
                    <a:pt x="2231" y="891"/>
                    <a:pt x="1995" y="183"/>
                    <a:pt x="1511" y="26"/>
                  </a:cubicBezTo>
                  <a:cubicBezTo>
                    <a:pt x="1450" y="9"/>
                    <a:pt x="1388" y="0"/>
                    <a:pt x="1326"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7" name="Google Shape;2027;p35"/>
            <p:cNvSpPr/>
            <p:nvPr/>
          </p:nvSpPr>
          <p:spPr>
            <a:xfrm>
              <a:off x="6423412" y="3531493"/>
              <a:ext cx="50012" cy="138099"/>
            </a:xfrm>
            <a:custGeom>
              <a:rect b="b" l="l" r="r" t="t"/>
              <a:pathLst>
                <a:path extrusionOk="0" h="2071" w="750">
                  <a:moveTo>
                    <a:pt x="749" y="13"/>
                  </a:moveTo>
                  <a:cubicBezTo>
                    <a:pt x="749" y="13"/>
                    <a:pt x="709" y="54"/>
                    <a:pt x="658" y="133"/>
                  </a:cubicBezTo>
                  <a:cubicBezTo>
                    <a:pt x="605" y="196"/>
                    <a:pt x="526" y="303"/>
                    <a:pt x="485" y="419"/>
                  </a:cubicBezTo>
                  <a:cubicBezTo>
                    <a:pt x="435" y="551"/>
                    <a:pt x="407" y="696"/>
                    <a:pt x="422" y="841"/>
                  </a:cubicBezTo>
                  <a:cubicBezTo>
                    <a:pt x="422" y="970"/>
                    <a:pt x="473" y="1114"/>
                    <a:pt x="501" y="1246"/>
                  </a:cubicBezTo>
                  <a:cubicBezTo>
                    <a:pt x="539" y="1391"/>
                    <a:pt x="551" y="1548"/>
                    <a:pt x="514" y="1690"/>
                  </a:cubicBezTo>
                  <a:cubicBezTo>
                    <a:pt x="501" y="1756"/>
                    <a:pt x="473" y="1822"/>
                    <a:pt x="435" y="1875"/>
                  </a:cubicBezTo>
                  <a:cubicBezTo>
                    <a:pt x="394" y="1941"/>
                    <a:pt x="356" y="1979"/>
                    <a:pt x="303" y="2004"/>
                  </a:cubicBezTo>
                  <a:cubicBezTo>
                    <a:pt x="212" y="2070"/>
                    <a:pt x="120" y="2070"/>
                    <a:pt x="67" y="2058"/>
                  </a:cubicBezTo>
                  <a:cubicBezTo>
                    <a:pt x="13" y="2033"/>
                    <a:pt x="1" y="2004"/>
                    <a:pt x="1" y="1992"/>
                  </a:cubicBezTo>
                  <a:cubicBezTo>
                    <a:pt x="13" y="1954"/>
                    <a:pt x="108" y="1967"/>
                    <a:pt x="212" y="1875"/>
                  </a:cubicBezTo>
                  <a:cubicBezTo>
                    <a:pt x="265" y="1822"/>
                    <a:pt x="303" y="1756"/>
                    <a:pt x="315" y="1652"/>
                  </a:cubicBezTo>
                  <a:cubicBezTo>
                    <a:pt x="328" y="1561"/>
                    <a:pt x="315" y="1441"/>
                    <a:pt x="290" y="1312"/>
                  </a:cubicBezTo>
                  <a:cubicBezTo>
                    <a:pt x="265" y="1193"/>
                    <a:pt x="224" y="1036"/>
                    <a:pt x="224" y="853"/>
                  </a:cubicBezTo>
                  <a:cubicBezTo>
                    <a:pt x="224" y="668"/>
                    <a:pt x="278" y="498"/>
                    <a:pt x="356" y="353"/>
                  </a:cubicBezTo>
                  <a:cubicBezTo>
                    <a:pt x="435" y="224"/>
                    <a:pt x="539" y="133"/>
                    <a:pt x="605" y="67"/>
                  </a:cubicBezTo>
                  <a:cubicBezTo>
                    <a:pt x="683" y="13"/>
                    <a:pt x="737" y="1"/>
                    <a:pt x="749"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8" name="Google Shape;2028;p35"/>
            <p:cNvSpPr/>
            <p:nvPr/>
          </p:nvSpPr>
          <p:spPr>
            <a:xfrm>
              <a:off x="6628797" y="4530345"/>
              <a:ext cx="205582" cy="161705"/>
            </a:xfrm>
            <a:custGeom>
              <a:rect b="b" l="l" r="r" t="t"/>
              <a:pathLst>
                <a:path extrusionOk="0" h="2425" w="3083">
                  <a:moveTo>
                    <a:pt x="1924" y="0"/>
                  </a:moveTo>
                  <a:cubicBezTo>
                    <a:pt x="1607" y="0"/>
                    <a:pt x="1253" y="109"/>
                    <a:pt x="931" y="330"/>
                  </a:cubicBezTo>
                  <a:cubicBezTo>
                    <a:pt x="277" y="773"/>
                    <a:pt x="0" y="1547"/>
                    <a:pt x="343" y="2031"/>
                  </a:cubicBezTo>
                  <a:cubicBezTo>
                    <a:pt x="521" y="2293"/>
                    <a:pt x="825" y="2425"/>
                    <a:pt x="1170" y="2425"/>
                  </a:cubicBezTo>
                  <a:cubicBezTo>
                    <a:pt x="1484" y="2425"/>
                    <a:pt x="1832" y="2316"/>
                    <a:pt x="2151" y="2097"/>
                  </a:cubicBezTo>
                  <a:cubicBezTo>
                    <a:pt x="2818" y="1638"/>
                    <a:pt x="3082" y="880"/>
                    <a:pt x="2740" y="380"/>
                  </a:cubicBezTo>
                  <a:cubicBezTo>
                    <a:pt x="2569" y="128"/>
                    <a:pt x="2268" y="0"/>
                    <a:pt x="192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9" name="Google Shape;2029;p35"/>
            <p:cNvSpPr/>
            <p:nvPr/>
          </p:nvSpPr>
          <p:spPr>
            <a:xfrm>
              <a:off x="6669007" y="4560886"/>
              <a:ext cx="130364" cy="95289"/>
            </a:xfrm>
            <a:custGeom>
              <a:rect b="b" l="l" r="r" t="t"/>
              <a:pathLst>
                <a:path extrusionOk="0" h="1429" w="1955">
                  <a:moveTo>
                    <a:pt x="1942" y="54"/>
                  </a:moveTo>
                  <a:cubicBezTo>
                    <a:pt x="1942" y="67"/>
                    <a:pt x="1888" y="79"/>
                    <a:pt x="1797" y="92"/>
                  </a:cubicBezTo>
                  <a:cubicBezTo>
                    <a:pt x="1706" y="108"/>
                    <a:pt x="1574" y="145"/>
                    <a:pt x="1457" y="211"/>
                  </a:cubicBezTo>
                  <a:cubicBezTo>
                    <a:pt x="1325" y="277"/>
                    <a:pt x="1206" y="381"/>
                    <a:pt x="1127" y="513"/>
                  </a:cubicBezTo>
                  <a:cubicBezTo>
                    <a:pt x="1036" y="630"/>
                    <a:pt x="985" y="787"/>
                    <a:pt x="932" y="919"/>
                  </a:cubicBezTo>
                  <a:cubicBezTo>
                    <a:pt x="866" y="1064"/>
                    <a:pt x="775" y="1208"/>
                    <a:pt x="655" y="1300"/>
                  </a:cubicBezTo>
                  <a:cubicBezTo>
                    <a:pt x="592" y="1350"/>
                    <a:pt x="539" y="1378"/>
                    <a:pt x="460" y="1403"/>
                  </a:cubicBezTo>
                  <a:cubicBezTo>
                    <a:pt x="394" y="1416"/>
                    <a:pt x="328" y="1429"/>
                    <a:pt x="262" y="1416"/>
                  </a:cubicBezTo>
                  <a:cubicBezTo>
                    <a:pt x="146" y="1403"/>
                    <a:pt x="67" y="1337"/>
                    <a:pt x="26" y="1287"/>
                  </a:cubicBezTo>
                  <a:cubicBezTo>
                    <a:pt x="1" y="1221"/>
                    <a:pt x="1" y="1193"/>
                    <a:pt x="14" y="1180"/>
                  </a:cubicBezTo>
                  <a:cubicBezTo>
                    <a:pt x="54" y="1155"/>
                    <a:pt x="120" y="1246"/>
                    <a:pt x="278" y="1234"/>
                  </a:cubicBezTo>
                  <a:cubicBezTo>
                    <a:pt x="341" y="1221"/>
                    <a:pt x="419" y="1193"/>
                    <a:pt x="498" y="1130"/>
                  </a:cubicBezTo>
                  <a:cubicBezTo>
                    <a:pt x="577" y="1051"/>
                    <a:pt x="643" y="944"/>
                    <a:pt x="709" y="828"/>
                  </a:cubicBezTo>
                  <a:cubicBezTo>
                    <a:pt x="762" y="696"/>
                    <a:pt x="828" y="538"/>
                    <a:pt x="945" y="381"/>
                  </a:cubicBezTo>
                  <a:cubicBezTo>
                    <a:pt x="1064" y="236"/>
                    <a:pt x="1221" y="120"/>
                    <a:pt x="1379" y="67"/>
                  </a:cubicBezTo>
                  <a:cubicBezTo>
                    <a:pt x="1536" y="13"/>
                    <a:pt x="1693" y="1"/>
                    <a:pt x="1784" y="13"/>
                  </a:cubicBezTo>
                  <a:cubicBezTo>
                    <a:pt x="1888" y="29"/>
                    <a:pt x="1954" y="41"/>
                    <a:pt x="1942"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0" name="Google Shape;2030;p35"/>
            <p:cNvSpPr/>
            <p:nvPr/>
          </p:nvSpPr>
          <p:spPr>
            <a:xfrm>
              <a:off x="6293179" y="3842505"/>
              <a:ext cx="154837" cy="187244"/>
            </a:xfrm>
            <a:custGeom>
              <a:rect b="b" l="l" r="r" t="t"/>
              <a:pathLst>
                <a:path extrusionOk="0" h="2808" w="2322">
                  <a:moveTo>
                    <a:pt x="1454" y="1"/>
                  </a:moveTo>
                  <a:cubicBezTo>
                    <a:pt x="1015" y="1"/>
                    <a:pt x="524" y="430"/>
                    <a:pt x="278" y="1077"/>
                  </a:cubicBezTo>
                  <a:cubicBezTo>
                    <a:pt x="1" y="1822"/>
                    <a:pt x="158" y="2583"/>
                    <a:pt x="646" y="2766"/>
                  </a:cubicBezTo>
                  <a:cubicBezTo>
                    <a:pt x="718" y="2794"/>
                    <a:pt x="794" y="2807"/>
                    <a:pt x="871" y="2807"/>
                  </a:cubicBezTo>
                  <a:cubicBezTo>
                    <a:pt x="1307" y="2807"/>
                    <a:pt x="1789" y="2378"/>
                    <a:pt x="2033" y="1731"/>
                  </a:cubicBezTo>
                  <a:cubicBezTo>
                    <a:pt x="2322" y="986"/>
                    <a:pt x="2165" y="225"/>
                    <a:pt x="1680" y="42"/>
                  </a:cubicBezTo>
                  <a:cubicBezTo>
                    <a:pt x="1608" y="14"/>
                    <a:pt x="1532" y="1"/>
                    <a:pt x="145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1" name="Google Shape;2031;p35"/>
            <p:cNvSpPr/>
            <p:nvPr/>
          </p:nvSpPr>
          <p:spPr>
            <a:xfrm>
              <a:off x="6329054" y="3846972"/>
              <a:ext cx="76218" cy="166973"/>
            </a:xfrm>
            <a:custGeom>
              <a:rect b="b" l="l" r="r" t="t"/>
              <a:pathLst>
                <a:path extrusionOk="0" h="2504" w="1143">
                  <a:moveTo>
                    <a:pt x="199" y="2491"/>
                  </a:moveTo>
                  <a:cubicBezTo>
                    <a:pt x="199" y="2504"/>
                    <a:pt x="145" y="2450"/>
                    <a:pt x="92" y="2347"/>
                  </a:cubicBezTo>
                  <a:cubicBezTo>
                    <a:pt x="41" y="2243"/>
                    <a:pt x="1" y="2086"/>
                    <a:pt x="13" y="1900"/>
                  </a:cubicBezTo>
                  <a:cubicBezTo>
                    <a:pt x="13" y="1809"/>
                    <a:pt x="41" y="1705"/>
                    <a:pt x="79" y="1614"/>
                  </a:cubicBezTo>
                  <a:cubicBezTo>
                    <a:pt x="92" y="1560"/>
                    <a:pt x="120" y="1507"/>
                    <a:pt x="170" y="1457"/>
                  </a:cubicBezTo>
                  <a:cubicBezTo>
                    <a:pt x="224" y="1403"/>
                    <a:pt x="277" y="1378"/>
                    <a:pt x="315" y="1362"/>
                  </a:cubicBezTo>
                  <a:cubicBezTo>
                    <a:pt x="369" y="1337"/>
                    <a:pt x="406" y="1324"/>
                    <a:pt x="447" y="1299"/>
                  </a:cubicBezTo>
                  <a:cubicBezTo>
                    <a:pt x="472" y="1271"/>
                    <a:pt x="513" y="1258"/>
                    <a:pt x="538" y="1233"/>
                  </a:cubicBezTo>
                  <a:cubicBezTo>
                    <a:pt x="604" y="1180"/>
                    <a:pt x="658" y="1126"/>
                    <a:pt x="708" y="1063"/>
                  </a:cubicBezTo>
                  <a:cubicBezTo>
                    <a:pt x="894" y="827"/>
                    <a:pt x="932" y="551"/>
                    <a:pt x="919" y="356"/>
                  </a:cubicBezTo>
                  <a:cubicBezTo>
                    <a:pt x="906" y="158"/>
                    <a:pt x="853" y="41"/>
                    <a:pt x="894" y="13"/>
                  </a:cubicBezTo>
                  <a:cubicBezTo>
                    <a:pt x="906" y="0"/>
                    <a:pt x="932" y="25"/>
                    <a:pt x="972" y="79"/>
                  </a:cubicBezTo>
                  <a:cubicBezTo>
                    <a:pt x="1010" y="120"/>
                    <a:pt x="1064" y="211"/>
                    <a:pt x="1089" y="315"/>
                  </a:cubicBezTo>
                  <a:cubicBezTo>
                    <a:pt x="1130" y="434"/>
                    <a:pt x="1142" y="576"/>
                    <a:pt x="1114" y="733"/>
                  </a:cubicBezTo>
                  <a:cubicBezTo>
                    <a:pt x="1089" y="890"/>
                    <a:pt x="1023" y="1063"/>
                    <a:pt x="906" y="1221"/>
                  </a:cubicBezTo>
                  <a:cubicBezTo>
                    <a:pt x="840" y="1284"/>
                    <a:pt x="774" y="1362"/>
                    <a:pt x="683" y="1416"/>
                  </a:cubicBezTo>
                  <a:cubicBezTo>
                    <a:pt x="642" y="1441"/>
                    <a:pt x="604" y="1482"/>
                    <a:pt x="551" y="1494"/>
                  </a:cubicBezTo>
                  <a:cubicBezTo>
                    <a:pt x="513" y="1519"/>
                    <a:pt x="447" y="1548"/>
                    <a:pt x="406" y="1560"/>
                  </a:cubicBezTo>
                  <a:cubicBezTo>
                    <a:pt x="369" y="1573"/>
                    <a:pt x="343" y="1585"/>
                    <a:pt x="315" y="1598"/>
                  </a:cubicBezTo>
                  <a:cubicBezTo>
                    <a:pt x="290" y="1626"/>
                    <a:pt x="277" y="1652"/>
                    <a:pt x="249" y="1692"/>
                  </a:cubicBezTo>
                  <a:cubicBezTo>
                    <a:pt x="211" y="1755"/>
                    <a:pt x="186" y="1834"/>
                    <a:pt x="170" y="1913"/>
                  </a:cubicBezTo>
                  <a:cubicBezTo>
                    <a:pt x="133" y="2070"/>
                    <a:pt x="145" y="2215"/>
                    <a:pt x="170" y="2321"/>
                  </a:cubicBezTo>
                  <a:cubicBezTo>
                    <a:pt x="186" y="2425"/>
                    <a:pt x="211" y="2491"/>
                    <a:pt x="199" y="249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2" name="Google Shape;2032;p35"/>
            <p:cNvSpPr/>
            <p:nvPr/>
          </p:nvSpPr>
          <p:spPr>
            <a:xfrm>
              <a:off x="6222494" y="3658858"/>
              <a:ext cx="145234" cy="145501"/>
            </a:xfrm>
            <a:custGeom>
              <a:rect b="b" l="l" r="r" t="t"/>
              <a:pathLst>
                <a:path extrusionOk="0" h="2182" w="2178">
                  <a:moveTo>
                    <a:pt x="818" y="1"/>
                  </a:moveTo>
                  <a:cubicBezTo>
                    <a:pt x="674" y="1"/>
                    <a:pt x="536" y="40"/>
                    <a:pt x="419" y="123"/>
                  </a:cubicBezTo>
                  <a:cubicBezTo>
                    <a:pt x="26" y="396"/>
                    <a:pt x="1" y="1054"/>
                    <a:pt x="381" y="1588"/>
                  </a:cubicBezTo>
                  <a:cubicBezTo>
                    <a:pt x="637" y="1966"/>
                    <a:pt x="1017" y="2182"/>
                    <a:pt x="1357" y="2182"/>
                  </a:cubicBezTo>
                  <a:cubicBezTo>
                    <a:pt x="1501" y="2182"/>
                    <a:pt x="1638" y="2143"/>
                    <a:pt x="1756" y="2060"/>
                  </a:cubicBezTo>
                  <a:cubicBezTo>
                    <a:pt x="2149" y="1787"/>
                    <a:pt x="2177" y="1132"/>
                    <a:pt x="1797" y="594"/>
                  </a:cubicBezTo>
                  <a:cubicBezTo>
                    <a:pt x="1539" y="217"/>
                    <a:pt x="1158" y="1"/>
                    <a:pt x="8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3" name="Google Shape;2033;p35"/>
            <p:cNvSpPr/>
            <p:nvPr/>
          </p:nvSpPr>
          <p:spPr>
            <a:xfrm>
              <a:off x="6253102" y="3673929"/>
              <a:ext cx="92622" cy="105758"/>
            </a:xfrm>
            <a:custGeom>
              <a:rect b="b" l="l" r="r" t="t"/>
              <a:pathLst>
                <a:path extrusionOk="0" h="1586" w="1389">
                  <a:moveTo>
                    <a:pt x="117" y="0"/>
                  </a:moveTo>
                  <a:cubicBezTo>
                    <a:pt x="130" y="0"/>
                    <a:pt x="130" y="54"/>
                    <a:pt x="130" y="145"/>
                  </a:cubicBezTo>
                  <a:cubicBezTo>
                    <a:pt x="130" y="224"/>
                    <a:pt x="130" y="340"/>
                    <a:pt x="171" y="460"/>
                  </a:cubicBezTo>
                  <a:cubicBezTo>
                    <a:pt x="209" y="576"/>
                    <a:pt x="303" y="683"/>
                    <a:pt x="407" y="733"/>
                  </a:cubicBezTo>
                  <a:cubicBezTo>
                    <a:pt x="444" y="762"/>
                    <a:pt x="498" y="762"/>
                    <a:pt x="577" y="774"/>
                  </a:cubicBezTo>
                  <a:cubicBezTo>
                    <a:pt x="643" y="774"/>
                    <a:pt x="721" y="774"/>
                    <a:pt x="800" y="799"/>
                  </a:cubicBezTo>
                  <a:cubicBezTo>
                    <a:pt x="945" y="828"/>
                    <a:pt x="1074" y="906"/>
                    <a:pt x="1168" y="985"/>
                  </a:cubicBezTo>
                  <a:cubicBezTo>
                    <a:pt x="1218" y="1035"/>
                    <a:pt x="1259" y="1076"/>
                    <a:pt x="1297" y="1126"/>
                  </a:cubicBezTo>
                  <a:cubicBezTo>
                    <a:pt x="1325" y="1180"/>
                    <a:pt x="1350" y="1233"/>
                    <a:pt x="1363" y="1284"/>
                  </a:cubicBezTo>
                  <a:cubicBezTo>
                    <a:pt x="1388" y="1391"/>
                    <a:pt x="1375" y="1482"/>
                    <a:pt x="1338" y="1535"/>
                  </a:cubicBezTo>
                  <a:cubicBezTo>
                    <a:pt x="1297" y="1586"/>
                    <a:pt x="1259" y="1586"/>
                    <a:pt x="1247" y="1573"/>
                  </a:cubicBezTo>
                  <a:cubicBezTo>
                    <a:pt x="1231" y="1561"/>
                    <a:pt x="1231" y="1535"/>
                    <a:pt x="1231" y="1494"/>
                  </a:cubicBezTo>
                  <a:cubicBezTo>
                    <a:pt x="1231" y="1457"/>
                    <a:pt x="1231" y="1416"/>
                    <a:pt x="1193" y="1350"/>
                  </a:cubicBezTo>
                  <a:cubicBezTo>
                    <a:pt x="1168" y="1299"/>
                    <a:pt x="1114" y="1233"/>
                    <a:pt x="1023" y="1167"/>
                  </a:cubicBezTo>
                  <a:cubicBezTo>
                    <a:pt x="945" y="1114"/>
                    <a:pt x="853" y="1064"/>
                    <a:pt x="734" y="1035"/>
                  </a:cubicBezTo>
                  <a:cubicBezTo>
                    <a:pt x="680" y="1023"/>
                    <a:pt x="630" y="1010"/>
                    <a:pt x="551" y="1010"/>
                  </a:cubicBezTo>
                  <a:cubicBezTo>
                    <a:pt x="523" y="998"/>
                    <a:pt x="473" y="998"/>
                    <a:pt x="432" y="985"/>
                  </a:cubicBezTo>
                  <a:cubicBezTo>
                    <a:pt x="394" y="969"/>
                    <a:pt x="341" y="957"/>
                    <a:pt x="303" y="931"/>
                  </a:cubicBezTo>
                  <a:cubicBezTo>
                    <a:pt x="130" y="828"/>
                    <a:pt x="39" y="655"/>
                    <a:pt x="26" y="497"/>
                  </a:cubicBezTo>
                  <a:cubicBezTo>
                    <a:pt x="1" y="340"/>
                    <a:pt x="26" y="211"/>
                    <a:pt x="51" y="133"/>
                  </a:cubicBezTo>
                  <a:cubicBezTo>
                    <a:pt x="80" y="41"/>
                    <a:pt x="105" y="0"/>
                    <a:pt x="117"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4" name="Google Shape;2034;p35"/>
            <p:cNvSpPr/>
            <p:nvPr/>
          </p:nvSpPr>
          <p:spPr>
            <a:xfrm>
              <a:off x="6892797" y="4209397"/>
              <a:ext cx="221986" cy="121962"/>
            </a:xfrm>
            <a:custGeom>
              <a:rect b="b" l="l" r="r" t="t"/>
              <a:pathLst>
                <a:path extrusionOk="0" h="1829" w="3329">
                  <a:moveTo>
                    <a:pt x="2135" y="0"/>
                  </a:moveTo>
                  <a:cubicBezTo>
                    <a:pt x="1984" y="0"/>
                    <a:pt x="1822" y="7"/>
                    <a:pt x="1652" y="16"/>
                  </a:cubicBezTo>
                  <a:cubicBezTo>
                    <a:pt x="759" y="82"/>
                    <a:pt x="1" y="202"/>
                    <a:pt x="39" y="818"/>
                  </a:cubicBezTo>
                  <a:cubicBezTo>
                    <a:pt x="77" y="1398"/>
                    <a:pt x="757" y="1829"/>
                    <a:pt x="1586" y="1829"/>
                  </a:cubicBezTo>
                  <a:cubicBezTo>
                    <a:pt x="1634" y="1829"/>
                    <a:pt x="1682" y="1827"/>
                    <a:pt x="1731" y="1824"/>
                  </a:cubicBezTo>
                  <a:cubicBezTo>
                    <a:pt x="2633" y="1774"/>
                    <a:pt x="3329" y="1236"/>
                    <a:pt x="3291" y="620"/>
                  </a:cubicBezTo>
                  <a:cubicBezTo>
                    <a:pt x="3258" y="119"/>
                    <a:pt x="2793" y="0"/>
                    <a:pt x="213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5" name="Google Shape;2035;p35"/>
            <p:cNvSpPr/>
            <p:nvPr/>
          </p:nvSpPr>
          <p:spPr>
            <a:xfrm>
              <a:off x="6911068" y="4234937"/>
              <a:ext cx="178376" cy="29874"/>
            </a:xfrm>
            <a:custGeom>
              <a:rect b="b" l="l" r="r" t="t"/>
              <a:pathLst>
                <a:path extrusionOk="0" h="448" w="2675">
                  <a:moveTo>
                    <a:pt x="13" y="146"/>
                  </a:moveTo>
                  <a:cubicBezTo>
                    <a:pt x="13" y="146"/>
                    <a:pt x="79" y="171"/>
                    <a:pt x="170" y="183"/>
                  </a:cubicBezTo>
                  <a:cubicBezTo>
                    <a:pt x="265" y="212"/>
                    <a:pt x="394" y="224"/>
                    <a:pt x="564" y="224"/>
                  </a:cubicBezTo>
                  <a:cubicBezTo>
                    <a:pt x="878" y="224"/>
                    <a:pt x="1271" y="199"/>
                    <a:pt x="1561" y="158"/>
                  </a:cubicBezTo>
                  <a:cubicBezTo>
                    <a:pt x="2164" y="92"/>
                    <a:pt x="2649" y="1"/>
                    <a:pt x="2661" y="67"/>
                  </a:cubicBezTo>
                  <a:cubicBezTo>
                    <a:pt x="2674" y="105"/>
                    <a:pt x="2570" y="171"/>
                    <a:pt x="2372" y="237"/>
                  </a:cubicBezTo>
                  <a:cubicBezTo>
                    <a:pt x="2190" y="303"/>
                    <a:pt x="1916" y="369"/>
                    <a:pt x="1586" y="407"/>
                  </a:cubicBezTo>
                  <a:cubicBezTo>
                    <a:pt x="1287" y="448"/>
                    <a:pt x="878" y="435"/>
                    <a:pt x="551" y="382"/>
                  </a:cubicBezTo>
                  <a:cubicBezTo>
                    <a:pt x="381" y="356"/>
                    <a:pt x="236" y="315"/>
                    <a:pt x="145" y="262"/>
                  </a:cubicBezTo>
                  <a:cubicBezTo>
                    <a:pt x="41" y="212"/>
                    <a:pt x="1" y="158"/>
                    <a:pt x="13" y="14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6" name="Google Shape;2036;p35"/>
            <p:cNvSpPr/>
            <p:nvPr/>
          </p:nvSpPr>
          <p:spPr>
            <a:xfrm>
              <a:off x="6762564" y="4364503"/>
              <a:ext cx="153837" cy="176242"/>
            </a:xfrm>
            <a:custGeom>
              <a:rect b="b" l="l" r="r" t="t"/>
              <a:pathLst>
                <a:path extrusionOk="0" h="2643" w="2307">
                  <a:moveTo>
                    <a:pt x="959" y="0"/>
                  </a:moveTo>
                  <a:cubicBezTo>
                    <a:pt x="883" y="0"/>
                    <a:pt x="807" y="12"/>
                    <a:pt x="734" y="36"/>
                  </a:cubicBezTo>
                  <a:cubicBezTo>
                    <a:pt x="224" y="206"/>
                    <a:pt x="1" y="914"/>
                    <a:pt x="237" y="1637"/>
                  </a:cubicBezTo>
                  <a:cubicBezTo>
                    <a:pt x="438" y="2241"/>
                    <a:pt x="907" y="2643"/>
                    <a:pt x="1356" y="2643"/>
                  </a:cubicBezTo>
                  <a:cubicBezTo>
                    <a:pt x="1434" y="2643"/>
                    <a:pt x="1511" y="2631"/>
                    <a:pt x="1586" y="2606"/>
                  </a:cubicBezTo>
                  <a:cubicBezTo>
                    <a:pt x="2083" y="2436"/>
                    <a:pt x="2306" y="1728"/>
                    <a:pt x="2083" y="1021"/>
                  </a:cubicBezTo>
                  <a:cubicBezTo>
                    <a:pt x="1881" y="415"/>
                    <a:pt x="1411" y="0"/>
                    <a:pt x="959"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7" name="Google Shape;2037;p35"/>
            <p:cNvSpPr/>
            <p:nvPr/>
          </p:nvSpPr>
          <p:spPr>
            <a:xfrm>
              <a:off x="6427813" y="3715672"/>
              <a:ext cx="221986" cy="121962"/>
            </a:xfrm>
            <a:custGeom>
              <a:rect b="b" l="l" r="r" t="t"/>
              <a:pathLst>
                <a:path extrusionOk="0" h="1829" w="3329">
                  <a:moveTo>
                    <a:pt x="2145" y="0"/>
                  </a:moveTo>
                  <a:cubicBezTo>
                    <a:pt x="1993" y="0"/>
                    <a:pt x="1832" y="7"/>
                    <a:pt x="1665" y="16"/>
                  </a:cubicBezTo>
                  <a:cubicBezTo>
                    <a:pt x="762" y="82"/>
                    <a:pt x="1" y="202"/>
                    <a:pt x="42" y="815"/>
                  </a:cubicBezTo>
                  <a:cubicBezTo>
                    <a:pt x="78" y="1398"/>
                    <a:pt x="760" y="1829"/>
                    <a:pt x="1587" y="1829"/>
                  </a:cubicBezTo>
                  <a:cubicBezTo>
                    <a:pt x="1634" y="1829"/>
                    <a:pt x="1682" y="1828"/>
                    <a:pt x="1731" y="1825"/>
                  </a:cubicBezTo>
                  <a:cubicBezTo>
                    <a:pt x="2637" y="1774"/>
                    <a:pt x="3329" y="1236"/>
                    <a:pt x="3303" y="620"/>
                  </a:cubicBezTo>
                  <a:cubicBezTo>
                    <a:pt x="3273" y="119"/>
                    <a:pt x="2800" y="0"/>
                    <a:pt x="214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8" name="Google Shape;2038;p35"/>
            <p:cNvSpPr/>
            <p:nvPr/>
          </p:nvSpPr>
          <p:spPr>
            <a:xfrm>
              <a:off x="6446284" y="3741279"/>
              <a:ext cx="179176" cy="29807"/>
            </a:xfrm>
            <a:custGeom>
              <a:rect b="b" l="l" r="r" t="t"/>
              <a:pathLst>
                <a:path extrusionOk="0" h="447" w="2687">
                  <a:moveTo>
                    <a:pt x="13" y="145"/>
                  </a:moveTo>
                  <a:cubicBezTo>
                    <a:pt x="26" y="145"/>
                    <a:pt x="79" y="170"/>
                    <a:pt x="171" y="183"/>
                  </a:cubicBezTo>
                  <a:cubicBezTo>
                    <a:pt x="262" y="211"/>
                    <a:pt x="406" y="223"/>
                    <a:pt x="564" y="223"/>
                  </a:cubicBezTo>
                  <a:cubicBezTo>
                    <a:pt x="878" y="223"/>
                    <a:pt x="1271" y="195"/>
                    <a:pt x="1558" y="157"/>
                  </a:cubicBezTo>
                  <a:cubicBezTo>
                    <a:pt x="2162" y="91"/>
                    <a:pt x="2646" y="0"/>
                    <a:pt x="2674" y="66"/>
                  </a:cubicBezTo>
                  <a:cubicBezTo>
                    <a:pt x="2687" y="104"/>
                    <a:pt x="2567" y="170"/>
                    <a:pt x="2385" y="236"/>
                  </a:cubicBezTo>
                  <a:cubicBezTo>
                    <a:pt x="2187" y="302"/>
                    <a:pt x="1913" y="368"/>
                    <a:pt x="1599" y="406"/>
                  </a:cubicBezTo>
                  <a:cubicBezTo>
                    <a:pt x="1284" y="447"/>
                    <a:pt x="878" y="431"/>
                    <a:pt x="551" y="381"/>
                  </a:cubicBezTo>
                  <a:cubicBezTo>
                    <a:pt x="394" y="352"/>
                    <a:pt x="237" y="315"/>
                    <a:pt x="142" y="261"/>
                  </a:cubicBezTo>
                  <a:cubicBezTo>
                    <a:pt x="51" y="211"/>
                    <a:pt x="1" y="157"/>
                    <a:pt x="13" y="14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9" name="Google Shape;2039;p35"/>
            <p:cNvSpPr/>
            <p:nvPr/>
          </p:nvSpPr>
          <p:spPr>
            <a:xfrm>
              <a:off x="6506499" y="4124042"/>
              <a:ext cx="178309" cy="183510"/>
            </a:xfrm>
            <a:custGeom>
              <a:rect b="b" l="l" r="r" t="t"/>
              <a:pathLst>
                <a:path extrusionOk="0" h="2752" w="2674">
                  <a:moveTo>
                    <a:pt x="1648" y="0"/>
                  </a:moveTo>
                  <a:cubicBezTo>
                    <a:pt x="1202" y="0"/>
                    <a:pt x="703" y="315"/>
                    <a:pt x="406" y="840"/>
                  </a:cubicBezTo>
                  <a:cubicBezTo>
                    <a:pt x="0" y="1548"/>
                    <a:pt x="104" y="2346"/>
                    <a:pt x="617" y="2648"/>
                  </a:cubicBezTo>
                  <a:cubicBezTo>
                    <a:pt x="742" y="2719"/>
                    <a:pt x="881" y="2752"/>
                    <a:pt x="1026" y="2752"/>
                  </a:cubicBezTo>
                  <a:cubicBezTo>
                    <a:pt x="1472" y="2752"/>
                    <a:pt x="1971" y="2437"/>
                    <a:pt x="2268" y="1912"/>
                  </a:cubicBezTo>
                  <a:cubicBezTo>
                    <a:pt x="2674" y="1205"/>
                    <a:pt x="2570" y="406"/>
                    <a:pt x="2057" y="104"/>
                  </a:cubicBezTo>
                  <a:cubicBezTo>
                    <a:pt x="1932" y="34"/>
                    <a:pt x="1793" y="0"/>
                    <a:pt x="164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0" name="Google Shape;2040;p35"/>
            <p:cNvSpPr/>
            <p:nvPr/>
          </p:nvSpPr>
          <p:spPr>
            <a:xfrm>
              <a:off x="6555378" y="4153783"/>
              <a:ext cx="83953" cy="133698"/>
            </a:xfrm>
            <a:custGeom>
              <a:rect b="b" l="l" r="r" t="t"/>
              <a:pathLst>
                <a:path extrusionOk="0" h="2005" w="1259">
                  <a:moveTo>
                    <a:pt x="0" y="1992"/>
                  </a:moveTo>
                  <a:cubicBezTo>
                    <a:pt x="0" y="1979"/>
                    <a:pt x="54" y="1951"/>
                    <a:pt x="132" y="1900"/>
                  </a:cubicBezTo>
                  <a:cubicBezTo>
                    <a:pt x="198" y="1847"/>
                    <a:pt x="302" y="1756"/>
                    <a:pt x="381" y="1636"/>
                  </a:cubicBezTo>
                  <a:cubicBezTo>
                    <a:pt x="459" y="1520"/>
                    <a:pt x="526" y="1375"/>
                    <a:pt x="551" y="1231"/>
                  </a:cubicBezTo>
                  <a:cubicBezTo>
                    <a:pt x="566" y="1086"/>
                    <a:pt x="538" y="916"/>
                    <a:pt x="538" y="771"/>
                  </a:cubicBezTo>
                  <a:cubicBezTo>
                    <a:pt x="538" y="614"/>
                    <a:pt x="551" y="457"/>
                    <a:pt x="617" y="315"/>
                  </a:cubicBezTo>
                  <a:cubicBezTo>
                    <a:pt x="658" y="249"/>
                    <a:pt x="695" y="183"/>
                    <a:pt x="749" y="130"/>
                  </a:cubicBezTo>
                  <a:cubicBezTo>
                    <a:pt x="802" y="92"/>
                    <a:pt x="865" y="51"/>
                    <a:pt x="919" y="38"/>
                  </a:cubicBezTo>
                  <a:cubicBezTo>
                    <a:pt x="1038" y="1"/>
                    <a:pt x="1129" y="26"/>
                    <a:pt x="1195" y="51"/>
                  </a:cubicBezTo>
                  <a:cubicBezTo>
                    <a:pt x="1246" y="92"/>
                    <a:pt x="1258" y="130"/>
                    <a:pt x="1246" y="142"/>
                  </a:cubicBezTo>
                  <a:cubicBezTo>
                    <a:pt x="1233" y="171"/>
                    <a:pt x="1129" y="130"/>
                    <a:pt x="997" y="208"/>
                  </a:cubicBezTo>
                  <a:cubicBezTo>
                    <a:pt x="931" y="249"/>
                    <a:pt x="865" y="300"/>
                    <a:pt x="840" y="406"/>
                  </a:cubicBezTo>
                  <a:cubicBezTo>
                    <a:pt x="802" y="498"/>
                    <a:pt x="787" y="630"/>
                    <a:pt x="787" y="759"/>
                  </a:cubicBezTo>
                  <a:cubicBezTo>
                    <a:pt x="787" y="903"/>
                    <a:pt x="802" y="1073"/>
                    <a:pt x="761" y="1271"/>
                  </a:cubicBezTo>
                  <a:cubicBezTo>
                    <a:pt x="724" y="1454"/>
                    <a:pt x="617" y="1624"/>
                    <a:pt x="500" y="1743"/>
                  </a:cubicBezTo>
                  <a:cubicBezTo>
                    <a:pt x="393" y="1860"/>
                    <a:pt x="264" y="1938"/>
                    <a:pt x="158" y="1966"/>
                  </a:cubicBezTo>
                  <a:cubicBezTo>
                    <a:pt x="66" y="2004"/>
                    <a:pt x="0" y="2004"/>
                    <a:pt x="0" y="199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1" name="Google Shape;2041;p35"/>
            <p:cNvSpPr/>
            <p:nvPr/>
          </p:nvSpPr>
          <p:spPr>
            <a:xfrm>
              <a:off x="6734690" y="3844772"/>
              <a:ext cx="181710" cy="176642"/>
            </a:xfrm>
            <a:custGeom>
              <a:rect b="b" l="l" r="r" t="t"/>
              <a:pathLst>
                <a:path extrusionOk="0" h="2649" w="2725">
                  <a:moveTo>
                    <a:pt x="1001" y="0"/>
                  </a:moveTo>
                  <a:cubicBezTo>
                    <a:pt x="800" y="0"/>
                    <a:pt x="611" y="57"/>
                    <a:pt x="456" y="178"/>
                  </a:cubicBezTo>
                  <a:cubicBezTo>
                    <a:pt x="0" y="546"/>
                    <a:pt x="13" y="1345"/>
                    <a:pt x="510" y="1986"/>
                  </a:cubicBezTo>
                  <a:cubicBezTo>
                    <a:pt x="844" y="2409"/>
                    <a:pt x="1303" y="2649"/>
                    <a:pt x="1711" y="2649"/>
                  </a:cubicBezTo>
                  <a:cubicBezTo>
                    <a:pt x="1910" y="2649"/>
                    <a:pt x="2098" y="2592"/>
                    <a:pt x="2252" y="2471"/>
                  </a:cubicBezTo>
                  <a:cubicBezTo>
                    <a:pt x="2724" y="2103"/>
                    <a:pt x="2699" y="1304"/>
                    <a:pt x="2202" y="662"/>
                  </a:cubicBezTo>
                  <a:cubicBezTo>
                    <a:pt x="1875" y="240"/>
                    <a:pt x="1412" y="0"/>
                    <a:pt x="100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2" name="Google Shape;2042;p35"/>
            <p:cNvSpPr/>
            <p:nvPr/>
          </p:nvSpPr>
          <p:spPr>
            <a:xfrm>
              <a:off x="6778301" y="3872312"/>
              <a:ext cx="99690" cy="125096"/>
            </a:xfrm>
            <a:custGeom>
              <a:rect b="b" l="l" r="r" t="t"/>
              <a:pathLst>
                <a:path extrusionOk="0" h="1876" w="1495">
                  <a:moveTo>
                    <a:pt x="1454" y="1875"/>
                  </a:moveTo>
                  <a:cubicBezTo>
                    <a:pt x="1441" y="1875"/>
                    <a:pt x="1441" y="1809"/>
                    <a:pt x="1416" y="1718"/>
                  </a:cubicBezTo>
                  <a:cubicBezTo>
                    <a:pt x="1391" y="1627"/>
                    <a:pt x="1350" y="1507"/>
                    <a:pt x="1271" y="1391"/>
                  </a:cubicBezTo>
                  <a:cubicBezTo>
                    <a:pt x="1205" y="1272"/>
                    <a:pt x="1089" y="1155"/>
                    <a:pt x="957" y="1077"/>
                  </a:cubicBezTo>
                  <a:cubicBezTo>
                    <a:pt x="825" y="1010"/>
                    <a:pt x="667" y="970"/>
                    <a:pt x="538" y="904"/>
                  </a:cubicBezTo>
                  <a:cubicBezTo>
                    <a:pt x="394" y="853"/>
                    <a:pt x="249" y="775"/>
                    <a:pt x="145" y="668"/>
                  </a:cubicBezTo>
                  <a:cubicBezTo>
                    <a:pt x="92" y="605"/>
                    <a:pt x="54" y="539"/>
                    <a:pt x="26" y="473"/>
                  </a:cubicBezTo>
                  <a:cubicBezTo>
                    <a:pt x="1" y="407"/>
                    <a:pt x="1" y="341"/>
                    <a:pt x="1" y="275"/>
                  </a:cubicBezTo>
                  <a:cubicBezTo>
                    <a:pt x="13" y="158"/>
                    <a:pt x="67" y="79"/>
                    <a:pt x="117" y="39"/>
                  </a:cubicBezTo>
                  <a:cubicBezTo>
                    <a:pt x="170" y="1"/>
                    <a:pt x="211" y="1"/>
                    <a:pt x="224" y="13"/>
                  </a:cubicBezTo>
                  <a:cubicBezTo>
                    <a:pt x="249" y="54"/>
                    <a:pt x="170" y="117"/>
                    <a:pt x="183" y="275"/>
                  </a:cubicBezTo>
                  <a:cubicBezTo>
                    <a:pt x="196" y="353"/>
                    <a:pt x="224" y="419"/>
                    <a:pt x="303" y="498"/>
                  </a:cubicBezTo>
                  <a:cubicBezTo>
                    <a:pt x="381" y="564"/>
                    <a:pt x="485" y="630"/>
                    <a:pt x="617" y="683"/>
                  </a:cubicBezTo>
                  <a:cubicBezTo>
                    <a:pt x="746" y="734"/>
                    <a:pt x="919" y="787"/>
                    <a:pt x="1076" y="891"/>
                  </a:cubicBezTo>
                  <a:cubicBezTo>
                    <a:pt x="1234" y="1010"/>
                    <a:pt x="1350" y="1155"/>
                    <a:pt x="1416" y="1312"/>
                  </a:cubicBezTo>
                  <a:cubicBezTo>
                    <a:pt x="1482" y="1470"/>
                    <a:pt x="1495" y="1611"/>
                    <a:pt x="1495" y="1718"/>
                  </a:cubicBezTo>
                  <a:cubicBezTo>
                    <a:pt x="1495" y="1822"/>
                    <a:pt x="1469" y="1875"/>
                    <a:pt x="1454" y="187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3" name="Google Shape;2043;p35"/>
            <p:cNvSpPr/>
            <p:nvPr/>
          </p:nvSpPr>
          <p:spPr>
            <a:xfrm>
              <a:off x="6604457" y="4272480"/>
              <a:ext cx="229921" cy="157037"/>
            </a:xfrm>
            <a:custGeom>
              <a:rect b="b" l="l" r="r" t="t"/>
              <a:pathLst>
                <a:path extrusionOk="0" h="2355" w="3448">
                  <a:moveTo>
                    <a:pt x="2208" y="0"/>
                  </a:moveTo>
                  <a:cubicBezTo>
                    <a:pt x="1885" y="0"/>
                    <a:pt x="1523" y="95"/>
                    <a:pt x="1180" y="290"/>
                  </a:cubicBezTo>
                  <a:cubicBezTo>
                    <a:pt x="393" y="737"/>
                    <a:pt x="0" y="1523"/>
                    <a:pt x="302" y="2058"/>
                  </a:cubicBezTo>
                  <a:cubicBezTo>
                    <a:pt x="419" y="2269"/>
                    <a:pt x="589" y="2355"/>
                    <a:pt x="800" y="2355"/>
                  </a:cubicBezTo>
                  <a:cubicBezTo>
                    <a:pt x="1128" y="2355"/>
                    <a:pt x="1554" y="2147"/>
                    <a:pt x="2032" y="1875"/>
                  </a:cubicBezTo>
                  <a:cubicBezTo>
                    <a:pt x="2818" y="1429"/>
                    <a:pt x="3447" y="985"/>
                    <a:pt x="3145" y="460"/>
                  </a:cubicBezTo>
                  <a:cubicBezTo>
                    <a:pt x="2976" y="157"/>
                    <a:pt x="2623" y="0"/>
                    <a:pt x="220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4" name="Google Shape;2044;p35"/>
            <p:cNvSpPr/>
            <p:nvPr/>
          </p:nvSpPr>
          <p:spPr>
            <a:xfrm>
              <a:off x="6648935" y="4324093"/>
              <a:ext cx="158171" cy="89221"/>
            </a:xfrm>
            <a:custGeom>
              <a:rect b="b" l="l" r="r" t="t"/>
              <a:pathLst>
                <a:path extrusionOk="0" h="1338" w="2372">
                  <a:moveTo>
                    <a:pt x="2372" y="42"/>
                  </a:moveTo>
                  <a:cubicBezTo>
                    <a:pt x="2372" y="54"/>
                    <a:pt x="2309" y="54"/>
                    <a:pt x="2214" y="79"/>
                  </a:cubicBezTo>
                  <a:cubicBezTo>
                    <a:pt x="2123" y="104"/>
                    <a:pt x="1994" y="145"/>
                    <a:pt x="1849" y="224"/>
                  </a:cubicBezTo>
                  <a:cubicBezTo>
                    <a:pt x="1560" y="356"/>
                    <a:pt x="1220" y="551"/>
                    <a:pt x="972" y="708"/>
                  </a:cubicBezTo>
                  <a:cubicBezTo>
                    <a:pt x="459" y="1048"/>
                    <a:pt x="79" y="1337"/>
                    <a:pt x="28" y="1284"/>
                  </a:cubicBezTo>
                  <a:cubicBezTo>
                    <a:pt x="0" y="1246"/>
                    <a:pt x="66" y="1142"/>
                    <a:pt x="211" y="998"/>
                  </a:cubicBezTo>
                  <a:cubicBezTo>
                    <a:pt x="355" y="853"/>
                    <a:pt x="563" y="683"/>
                    <a:pt x="840" y="513"/>
                  </a:cubicBezTo>
                  <a:cubicBezTo>
                    <a:pt x="1101" y="340"/>
                    <a:pt x="1481" y="170"/>
                    <a:pt x="1796" y="79"/>
                  </a:cubicBezTo>
                  <a:cubicBezTo>
                    <a:pt x="1941" y="26"/>
                    <a:pt x="2098" y="1"/>
                    <a:pt x="2202" y="1"/>
                  </a:cubicBezTo>
                  <a:cubicBezTo>
                    <a:pt x="2321" y="1"/>
                    <a:pt x="2372" y="42"/>
                    <a:pt x="2372" y="4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5" name="Google Shape;2045;p35"/>
            <p:cNvSpPr/>
            <p:nvPr/>
          </p:nvSpPr>
          <p:spPr>
            <a:xfrm>
              <a:off x="6692746" y="4029819"/>
              <a:ext cx="177309" cy="157637"/>
            </a:xfrm>
            <a:custGeom>
              <a:rect b="b" l="l" r="r" t="t"/>
              <a:pathLst>
                <a:path extrusionOk="0" h="2364" w="2659">
                  <a:moveTo>
                    <a:pt x="948" y="0"/>
                  </a:moveTo>
                  <a:cubicBezTo>
                    <a:pt x="728" y="0"/>
                    <a:pt x="528" y="68"/>
                    <a:pt x="378" y="209"/>
                  </a:cubicBezTo>
                  <a:cubicBezTo>
                    <a:pt x="0" y="586"/>
                    <a:pt x="117" y="1322"/>
                    <a:pt x="629" y="1860"/>
                  </a:cubicBezTo>
                  <a:cubicBezTo>
                    <a:pt x="949" y="2187"/>
                    <a:pt x="1350" y="2364"/>
                    <a:pt x="1702" y="2364"/>
                  </a:cubicBezTo>
                  <a:cubicBezTo>
                    <a:pt x="1925" y="2364"/>
                    <a:pt x="2128" y="2293"/>
                    <a:pt x="2281" y="2146"/>
                  </a:cubicBezTo>
                  <a:cubicBezTo>
                    <a:pt x="2658" y="1781"/>
                    <a:pt x="2542" y="1045"/>
                    <a:pt x="2029" y="507"/>
                  </a:cubicBezTo>
                  <a:cubicBezTo>
                    <a:pt x="1706" y="177"/>
                    <a:pt x="1302" y="0"/>
                    <a:pt x="948"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6" name="Google Shape;2046;p35"/>
            <p:cNvSpPr/>
            <p:nvPr/>
          </p:nvSpPr>
          <p:spPr>
            <a:xfrm>
              <a:off x="6475025" y="3886316"/>
              <a:ext cx="229921" cy="157104"/>
            </a:xfrm>
            <a:custGeom>
              <a:rect b="b" l="l" r="r" t="t"/>
              <a:pathLst>
                <a:path extrusionOk="0" h="2356" w="3448">
                  <a:moveTo>
                    <a:pt x="2202" y="0"/>
                  </a:moveTo>
                  <a:cubicBezTo>
                    <a:pt x="1878" y="0"/>
                    <a:pt x="1518" y="94"/>
                    <a:pt x="1180" y="288"/>
                  </a:cubicBezTo>
                  <a:cubicBezTo>
                    <a:pt x="394" y="734"/>
                    <a:pt x="1" y="1521"/>
                    <a:pt x="303" y="2059"/>
                  </a:cubicBezTo>
                  <a:cubicBezTo>
                    <a:pt x="421" y="2270"/>
                    <a:pt x="592" y="2355"/>
                    <a:pt x="803" y="2355"/>
                  </a:cubicBezTo>
                  <a:cubicBezTo>
                    <a:pt x="1131" y="2355"/>
                    <a:pt x="1555" y="2150"/>
                    <a:pt x="2032" y="1889"/>
                  </a:cubicBezTo>
                  <a:cubicBezTo>
                    <a:pt x="2819" y="1442"/>
                    <a:pt x="3448" y="995"/>
                    <a:pt x="3146" y="458"/>
                  </a:cubicBezTo>
                  <a:cubicBezTo>
                    <a:pt x="2976" y="156"/>
                    <a:pt x="2619" y="0"/>
                    <a:pt x="2202"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7" name="Google Shape;2047;p35"/>
            <p:cNvSpPr/>
            <p:nvPr/>
          </p:nvSpPr>
          <p:spPr>
            <a:xfrm>
              <a:off x="6519703" y="3937795"/>
              <a:ext cx="158238" cy="89155"/>
            </a:xfrm>
            <a:custGeom>
              <a:rect b="b" l="l" r="r" t="t"/>
              <a:pathLst>
                <a:path extrusionOk="0" h="1337" w="2373">
                  <a:moveTo>
                    <a:pt x="2372" y="54"/>
                  </a:moveTo>
                  <a:cubicBezTo>
                    <a:pt x="2372" y="66"/>
                    <a:pt x="2306" y="66"/>
                    <a:pt x="2215" y="79"/>
                  </a:cubicBezTo>
                  <a:cubicBezTo>
                    <a:pt x="2124" y="107"/>
                    <a:pt x="1992" y="157"/>
                    <a:pt x="1847" y="223"/>
                  </a:cubicBezTo>
                  <a:cubicBezTo>
                    <a:pt x="1557" y="368"/>
                    <a:pt x="1218" y="551"/>
                    <a:pt x="969" y="724"/>
                  </a:cubicBezTo>
                  <a:cubicBezTo>
                    <a:pt x="457" y="1051"/>
                    <a:pt x="79" y="1337"/>
                    <a:pt x="26" y="1287"/>
                  </a:cubicBezTo>
                  <a:cubicBezTo>
                    <a:pt x="1" y="1258"/>
                    <a:pt x="63" y="1154"/>
                    <a:pt x="208" y="1010"/>
                  </a:cubicBezTo>
                  <a:cubicBezTo>
                    <a:pt x="353" y="865"/>
                    <a:pt x="564" y="683"/>
                    <a:pt x="837" y="513"/>
                  </a:cubicBezTo>
                  <a:cubicBezTo>
                    <a:pt x="1101" y="343"/>
                    <a:pt x="1479" y="173"/>
                    <a:pt x="1793" y="79"/>
                  </a:cubicBezTo>
                  <a:cubicBezTo>
                    <a:pt x="1938" y="28"/>
                    <a:pt x="2095" y="0"/>
                    <a:pt x="2202" y="0"/>
                  </a:cubicBezTo>
                  <a:cubicBezTo>
                    <a:pt x="2319" y="16"/>
                    <a:pt x="2372" y="41"/>
                    <a:pt x="2372"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48" name="Google Shape;2048;p35"/>
          <p:cNvGrpSpPr/>
          <p:nvPr/>
        </p:nvGrpSpPr>
        <p:grpSpPr>
          <a:xfrm>
            <a:off x="3760263" y="3555149"/>
            <a:ext cx="3466030" cy="3105911"/>
            <a:chOff x="1259573" y="3375920"/>
            <a:chExt cx="1882382" cy="1686803"/>
          </a:xfrm>
        </p:grpSpPr>
        <p:sp>
          <p:nvSpPr>
            <p:cNvPr id="2049" name="Google Shape;2049;p35"/>
            <p:cNvSpPr/>
            <p:nvPr/>
          </p:nvSpPr>
          <p:spPr>
            <a:xfrm>
              <a:off x="1358331" y="3375920"/>
              <a:ext cx="1783624" cy="1664862"/>
            </a:xfrm>
            <a:custGeom>
              <a:rect b="b" l="l" r="r" t="t"/>
              <a:pathLst>
                <a:path extrusionOk="0" h="24967" w="26748">
                  <a:moveTo>
                    <a:pt x="26094" y="21611"/>
                  </a:moveTo>
                  <a:lnTo>
                    <a:pt x="18715" y="14758"/>
                  </a:lnTo>
                  <a:cubicBezTo>
                    <a:pt x="18193" y="14258"/>
                    <a:pt x="17969" y="13512"/>
                    <a:pt x="18152" y="12817"/>
                  </a:cubicBezTo>
                  <a:cubicBezTo>
                    <a:pt x="18649" y="10983"/>
                    <a:pt x="18086" y="8911"/>
                    <a:pt x="15884" y="6866"/>
                  </a:cubicBezTo>
                  <a:cubicBezTo>
                    <a:pt x="12582" y="3787"/>
                    <a:pt x="8600" y="0"/>
                    <a:pt x="4681" y="4271"/>
                  </a:cubicBezTo>
                  <a:cubicBezTo>
                    <a:pt x="1" y="9370"/>
                    <a:pt x="4838" y="12241"/>
                    <a:pt x="8141" y="15321"/>
                  </a:cubicBezTo>
                  <a:cubicBezTo>
                    <a:pt x="10342" y="17365"/>
                    <a:pt x="12437" y="17758"/>
                    <a:pt x="14220" y="17117"/>
                  </a:cubicBezTo>
                  <a:cubicBezTo>
                    <a:pt x="14890" y="16881"/>
                    <a:pt x="15648" y="17038"/>
                    <a:pt x="16174" y="17522"/>
                  </a:cubicBezTo>
                  <a:lnTo>
                    <a:pt x="23552" y="24388"/>
                  </a:lnTo>
                  <a:cubicBezTo>
                    <a:pt x="24169" y="24967"/>
                    <a:pt x="25137" y="24926"/>
                    <a:pt x="25713" y="24310"/>
                  </a:cubicBezTo>
                  <a:lnTo>
                    <a:pt x="26185" y="23787"/>
                  </a:lnTo>
                  <a:cubicBezTo>
                    <a:pt x="26748" y="23171"/>
                    <a:pt x="26710" y="22187"/>
                    <a:pt x="26094" y="2161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0" name="Google Shape;2050;p35"/>
            <p:cNvSpPr/>
            <p:nvPr/>
          </p:nvSpPr>
          <p:spPr>
            <a:xfrm>
              <a:off x="1561185" y="3460692"/>
              <a:ext cx="111893" cy="164239"/>
            </a:xfrm>
            <a:custGeom>
              <a:rect b="b" l="l" r="r" t="t"/>
              <a:pathLst>
                <a:path extrusionOk="0" h="2463" w="1678">
                  <a:moveTo>
                    <a:pt x="812" y="2450"/>
                  </a:moveTo>
                  <a:cubicBezTo>
                    <a:pt x="1271" y="2463"/>
                    <a:pt x="1652" y="1925"/>
                    <a:pt x="1665" y="1243"/>
                  </a:cubicBezTo>
                  <a:cubicBezTo>
                    <a:pt x="1677" y="576"/>
                    <a:pt x="1309" y="13"/>
                    <a:pt x="853" y="13"/>
                  </a:cubicBezTo>
                  <a:cubicBezTo>
                    <a:pt x="406" y="0"/>
                    <a:pt x="26" y="535"/>
                    <a:pt x="13" y="1205"/>
                  </a:cubicBezTo>
                  <a:cubicBezTo>
                    <a:pt x="1" y="1887"/>
                    <a:pt x="366" y="2450"/>
                    <a:pt x="812" y="245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1" name="Google Shape;2051;p35"/>
            <p:cNvSpPr/>
            <p:nvPr/>
          </p:nvSpPr>
          <p:spPr>
            <a:xfrm>
              <a:off x="1405613" y="3600490"/>
              <a:ext cx="143301" cy="132832"/>
            </a:xfrm>
            <a:custGeom>
              <a:rect b="b" l="l" r="r" t="t"/>
              <a:pathLst>
                <a:path extrusionOk="0" h="1992" w="2149">
                  <a:moveTo>
                    <a:pt x="592" y="1585"/>
                  </a:moveTo>
                  <a:cubicBezTo>
                    <a:pt x="1035" y="1966"/>
                    <a:pt x="1614" y="1991"/>
                    <a:pt x="1875" y="1677"/>
                  </a:cubicBezTo>
                  <a:cubicBezTo>
                    <a:pt x="2149" y="1350"/>
                    <a:pt x="2007" y="787"/>
                    <a:pt x="1560" y="406"/>
                  </a:cubicBezTo>
                  <a:cubicBezTo>
                    <a:pt x="1114" y="38"/>
                    <a:pt x="538" y="0"/>
                    <a:pt x="277" y="327"/>
                  </a:cubicBezTo>
                  <a:cubicBezTo>
                    <a:pt x="0" y="655"/>
                    <a:pt x="145" y="1218"/>
                    <a:pt x="592" y="158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2" name="Google Shape;2052;p35"/>
            <p:cNvSpPr/>
            <p:nvPr/>
          </p:nvSpPr>
          <p:spPr>
            <a:xfrm>
              <a:off x="1259573" y="3566635"/>
              <a:ext cx="1783824" cy="1496089"/>
            </a:xfrm>
            <a:custGeom>
              <a:rect b="b" l="l" r="r" t="t"/>
              <a:pathLst>
                <a:path extrusionOk="0" h="22436" w="26751">
                  <a:moveTo>
                    <a:pt x="8446" y="1"/>
                  </a:moveTo>
                  <a:cubicBezTo>
                    <a:pt x="7201" y="1"/>
                    <a:pt x="5937" y="541"/>
                    <a:pt x="4680" y="1912"/>
                  </a:cubicBezTo>
                  <a:cubicBezTo>
                    <a:pt x="0" y="7010"/>
                    <a:pt x="4825" y="9878"/>
                    <a:pt x="8140" y="12958"/>
                  </a:cubicBezTo>
                  <a:cubicBezTo>
                    <a:pt x="9717" y="14422"/>
                    <a:pt x="11233" y="15046"/>
                    <a:pt x="12627" y="15046"/>
                  </a:cubicBezTo>
                  <a:cubicBezTo>
                    <a:pt x="13178" y="15046"/>
                    <a:pt x="13711" y="14948"/>
                    <a:pt x="14220" y="14766"/>
                  </a:cubicBezTo>
                  <a:cubicBezTo>
                    <a:pt x="14430" y="14688"/>
                    <a:pt x="14648" y="14650"/>
                    <a:pt x="14865" y="14650"/>
                  </a:cubicBezTo>
                  <a:cubicBezTo>
                    <a:pt x="15338" y="14650"/>
                    <a:pt x="15804" y="14831"/>
                    <a:pt x="16173" y="15172"/>
                  </a:cubicBezTo>
                  <a:lnTo>
                    <a:pt x="23552" y="22028"/>
                  </a:lnTo>
                  <a:cubicBezTo>
                    <a:pt x="23845" y="22302"/>
                    <a:pt x="24217" y="22436"/>
                    <a:pt x="24589" y="22436"/>
                  </a:cubicBezTo>
                  <a:cubicBezTo>
                    <a:pt x="25000" y="22436"/>
                    <a:pt x="25410" y="22272"/>
                    <a:pt x="25713" y="21950"/>
                  </a:cubicBezTo>
                  <a:lnTo>
                    <a:pt x="26184" y="21437"/>
                  </a:lnTo>
                  <a:cubicBezTo>
                    <a:pt x="26751" y="20808"/>
                    <a:pt x="26710" y="19839"/>
                    <a:pt x="26093" y="19261"/>
                  </a:cubicBezTo>
                  <a:lnTo>
                    <a:pt x="18714" y="12395"/>
                  </a:lnTo>
                  <a:cubicBezTo>
                    <a:pt x="18180" y="11910"/>
                    <a:pt x="17969" y="11162"/>
                    <a:pt x="18151" y="10470"/>
                  </a:cubicBezTo>
                  <a:cubicBezTo>
                    <a:pt x="18652" y="8620"/>
                    <a:pt x="18085" y="6551"/>
                    <a:pt x="15884" y="4506"/>
                  </a:cubicBezTo>
                  <a:cubicBezTo>
                    <a:pt x="13640" y="2423"/>
                    <a:pt x="11084" y="1"/>
                    <a:pt x="8446" y="1"/>
                  </a:cubicBezTo>
                  <a:close/>
                </a:path>
              </a:pathLst>
            </a:custGeom>
            <a:solidFill>
              <a:srgbClr val="FFB8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3" name="Google Shape;2053;p35"/>
            <p:cNvSpPr/>
            <p:nvPr/>
          </p:nvSpPr>
          <p:spPr>
            <a:xfrm>
              <a:off x="1315587" y="3601177"/>
              <a:ext cx="1187749" cy="936156"/>
            </a:xfrm>
            <a:custGeom>
              <a:rect b="b" l="l" r="r" t="t"/>
              <a:pathLst>
                <a:path extrusionOk="0" h="14039" w="17812">
                  <a:moveTo>
                    <a:pt x="7707" y="0"/>
                  </a:moveTo>
                  <a:cubicBezTo>
                    <a:pt x="6543" y="0"/>
                    <a:pt x="5371" y="495"/>
                    <a:pt x="4221" y="1746"/>
                  </a:cubicBezTo>
                  <a:cubicBezTo>
                    <a:pt x="0" y="6360"/>
                    <a:pt x="4366" y="9216"/>
                    <a:pt x="7457" y="12087"/>
                  </a:cubicBezTo>
                  <a:cubicBezTo>
                    <a:pt x="8932" y="13456"/>
                    <a:pt x="10355" y="14039"/>
                    <a:pt x="11656" y="14039"/>
                  </a:cubicBezTo>
                  <a:cubicBezTo>
                    <a:pt x="13095" y="14039"/>
                    <a:pt x="14385" y="13328"/>
                    <a:pt x="15437" y="12178"/>
                  </a:cubicBezTo>
                  <a:cubicBezTo>
                    <a:pt x="17444" y="10002"/>
                    <a:pt x="17812" y="7068"/>
                    <a:pt x="14717" y="4183"/>
                  </a:cubicBezTo>
                  <a:cubicBezTo>
                    <a:pt x="12607" y="2226"/>
                    <a:pt x="10175" y="0"/>
                    <a:pt x="7707" y="0"/>
                  </a:cubicBezTo>
                  <a:close/>
                </a:path>
              </a:pathLst>
            </a:custGeom>
            <a:solidFill>
              <a:srgbClr val="E1945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4" name="Google Shape;2054;p35"/>
            <p:cNvSpPr/>
            <p:nvPr/>
          </p:nvSpPr>
          <p:spPr>
            <a:xfrm>
              <a:off x="1634601" y="4119575"/>
              <a:ext cx="160905" cy="115561"/>
            </a:xfrm>
            <a:custGeom>
              <a:rect b="b" l="l" r="r" t="t"/>
              <a:pathLst>
                <a:path extrusionOk="0" h="1733" w="2413">
                  <a:moveTo>
                    <a:pt x="1199" y="1"/>
                  </a:moveTo>
                  <a:cubicBezTo>
                    <a:pt x="557" y="1"/>
                    <a:pt x="25" y="349"/>
                    <a:pt x="13" y="825"/>
                  </a:cubicBezTo>
                  <a:cubicBezTo>
                    <a:pt x="0" y="1297"/>
                    <a:pt x="525" y="1706"/>
                    <a:pt x="1180" y="1731"/>
                  </a:cubicBezTo>
                  <a:cubicBezTo>
                    <a:pt x="1201" y="1732"/>
                    <a:pt x="1222" y="1732"/>
                    <a:pt x="1243" y="1732"/>
                  </a:cubicBezTo>
                  <a:cubicBezTo>
                    <a:pt x="1869" y="1732"/>
                    <a:pt x="2385" y="1376"/>
                    <a:pt x="2397" y="920"/>
                  </a:cubicBezTo>
                  <a:cubicBezTo>
                    <a:pt x="2412" y="432"/>
                    <a:pt x="1887" y="26"/>
                    <a:pt x="1233" y="1"/>
                  </a:cubicBezTo>
                  <a:cubicBezTo>
                    <a:pt x="1222" y="1"/>
                    <a:pt x="1210" y="1"/>
                    <a:pt x="1199"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5" name="Google Shape;2055;p35"/>
            <p:cNvSpPr/>
            <p:nvPr/>
          </p:nvSpPr>
          <p:spPr>
            <a:xfrm>
              <a:off x="1619664" y="3956733"/>
              <a:ext cx="143301" cy="170907"/>
            </a:xfrm>
            <a:custGeom>
              <a:rect b="b" l="l" r="r" t="t"/>
              <a:pathLst>
                <a:path extrusionOk="0" h="2563" w="2149">
                  <a:moveTo>
                    <a:pt x="1180" y="1"/>
                  </a:moveTo>
                  <a:cubicBezTo>
                    <a:pt x="711" y="1"/>
                    <a:pt x="276" y="456"/>
                    <a:pt x="145" y="1081"/>
                  </a:cubicBezTo>
                  <a:cubicBezTo>
                    <a:pt x="1" y="1773"/>
                    <a:pt x="303" y="2431"/>
                    <a:pt x="812" y="2547"/>
                  </a:cubicBezTo>
                  <a:cubicBezTo>
                    <a:pt x="861" y="2557"/>
                    <a:pt x="910" y="2562"/>
                    <a:pt x="959" y="2562"/>
                  </a:cubicBezTo>
                  <a:cubicBezTo>
                    <a:pt x="1424" y="2562"/>
                    <a:pt x="1876" y="2115"/>
                    <a:pt x="2007" y="1474"/>
                  </a:cubicBezTo>
                  <a:cubicBezTo>
                    <a:pt x="2149" y="779"/>
                    <a:pt x="1850" y="122"/>
                    <a:pt x="1337" y="18"/>
                  </a:cubicBezTo>
                  <a:cubicBezTo>
                    <a:pt x="1285" y="7"/>
                    <a:pt x="1232" y="1"/>
                    <a:pt x="118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6" name="Google Shape;2056;p35"/>
            <p:cNvSpPr/>
            <p:nvPr/>
          </p:nvSpPr>
          <p:spPr>
            <a:xfrm>
              <a:off x="1676545" y="3981606"/>
              <a:ext cx="36742" cy="131965"/>
            </a:xfrm>
            <a:custGeom>
              <a:rect b="b" l="l" r="r" t="t"/>
              <a:pathLst>
                <a:path extrusionOk="0" h="1979" w="551">
                  <a:moveTo>
                    <a:pt x="13" y="1966"/>
                  </a:moveTo>
                  <a:cubicBezTo>
                    <a:pt x="0" y="1966"/>
                    <a:pt x="38" y="1926"/>
                    <a:pt x="91" y="1859"/>
                  </a:cubicBezTo>
                  <a:cubicBezTo>
                    <a:pt x="132" y="1781"/>
                    <a:pt x="195" y="1690"/>
                    <a:pt x="236" y="1573"/>
                  </a:cubicBezTo>
                  <a:cubicBezTo>
                    <a:pt x="261" y="1454"/>
                    <a:pt x="274" y="1309"/>
                    <a:pt x="249" y="1180"/>
                  </a:cubicBezTo>
                  <a:cubicBezTo>
                    <a:pt x="236" y="1048"/>
                    <a:pt x="170" y="916"/>
                    <a:pt x="132" y="787"/>
                  </a:cubicBezTo>
                  <a:cubicBezTo>
                    <a:pt x="79" y="655"/>
                    <a:pt x="54" y="523"/>
                    <a:pt x="66" y="378"/>
                  </a:cubicBezTo>
                  <a:cubicBezTo>
                    <a:pt x="79" y="315"/>
                    <a:pt x="91" y="249"/>
                    <a:pt x="132" y="196"/>
                  </a:cubicBezTo>
                  <a:cubicBezTo>
                    <a:pt x="157" y="142"/>
                    <a:pt x="195" y="104"/>
                    <a:pt x="249" y="64"/>
                  </a:cubicBezTo>
                  <a:cubicBezTo>
                    <a:pt x="327" y="13"/>
                    <a:pt x="418" y="1"/>
                    <a:pt x="472" y="13"/>
                  </a:cubicBezTo>
                  <a:cubicBezTo>
                    <a:pt x="525" y="26"/>
                    <a:pt x="551" y="51"/>
                    <a:pt x="551" y="64"/>
                  </a:cubicBezTo>
                  <a:cubicBezTo>
                    <a:pt x="538" y="104"/>
                    <a:pt x="447" y="92"/>
                    <a:pt x="352" y="196"/>
                  </a:cubicBezTo>
                  <a:cubicBezTo>
                    <a:pt x="302" y="237"/>
                    <a:pt x="274" y="299"/>
                    <a:pt x="274" y="406"/>
                  </a:cubicBezTo>
                  <a:cubicBezTo>
                    <a:pt x="261" y="498"/>
                    <a:pt x="289" y="601"/>
                    <a:pt x="327" y="721"/>
                  </a:cubicBezTo>
                  <a:cubicBezTo>
                    <a:pt x="368" y="837"/>
                    <a:pt x="431" y="982"/>
                    <a:pt x="447" y="1152"/>
                  </a:cubicBezTo>
                  <a:cubicBezTo>
                    <a:pt x="459" y="1322"/>
                    <a:pt x="418" y="1479"/>
                    <a:pt x="368" y="1624"/>
                  </a:cubicBezTo>
                  <a:cubicBezTo>
                    <a:pt x="302" y="1756"/>
                    <a:pt x="211" y="1847"/>
                    <a:pt x="145" y="1900"/>
                  </a:cubicBezTo>
                  <a:cubicBezTo>
                    <a:pt x="66" y="1966"/>
                    <a:pt x="13" y="1979"/>
                    <a:pt x="13" y="196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7" name="Google Shape;2057;p35"/>
            <p:cNvSpPr/>
            <p:nvPr/>
          </p:nvSpPr>
          <p:spPr>
            <a:xfrm>
              <a:off x="1735893" y="3649256"/>
              <a:ext cx="142434" cy="171041"/>
            </a:xfrm>
            <a:custGeom>
              <a:rect b="b" l="l" r="r" t="t"/>
              <a:pathLst>
                <a:path extrusionOk="0" h="2565" w="2136">
                  <a:moveTo>
                    <a:pt x="1182" y="1"/>
                  </a:moveTo>
                  <a:cubicBezTo>
                    <a:pt x="718" y="1"/>
                    <a:pt x="264" y="449"/>
                    <a:pt x="132" y="1091"/>
                  </a:cubicBezTo>
                  <a:cubicBezTo>
                    <a:pt x="0" y="1786"/>
                    <a:pt x="302" y="2440"/>
                    <a:pt x="815" y="2547"/>
                  </a:cubicBezTo>
                  <a:cubicBezTo>
                    <a:pt x="866" y="2559"/>
                    <a:pt x="917" y="2564"/>
                    <a:pt x="968" y="2564"/>
                  </a:cubicBezTo>
                  <a:cubicBezTo>
                    <a:pt x="1426" y="2564"/>
                    <a:pt x="1864" y="2110"/>
                    <a:pt x="1994" y="1484"/>
                  </a:cubicBezTo>
                  <a:cubicBezTo>
                    <a:pt x="2136" y="789"/>
                    <a:pt x="1837" y="135"/>
                    <a:pt x="1324" y="15"/>
                  </a:cubicBezTo>
                  <a:cubicBezTo>
                    <a:pt x="1277" y="6"/>
                    <a:pt x="1230" y="1"/>
                    <a:pt x="118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8" name="Google Shape;2058;p35"/>
            <p:cNvSpPr/>
            <p:nvPr/>
          </p:nvSpPr>
          <p:spPr>
            <a:xfrm>
              <a:off x="1792708" y="3673929"/>
              <a:ext cx="35942" cy="131965"/>
            </a:xfrm>
            <a:custGeom>
              <a:rect b="b" l="l" r="r" t="t"/>
              <a:pathLst>
                <a:path extrusionOk="0" h="1979" w="539">
                  <a:moveTo>
                    <a:pt x="1" y="1979"/>
                  </a:moveTo>
                  <a:cubicBezTo>
                    <a:pt x="1" y="1966"/>
                    <a:pt x="26" y="1925"/>
                    <a:pt x="79" y="1863"/>
                  </a:cubicBezTo>
                  <a:cubicBezTo>
                    <a:pt x="133" y="1797"/>
                    <a:pt x="183" y="1690"/>
                    <a:pt x="224" y="1573"/>
                  </a:cubicBezTo>
                  <a:cubicBezTo>
                    <a:pt x="262" y="1454"/>
                    <a:pt x="277" y="1312"/>
                    <a:pt x="249" y="1180"/>
                  </a:cubicBezTo>
                  <a:cubicBezTo>
                    <a:pt x="224" y="1048"/>
                    <a:pt x="158" y="919"/>
                    <a:pt x="120" y="799"/>
                  </a:cubicBezTo>
                  <a:cubicBezTo>
                    <a:pt x="67" y="667"/>
                    <a:pt x="41" y="526"/>
                    <a:pt x="54" y="394"/>
                  </a:cubicBezTo>
                  <a:cubicBezTo>
                    <a:pt x="67" y="328"/>
                    <a:pt x="92" y="262"/>
                    <a:pt x="120" y="196"/>
                  </a:cubicBezTo>
                  <a:cubicBezTo>
                    <a:pt x="158" y="145"/>
                    <a:pt x="199" y="104"/>
                    <a:pt x="236" y="79"/>
                  </a:cubicBezTo>
                  <a:cubicBezTo>
                    <a:pt x="315" y="13"/>
                    <a:pt x="406" y="1"/>
                    <a:pt x="472" y="13"/>
                  </a:cubicBezTo>
                  <a:cubicBezTo>
                    <a:pt x="526" y="26"/>
                    <a:pt x="538" y="54"/>
                    <a:pt x="538" y="79"/>
                  </a:cubicBezTo>
                  <a:cubicBezTo>
                    <a:pt x="526" y="104"/>
                    <a:pt x="435" y="92"/>
                    <a:pt x="340" y="196"/>
                  </a:cubicBezTo>
                  <a:cubicBezTo>
                    <a:pt x="302" y="249"/>
                    <a:pt x="262" y="315"/>
                    <a:pt x="262" y="406"/>
                  </a:cubicBezTo>
                  <a:cubicBezTo>
                    <a:pt x="262" y="498"/>
                    <a:pt x="277" y="604"/>
                    <a:pt x="328" y="721"/>
                  </a:cubicBezTo>
                  <a:cubicBezTo>
                    <a:pt x="356" y="840"/>
                    <a:pt x="419" y="982"/>
                    <a:pt x="435" y="1155"/>
                  </a:cubicBezTo>
                  <a:cubicBezTo>
                    <a:pt x="460" y="1325"/>
                    <a:pt x="419" y="1495"/>
                    <a:pt x="356" y="1627"/>
                  </a:cubicBezTo>
                  <a:cubicBezTo>
                    <a:pt x="290" y="1756"/>
                    <a:pt x="199" y="1847"/>
                    <a:pt x="133" y="1913"/>
                  </a:cubicBezTo>
                  <a:cubicBezTo>
                    <a:pt x="54" y="1966"/>
                    <a:pt x="13" y="1979"/>
                    <a:pt x="1" y="197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9" name="Google Shape;2059;p35"/>
            <p:cNvSpPr/>
            <p:nvPr/>
          </p:nvSpPr>
          <p:spPr>
            <a:xfrm>
              <a:off x="1912471" y="4188592"/>
              <a:ext cx="160905" cy="147768"/>
            </a:xfrm>
            <a:custGeom>
              <a:rect b="b" l="l" r="r" t="t"/>
              <a:pathLst>
                <a:path extrusionOk="0" h="2216" w="2413">
                  <a:moveTo>
                    <a:pt x="1633" y="0"/>
                  </a:moveTo>
                  <a:cubicBezTo>
                    <a:pt x="1305" y="0"/>
                    <a:pt x="910" y="192"/>
                    <a:pt x="589" y="539"/>
                  </a:cubicBezTo>
                  <a:cubicBezTo>
                    <a:pt x="117" y="1064"/>
                    <a:pt x="0" y="1743"/>
                    <a:pt x="340" y="2058"/>
                  </a:cubicBezTo>
                  <a:cubicBezTo>
                    <a:pt x="451" y="2165"/>
                    <a:pt x="602" y="2216"/>
                    <a:pt x="772" y="2216"/>
                  </a:cubicBezTo>
                  <a:cubicBezTo>
                    <a:pt x="1100" y="2216"/>
                    <a:pt x="1498" y="2024"/>
                    <a:pt x="1809" y="1677"/>
                  </a:cubicBezTo>
                  <a:cubicBezTo>
                    <a:pt x="2293" y="1155"/>
                    <a:pt x="2413" y="473"/>
                    <a:pt x="2070" y="158"/>
                  </a:cubicBezTo>
                  <a:cubicBezTo>
                    <a:pt x="1955" y="51"/>
                    <a:pt x="1803" y="0"/>
                    <a:pt x="163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0" name="Google Shape;2060;p35"/>
            <p:cNvSpPr/>
            <p:nvPr/>
          </p:nvSpPr>
          <p:spPr>
            <a:xfrm>
              <a:off x="1943946" y="4208730"/>
              <a:ext cx="100491" cy="120695"/>
            </a:xfrm>
            <a:custGeom>
              <a:rect b="b" l="l" r="r" t="t"/>
              <a:pathLst>
                <a:path extrusionOk="0" h="1810" w="1507">
                  <a:moveTo>
                    <a:pt x="1453" y="1"/>
                  </a:moveTo>
                  <a:cubicBezTo>
                    <a:pt x="1469" y="1"/>
                    <a:pt x="1482" y="54"/>
                    <a:pt x="1494" y="158"/>
                  </a:cubicBezTo>
                  <a:cubicBezTo>
                    <a:pt x="1507" y="249"/>
                    <a:pt x="1482" y="407"/>
                    <a:pt x="1416" y="551"/>
                  </a:cubicBezTo>
                  <a:cubicBezTo>
                    <a:pt x="1375" y="630"/>
                    <a:pt x="1324" y="696"/>
                    <a:pt x="1271" y="775"/>
                  </a:cubicBezTo>
                  <a:cubicBezTo>
                    <a:pt x="1233" y="800"/>
                    <a:pt x="1192" y="841"/>
                    <a:pt x="1139" y="866"/>
                  </a:cubicBezTo>
                  <a:cubicBezTo>
                    <a:pt x="1089" y="878"/>
                    <a:pt x="1022" y="891"/>
                    <a:pt x="982" y="891"/>
                  </a:cubicBezTo>
                  <a:cubicBezTo>
                    <a:pt x="944" y="891"/>
                    <a:pt x="903" y="891"/>
                    <a:pt x="865" y="904"/>
                  </a:cubicBezTo>
                  <a:cubicBezTo>
                    <a:pt x="824" y="904"/>
                    <a:pt x="799" y="919"/>
                    <a:pt x="761" y="919"/>
                  </a:cubicBezTo>
                  <a:cubicBezTo>
                    <a:pt x="695" y="944"/>
                    <a:pt x="629" y="970"/>
                    <a:pt x="576" y="998"/>
                  </a:cubicBezTo>
                  <a:cubicBezTo>
                    <a:pt x="340" y="1127"/>
                    <a:pt x="224" y="1350"/>
                    <a:pt x="170" y="1507"/>
                  </a:cubicBezTo>
                  <a:cubicBezTo>
                    <a:pt x="117" y="1677"/>
                    <a:pt x="117" y="1797"/>
                    <a:pt x="79" y="1809"/>
                  </a:cubicBezTo>
                  <a:cubicBezTo>
                    <a:pt x="66" y="1809"/>
                    <a:pt x="54" y="1784"/>
                    <a:pt x="25" y="1731"/>
                  </a:cubicBezTo>
                  <a:cubicBezTo>
                    <a:pt x="13" y="1677"/>
                    <a:pt x="0" y="1586"/>
                    <a:pt x="13" y="1482"/>
                  </a:cubicBezTo>
                  <a:cubicBezTo>
                    <a:pt x="25" y="1375"/>
                    <a:pt x="66" y="1259"/>
                    <a:pt x="132" y="1139"/>
                  </a:cubicBezTo>
                  <a:cubicBezTo>
                    <a:pt x="211" y="1011"/>
                    <a:pt x="315" y="891"/>
                    <a:pt x="459" y="812"/>
                  </a:cubicBezTo>
                  <a:cubicBezTo>
                    <a:pt x="538" y="775"/>
                    <a:pt x="617" y="734"/>
                    <a:pt x="708" y="721"/>
                  </a:cubicBezTo>
                  <a:cubicBezTo>
                    <a:pt x="746" y="709"/>
                    <a:pt x="799" y="696"/>
                    <a:pt x="840" y="696"/>
                  </a:cubicBezTo>
                  <a:lnTo>
                    <a:pt x="982" y="696"/>
                  </a:lnTo>
                  <a:lnTo>
                    <a:pt x="1076" y="696"/>
                  </a:lnTo>
                  <a:cubicBezTo>
                    <a:pt x="1089" y="683"/>
                    <a:pt x="1126" y="668"/>
                    <a:pt x="1155" y="643"/>
                  </a:cubicBezTo>
                  <a:cubicBezTo>
                    <a:pt x="1205" y="605"/>
                    <a:pt x="1258" y="539"/>
                    <a:pt x="1284" y="485"/>
                  </a:cubicBezTo>
                  <a:cubicBezTo>
                    <a:pt x="1362" y="369"/>
                    <a:pt x="1403" y="237"/>
                    <a:pt x="1428" y="146"/>
                  </a:cubicBezTo>
                  <a:cubicBezTo>
                    <a:pt x="1441" y="54"/>
                    <a:pt x="1441" y="1"/>
                    <a:pt x="1453"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1" name="Google Shape;2061;p35"/>
            <p:cNvSpPr/>
            <p:nvPr/>
          </p:nvSpPr>
          <p:spPr>
            <a:xfrm>
              <a:off x="2108121" y="3857175"/>
              <a:ext cx="146902" cy="104225"/>
            </a:xfrm>
            <a:custGeom>
              <a:rect b="b" l="l" r="r" t="t"/>
              <a:pathLst>
                <a:path extrusionOk="0" h="1563" w="2203">
                  <a:moveTo>
                    <a:pt x="961" y="0"/>
                  </a:moveTo>
                  <a:cubicBezTo>
                    <a:pt x="516" y="0"/>
                    <a:pt x="145" y="221"/>
                    <a:pt x="80" y="568"/>
                  </a:cubicBezTo>
                  <a:cubicBezTo>
                    <a:pt x="1" y="986"/>
                    <a:pt x="394" y="1420"/>
                    <a:pt x="957" y="1536"/>
                  </a:cubicBezTo>
                  <a:cubicBezTo>
                    <a:pt x="1049" y="1554"/>
                    <a:pt x="1139" y="1562"/>
                    <a:pt x="1226" y="1562"/>
                  </a:cubicBezTo>
                  <a:cubicBezTo>
                    <a:pt x="1677" y="1562"/>
                    <a:pt x="2048" y="1339"/>
                    <a:pt x="2124" y="986"/>
                  </a:cubicBezTo>
                  <a:cubicBezTo>
                    <a:pt x="2203" y="568"/>
                    <a:pt x="1809" y="137"/>
                    <a:pt x="1246" y="30"/>
                  </a:cubicBezTo>
                  <a:cubicBezTo>
                    <a:pt x="1149" y="10"/>
                    <a:pt x="1054" y="0"/>
                    <a:pt x="96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2" name="Google Shape;2062;p35"/>
            <p:cNvSpPr/>
            <p:nvPr/>
          </p:nvSpPr>
          <p:spPr>
            <a:xfrm>
              <a:off x="2123858" y="3890583"/>
              <a:ext cx="115427" cy="35075"/>
            </a:xfrm>
            <a:custGeom>
              <a:rect b="b" l="l" r="r" t="t"/>
              <a:pathLst>
                <a:path extrusionOk="0" h="526" w="1731">
                  <a:moveTo>
                    <a:pt x="1718" y="513"/>
                  </a:moveTo>
                  <a:cubicBezTo>
                    <a:pt x="1718" y="526"/>
                    <a:pt x="1680" y="485"/>
                    <a:pt x="1627" y="435"/>
                  </a:cubicBezTo>
                  <a:cubicBezTo>
                    <a:pt x="1573" y="381"/>
                    <a:pt x="1495" y="315"/>
                    <a:pt x="1404" y="265"/>
                  </a:cubicBezTo>
                  <a:cubicBezTo>
                    <a:pt x="1312" y="211"/>
                    <a:pt x="1180" y="186"/>
                    <a:pt x="1089" y="224"/>
                  </a:cubicBezTo>
                  <a:cubicBezTo>
                    <a:pt x="1036" y="237"/>
                    <a:pt x="1010" y="265"/>
                    <a:pt x="957" y="303"/>
                  </a:cubicBezTo>
                  <a:cubicBezTo>
                    <a:pt x="919" y="343"/>
                    <a:pt x="853" y="394"/>
                    <a:pt x="800" y="422"/>
                  </a:cubicBezTo>
                  <a:cubicBezTo>
                    <a:pt x="683" y="501"/>
                    <a:pt x="564" y="526"/>
                    <a:pt x="447" y="526"/>
                  </a:cubicBezTo>
                  <a:cubicBezTo>
                    <a:pt x="381" y="526"/>
                    <a:pt x="344" y="526"/>
                    <a:pt x="278" y="513"/>
                  </a:cubicBezTo>
                  <a:cubicBezTo>
                    <a:pt x="224" y="501"/>
                    <a:pt x="186" y="485"/>
                    <a:pt x="146" y="460"/>
                  </a:cubicBezTo>
                  <a:cubicBezTo>
                    <a:pt x="67" y="406"/>
                    <a:pt x="13" y="343"/>
                    <a:pt x="13" y="277"/>
                  </a:cubicBezTo>
                  <a:cubicBezTo>
                    <a:pt x="1" y="224"/>
                    <a:pt x="29" y="199"/>
                    <a:pt x="42" y="199"/>
                  </a:cubicBezTo>
                  <a:cubicBezTo>
                    <a:pt x="54" y="199"/>
                    <a:pt x="67" y="224"/>
                    <a:pt x="92" y="237"/>
                  </a:cubicBezTo>
                  <a:cubicBezTo>
                    <a:pt x="120" y="265"/>
                    <a:pt x="146" y="290"/>
                    <a:pt x="212" y="303"/>
                  </a:cubicBezTo>
                  <a:cubicBezTo>
                    <a:pt x="265" y="328"/>
                    <a:pt x="328" y="328"/>
                    <a:pt x="422" y="315"/>
                  </a:cubicBezTo>
                  <a:cubicBezTo>
                    <a:pt x="514" y="315"/>
                    <a:pt x="605" y="290"/>
                    <a:pt x="696" y="237"/>
                  </a:cubicBezTo>
                  <a:cubicBezTo>
                    <a:pt x="737" y="211"/>
                    <a:pt x="775" y="186"/>
                    <a:pt x="828" y="145"/>
                  </a:cubicBezTo>
                  <a:cubicBezTo>
                    <a:pt x="853" y="120"/>
                    <a:pt x="878" y="108"/>
                    <a:pt x="919" y="79"/>
                  </a:cubicBezTo>
                  <a:cubicBezTo>
                    <a:pt x="957" y="67"/>
                    <a:pt x="998" y="41"/>
                    <a:pt x="1036" y="41"/>
                  </a:cubicBezTo>
                  <a:cubicBezTo>
                    <a:pt x="1209" y="1"/>
                    <a:pt x="1366" y="54"/>
                    <a:pt x="1470" y="145"/>
                  </a:cubicBezTo>
                  <a:cubicBezTo>
                    <a:pt x="1586" y="224"/>
                    <a:pt x="1640" y="328"/>
                    <a:pt x="1680" y="394"/>
                  </a:cubicBezTo>
                  <a:cubicBezTo>
                    <a:pt x="1718" y="472"/>
                    <a:pt x="1731" y="513"/>
                    <a:pt x="1718" y="51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3" name="Google Shape;2063;p35"/>
            <p:cNvSpPr/>
            <p:nvPr/>
          </p:nvSpPr>
          <p:spPr>
            <a:xfrm>
              <a:off x="1801510" y="4087566"/>
              <a:ext cx="182777" cy="163772"/>
            </a:xfrm>
            <a:custGeom>
              <a:rect b="b" l="l" r="r" t="t"/>
              <a:pathLst>
                <a:path extrusionOk="0" h="2456" w="2741">
                  <a:moveTo>
                    <a:pt x="1806" y="0"/>
                  </a:moveTo>
                  <a:cubicBezTo>
                    <a:pt x="1429" y="0"/>
                    <a:pt x="994" y="206"/>
                    <a:pt x="655" y="585"/>
                  </a:cubicBezTo>
                  <a:cubicBezTo>
                    <a:pt x="117" y="1164"/>
                    <a:pt x="1" y="1934"/>
                    <a:pt x="406" y="2315"/>
                  </a:cubicBezTo>
                  <a:cubicBezTo>
                    <a:pt x="511" y="2412"/>
                    <a:pt x="620" y="2456"/>
                    <a:pt x="735" y="2456"/>
                  </a:cubicBezTo>
                  <a:cubicBezTo>
                    <a:pt x="1053" y="2456"/>
                    <a:pt x="1411" y="2124"/>
                    <a:pt x="1797" y="1698"/>
                  </a:cubicBezTo>
                  <a:cubicBezTo>
                    <a:pt x="2331" y="1110"/>
                    <a:pt x="2740" y="560"/>
                    <a:pt x="2347" y="192"/>
                  </a:cubicBezTo>
                  <a:cubicBezTo>
                    <a:pt x="2202" y="62"/>
                    <a:pt x="2013" y="0"/>
                    <a:pt x="1806"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4" name="Google Shape;2064;p35"/>
            <p:cNvSpPr/>
            <p:nvPr/>
          </p:nvSpPr>
          <p:spPr>
            <a:xfrm>
              <a:off x="1847855" y="4121308"/>
              <a:ext cx="111026" cy="115427"/>
            </a:xfrm>
            <a:custGeom>
              <a:rect b="b" l="l" r="r" t="t"/>
              <a:pathLst>
                <a:path extrusionOk="0" h="1731" w="1665">
                  <a:moveTo>
                    <a:pt x="1665" y="13"/>
                  </a:moveTo>
                  <a:cubicBezTo>
                    <a:pt x="1665" y="29"/>
                    <a:pt x="1611" y="54"/>
                    <a:pt x="1532" y="92"/>
                  </a:cubicBezTo>
                  <a:cubicBezTo>
                    <a:pt x="1466" y="132"/>
                    <a:pt x="1375" y="211"/>
                    <a:pt x="1271" y="315"/>
                  </a:cubicBezTo>
                  <a:cubicBezTo>
                    <a:pt x="1073" y="500"/>
                    <a:pt x="837" y="761"/>
                    <a:pt x="680" y="956"/>
                  </a:cubicBezTo>
                  <a:cubicBezTo>
                    <a:pt x="340" y="1378"/>
                    <a:pt x="92" y="1730"/>
                    <a:pt x="26" y="1692"/>
                  </a:cubicBezTo>
                  <a:cubicBezTo>
                    <a:pt x="1" y="1680"/>
                    <a:pt x="26" y="1573"/>
                    <a:pt x="105" y="1416"/>
                  </a:cubicBezTo>
                  <a:cubicBezTo>
                    <a:pt x="196" y="1258"/>
                    <a:pt x="328" y="1035"/>
                    <a:pt x="510" y="828"/>
                  </a:cubicBezTo>
                  <a:cubicBezTo>
                    <a:pt x="680" y="617"/>
                    <a:pt x="944" y="368"/>
                    <a:pt x="1180" y="198"/>
                  </a:cubicBezTo>
                  <a:cubicBezTo>
                    <a:pt x="1297" y="120"/>
                    <a:pt x="1416" y="54"/>
                    <a:pt x="1507" y="29"/>
                  </a:cubicBezTo>
                  <a:cubicBezTo>
                    <a:pt x="1599" y="0"/>
                    <a:pt x="1665" y="13"/>
                    <a:pt x="1665"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5" name="Google Shape;2065;p35"/>
            <p:cNvSpPr/>
            <p:nvPr/>
          </p:nvSpPr>
          <p:spPr>
            <a:xfrm>
              <a:off x="1747230" y="3870845"/>
              <a:ext cx="170574" cy="126363"/>
            </a:xfrm>
            <a:custGeom>
              <a:rect b="b" l="l" r="r" t="t"/>
              <a:pathLst>
                <a:path extrusionOk="0" h="1895" w="2558">
                  <a:moveTo>
                    <a:pt x="957" y="1"/>
                  </a:moveTo>
                  <a:cubicBezTo>
                    <a:pt x="631" y="1"/>
                    <a:pt x="355" y="129"/>
                    <a:pt x="223" y="375"/>
                  </a:cubicBezTo>
                  <a:cubicBezTo>
                    <a:pt x="0" y="797"/>
                    <a:pt x="302" y="1397"/>
                    <a:pt x="881" y="1712"/>
                  </a:cubicBezTo>
                  <a:cubicBezTo>
                    <a:pt x="1119" y="1834"/>
                    <a:pt x="1367" y="1894"/>
                    <a:pt x="1591" y="1894"/>
                  </a:cubicBezTo>
                  <a:cubicBezTo>
                    <a:pt x="1920" y="1894"/>
                    <a:pt x="2201" y="1766"/>
                    <a:pt x="2334" y="1517"/>
                  </a:cubicBezTo>
                  <a:cubicBezTo>
                    <a:pt x="2557" y="1095"/>
                    <a:pt x="2255" y="495"/>
                    <a:pt x="1680" y="193"/>
                  </a:cubicBezTo>
                  <a:cubicBezTo>
                    <a:pt x="1436" y="63"/>
                    <a:pt x="1184" y="1"/>
                    <a:pt x="957"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6" name="Google Shape;2066;p35"/>
            <p:cNvSpPr/>
            <p:nvPr/>
          </p:nvSpPr>
          <p:spPr>
            <a:xfrm>
              <a:off x="1561183" y="3805495"/>
              <a:ext cx="182710" cy="163706"/>
            </a:xfrm>
            <a:custGeom>
              <a:rect b="b" l="l" r="r" t="t"/>
              <a:pathLst>
                <a:path extrusionOk="0" h="2455" w="2740">
                  <a:moveTo>
                    <a:pt x="1791" y="1"/>
                  </a:moveTo>
                  <a:cubicBezTo>
                    <a:pt x="1420" y="1"/>
                    <a:pt x="985" y="206"/>
                    <a:pt x="642" y="582"/>
                  </a:cubicBezTo>
                  <a:cubicBezTo>
                    <a:pt x="104" y="1173"/>
                    <a:pt x="0" y="1947"/>
                    <a:pt x="393" y="2311"/>
                  </a:cubicBezTo>
                  <a:cubicBezTo>
                    <a:pt x="502" y="2410"/>
                    <a:pt x="615" y="2454"/>
                    <a:pt x="732" y="2454"/>
                  </a:cubicBezTo>
                  <a:cubicBezTo>
                    <a:pt x="1051" y="2454"/>
                    <a:pt x="1403" y="2128"/>
                    <a:pt x="1796" y="1698"/>
                  </a:cubicBezTo>
                  <a:cubicBezTo>
                    <a:pt x="2334" y="1107"/>
                    <a:pt x="2740" y="569"/>
                    <a:pt x="2334" y="204"/>
                  </a:cubicBezTo>
                  <a:cubicBezTo>
                    <a:pt x="2192" y="67"/>
                    <a:pt x="2002" y="1"/>
                    <a:pt x="17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7" name="Google Shape;2067;p35"/>
            <p:cNvSpPr/>
            <p:nvPr/>
          </p:nvSpPr>
          <p:spPr>
            <a:xfrm>
              <a:off x="1607528" y="3840037"/>
              <a:ext cx="111026" cy="114360"/>
            </a:xfrm>
            <a:custGeom>
              <a:rect b="b" l="l" r="r" t="t"/>
              <a:pathLst>
                <a:path extrusionOk="0" h="1715" w="1665">
                  <a:moveTo>
                    <a:pt x="1664" y="13"/>
                  </a:moveTo>
                  <a:cubicBezTo>
                    <a:pt x="1664" y="26"/>
                    <a:pt x="1611" y="38"/>
                    <a:pt x="1532" y="92"/>
                  </a:cubicBezTo>
                  <a:cubicBezTo>
                    <a:pt x="1453" y="130"/>
                    <a:pt x="1362" y="208"/>
                    <a:pt x="1271" y="299"/>
                  </a:cubicBezTo>
                  <a:cubicBezTo>
                    <a:pt x="1060" y="498"/>
                    <a:pt x="837" y="746"/>
                    <a:pt x="667" y="957"/>
                  </a:cubicBezTo>
                  <a:cubicBezTo>
                    <a:pt x="327" y="1375"/>
                    <a:pt x="92" y="1715"/>
                    <a:pt x="25" y="1690"/>
                  </a:cubicBezTo>
                  <a:cubicBezTo>
                    <a:pt x="0" y="1677"/>
                    <a:pt x="25" y="1557"/>
                    <a:pt x="104" y="1400"/>
                  </a:cubicBezTo>
                  <a:cubicBezTo>
                    <a:pt x="183" y="1243"/>
                    <a:pt x="327" y="1035"/>
                    <a:pt x="497" y="812"/>
                  </a:cubicBezTo>
                  <a:cubicBezTo>
                    <a:pt x="667" y="601"/>
                    <a:pt x="944" y="365"/>
                    <a:pt x="1180" y="196"/>
                  </a:cubicBezTo>
                  <a:cubicBezTo>
                    <a:pt x="1296" y="104"/>
                    <a:pt x="1416" y="38"/>
                    <a:pt x="1507" y="26"/>
                  </a:cubicBezTo>
                  <a:cubicBezTo>
                    <a:pt x="1598" y="1"/>
                    <a:pt x="1664" y="1"/>
                    <a:pt x="1664" y="1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8" name="Google Shape;2068;p35"/>
            <p:cNvSpPr/>
            <p:nvPr/>
          </p:nvSpPr>
          <p:spPr>
            <a:xfrm>
              <a:off x="2124725" y="4117241"/>
              <a:ext cx="146035" cy="169974"/>
            </a:xfrm>
            <a:custGeom>
              <a:rect b="b" l="l" r="r" t="t"/>
              <a:pathLst>
                <a:path extrusionOk="0" h="2549" w="2190">
                  <a:moveTo>
                    <a:pt x="953" y="1"/>
                  </a:moveTo>
                  <a:cubicBezTo>
                    <a:pt x="893" y="1"/>
                    <a:pt x="833" y="8"/>
                    <a:pt x="774" y="24"/>
                  </a:cubicBezTo>
                  <a:cubicBezTo>
                    <a:pt x="265" y="140"/>
                    <a:pt x="0" y="810"/>
                    <a:pt x="173" y="1505"/>
                  </a:cubicBezTo>
                  <a:cubicBezTo>
                    <a:pt x="335" y="2118"/>
                    <a:pt x="786" y="2549"/>
                    <a:pt x="1241" y="2549"/>
                  </a:cubicBezTo>
                  <a:cubicBezTo>
                    <a:pt x="1300" y="2549"/>
                    <a:pt x="1358" y="2542"/>
                    <a:pt x="1416" y="2527"/>
                  </a:cubicBezTo>
                  <a:cubicBezTo>
                    <a:pt x="1916" y="2408"/>
                    <a:pt x="2190" y="1741"/>
                    <a:pt x="2007" y="1046"/>
                  </a:cubicBezTo>
                  <a:cubicBezTo>
                    <a:pt x="1857" y="431"/>
                    <a:pt x="1409" y="1"/>
                    <a:pt x="95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69" name="Google Shape;2069;p35"/>
            <p:cNvSpPr/>
            <p:nvPr/>
          </p:nvSpPr>
          <p:spPr>
            <a:xfrm>
              <a:off x="2168536" y="4131778"/>
              <a:ext cx="55880" cy="133032"/>
            </a:xfrm>
            <a:custGeom>
              <a:rect b="b" l="l" r="r" t="t"/>
              <a:pathLst>
                <a:path extrusionOk="0" h="1995" w="838">
                  <a:moveTo>
                    <a:pt x="171" y="1"/>
                  </a:moveTo>
                  <a:cubicBezTo>
                    <a:pt x="183" y="13"/>
                    <a:pt x="158" y="67"/>
                    <a:pt x="145" y="145"/>
                  </a:cubicBezTo>
                  <a:cubicBezTo>
                    <a:pt x="130" y="224"/>
                    <a:pt x="117" y="343"/>
                    <a:pt x="145" y="460"/>
                  </a:cubicBezTo>
                  <a:cubicBezTo>
                    <a:pt x="158" y="592"/>
                    <a:pt x="208" y="721"/>
                    <a:pt x="287" y="828"/>
                  </a:cubicBezTo>
                  <a:cubicBezTo>
                    <a:pt x="366" y="932"/>
                    <a:pt x="485" y="1023"/>
                    <a:pt x="576" y="1114"/>
                  </a:cubicBezTo>
                  <a:cubicBezTo>
                    <a:pt x="668" y="1221"/>
                    <a:pt x="759" y="1337"/>
                    <a:pt x="800" y="1457"/>
                  </a:cubicBezTo>
                  <a:cubicBezTo>
                    <a:pt x="825" y="1523"/>
                    <a:pt x="837" y="1586"/>
                    <a:pt x="825" y="1652"/>
                  </a:cubicBezTo>
                  <a:cubicBezTo>
                    <a:pt x="825" y="1718"/>
                    <a:pt x="812" y="1771"/>
                    <a:pt x="787" y="1822"/>
                  </a:cubicBezTo>
                  <a:cubicBezTo>
                    <a:pt x="734" y="1916"/>
                    <a:pt x="655" y="1966"/>
                    <a:pt x="602" y="1979"/>
                  </a:cubicBezTo>
                  <a:cubicBezTo>
                    <a:pt x="551" y="1995"/>
                    <a:pt x="510" y="1979"/>
                    <a:pt x="510" y="1954"/>
                  </a:cubicBezTo>
                  <a:cubicBezTo>
                    <a:pt x="510" y="1929"/>
                    <a:pt x="589" y="1888"/>
                    <a:pt x="630" y="1759"/>
                  </a:cubicBezTo>
                  <a:cubicBezTo>
                    <a:pt x="655" y="1693"/>
                    <a:pt x="655" y="1627"/>
                    <a:pt x="617" y="1535"/>
                  </a:cubicBezTo>
                  <a:cubicBezTo>
                    <a:pt x="576" y="1457"/>
                    <a:pt x="510" y="1366"/>
                    <a:pt x="419" y="1271"/>
                  </a:cubicBezTo>
                  <a:cubicBezTo>
                    <a:pt x="340" y="1193"/>
                    <a:pt x="224" y="1089"/>
                    <a:pt x="130" y="944"/>
                  </a:cubicBezTo>
                  <a:cubicBezTo>
                    <a:pt x="39" y="787"/>
                    <a:pt x="1" y="630"/>
                    <a:pt x="1" y="472"/>
                  </a:cubicBezTo>
                  <a:cubicBezTo>
                    <a:pt x="1" y="328"/>
                    <a:pt x="39" y="199"/>
                    <a:pt x="79" y="120"/>
                  </a:cubicBezTo>
                  <a:cubicBezTo>
                    <a:pt x="117" y="41"/>
                    <a:pt x="158" y="1"/>
                    <a:pt x="171"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0" name="Google Shape;2070;p35"/>
            <p:cNvSpPr/>
            <p:nvPr/>
          </p:nvSpPr>
          <p:spPr>
            <a:xfrm>
              <a:off x="2068111" y="4291951"/>
              <a:ext cx="145835" cy="170040"/>
            </a:xfrm>
            <a:custGeom>
              <a:rect b="b" l="l" r="r" t="t"/>
              <a:pathLst>
                <a:path extrusionOk="0" h="2550" w="2187">
                  <a:moveTo>
                    <a:pt x="950" y="1"/>
                  </a:moveTo>
                  <a:cubicBezTo>
                    <a:pt x="890" y="1"/>
                    <a:pt x="830" y="8"/>
                    <a:pt x="771" y="24"/>
                  </a:cubicBezTo>
                  <a:cubicBezTo>
                    <a:pt x="274" y="143"/>
                    <a:pt x="0" y="810"/>
                    <a:pt x="183" y="1505"/>
                  </a:cubicBezTo>
                  <a:cubicBezTo>
                    <a:pt x="333" y="2120"/>
                    <a:pt x="781" y="2550"/>
                    <a:pt x="1237" y="2550"/>
                  </a:cubicBezTo>
                  <a:cubicBezTo>
                    <a:pt x="1296" y="2550"/>
                    <a:pt x="1356" y="2542"/>
                    <a:pt x="1416" y="2527"/>
                  </a:cubicBezTo>
                  <a:cubicBezTo>
                    <a:pt x="1925" y="2408"/>
                    <a:pt x="2186" y="1741"/>
                    <a:pt x="2016" y="1046"/>
                  </a:cubicBezTo>
                  <a:cubicBezTo>
                    <a:pt x="1855" y="431"/>
                    <a:pt x="1406" y="1"/>
                    <a:pt x="95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1" name="Google Shape;2071;p35"/>
            <p:cNvSpPr/>
            <p:nvPr/>
          </p:nvSpPr>
          <p:spPr>
            <a:xfrm>
              <a:off x="2112589" y="4306689"/>
              <a:ext cx="55213" cy="132832"/>
            </a:xfrm>
            <a:custGeom>
              <a:rect b="b" l="l" r="r" t="t"/>
              <a:pathLst>
                <a:path extrusionOk="0" h="1992" w="828">
                  <a:moveTo>
                    <a:pt x="157" y="1"/>
                  </a:moveTo>
                  <a:cubicBezTo>
                    <a:pt x="170" y="13"/>
                    <a:pt x="157" y="64"/>
                    <a:pt x="145" y="142"/>
                  </a:cubicBezTo>
                  <a:cubicBezTo>
                    <a:pt x="120" y="221"/>
                    <a:pt x="120" y="340"/>
                    <a:pt x="132" y="457"/>
                  </a:cubicBezTo>
                  <a:cubicBezTo>
                    <a:pt x="157" y="589"/>
                    <a:pt x="211" y="721"/>
                    <a:pt x="289" y="825"/>
                  </a:cubicBezTo>
                  <a:cubicBezTo>
                    <a:pt x="355" y="929"/>
                    <a:pt x="472" y="1023"/>
                    <a:pt x="563" y="1114"/>
                  </a:cubicBezTo>
                  <a:cubicBezTo>
                    <a:pt x="670" y="1218"/>
                    <a:pt x="749" y="1337"/>
                    <a:pt x="799" y="1454"/>
                  </a:cubicBezTo>
                  <a:cubicBezTo>
                    <a:pt x="811" y="1520"/>
                    <a:pt x="827" y="1586"/>
                    <a:pt x="827" y="1652"/>
                  </a:cubicBezTo>
                  <a:cubicBezTo>
                    <a:pt x="811" y="1715"/>
                    <a:pt x="799" y="1768"/>
                    <a:pt x="774" y="1822"/>
                  </a:cubicBezTo>
                  <a:cubicBezTo>
                    <a:pt x="720" y="1913"/>
                    <a:pt x="642" y="1966"/>
                    <a:pt x="591" y="1979"/>
                  </a:cubicBezTo>
                  <a:cubicBezTo>
                    <a:pt x="538" y="1992"/>
                    <a:pt x="513" y="1979"/>
                    <a:pt x="497" y="1951"/>
                  </a:cubicBezTo>
                  <a:cubicBezTo>
                    <a:pt x="497" y="1926"/>
                    <a:pt x="591" y="1888"/>
                    <a:pt x="629" y="1756"/>
                  </a:cubicBezTo>
                  <a:cubicBezTo>
                    <a:pt x="642" y="1690"/>
                    <a:pt x="642" y="1624"/>
                    <a:pt x="604" y="1532"/>
                  </a:cubicBezTo>
                  <a:cubicBezTo>
                    <a:pt x="576" y="1454"/>
                    <a:pt x="497" y="1363"/>
                    <a:pt x="418" y="1271"/>
                  </a:cubicBezTo>
                  <a:cubicBezTo>
                    <a:pt x="327" y="1193"/>
                    <a:pt x="211" y="1086"/>
                    <a:pt x="120" y="944"/>
                  </a:cubicBezTo>
                  <a:cubicBezTo>
                    <a:pt x="41" y="787"/>
                    <a:pt x="0" y="614"/>
                    <a:pt x="0" y="472"/>
                  </a:cubicBezTo>
                  <a:cubicBezTo>
                    <a:pt x="0" y="328"/>
                    <a:pt x="25" y="196"/>
                    <a:pt x="66" y="117"/>
                  </a:cubicBezTo>
                  <a:cubicBezTo>
                    <a:pt x="120" y="38"/>
                    <a:pt x="145" y="1"/>
                    <a:pt x="15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2" name="Google Shape;2072;p35"/>
            <p:cNvSpPr/>
            <p:nvPr/>
          </p:nvSpPr>
          <p:spPr>
            <a:xfrm>
              <a:off x="1927342" y="3792759"/>
              <a:ext cx="139767" cy="188178"/>
            </a:xfrm>
            <a:custGeom>
              <a:rect b="b" l="l" r="r" t="t"/>
              <a:pathLst>
                <a:path extrusionOk="0" h="2822" w="2096">
                  <a:moveTo>
                    <a:pt x="1172" y="1"/>
                  </a:moveTo>
                  <a:cubicBezTo>
                    <a:pt x="769" y="1"/>
                    <a:pt x="551" y="521"/>
                    <a:pt x="353" y="1207"/>
                  </a:cubicBezTo>
                  <a:cubicBezTo>
                    <a:pt x="130" y="1968"/>
                    <a:pt x="1" y="2634"/>
                    <a:pt x="523" y="2792"/>
                  </a:cubicBezTo>
                  <a:cubicBezTo>
                    <a:pt x="588" y="2812"/>
                    <a:pt x="655" y="2821"/>
                    <a:pt x="722" y="2821"/>
                  </a:cubicBezTo>
                  <a:cubicBezTo>
                    <a:pt x="1183" y="2821"/>
                    <a:pt x="1669" y="2368"/>
                    <a:pt x="1875" y="1704"/>
                  </a:cubicBezTo>
                  <a:cubicBezTo>
                    <a:pt x="2096" y="930"/>
                    <a:pt x="1860" y="184"/>
                    <a:pt x="1338" y="27"/>
                  </a:cubicBezTo>
                  <a:cubicBezTo>
                    <a:pt x="1279" y="9"/>
                    <a:pt x="1224" y="1"/>
                    <a:pt x="117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3" name="Google Shape;2073;p35"/>
            <p:cNvSpPr/>
            <p:nvPr/>
          </p:nvSpPr>
          <p:spPr>
            <a:xfrm>
              <a:off x="1950881" y="3810230"/>
              <a:ext cx="53279" cy="149435"/>
            </a:xfrm>
            <a:custGeom>
              <a:rect b="b" l="l" r="r" t="t"/>
              <a:pathLst>
                <a:path extrusionOk="0" h="2241" w="799">
                  <a:moveTo>
                    <a:pt x="13" y="2240"/>
                  </a:moveTo>
                  <a:cubicBezTo>
                    <a:pt x="0" y="2228"/>
                    <a:pt x="41" y="2190"/>
                    <a:pt x="91" y="2111"/>
                  </a:cubicBezTo>
                  <a:cubicBezTo>
                    <a:pt x="145" y="2045"/>
                    <a:pt x="186" y="1942"/>
                    <a:pt x="236" y="1809"/>
                  </a:cubicBezTo>
                  <a:cubicBezTo>
                    <a:pt x="327" y="1548"/>
                    <a:pt x="434" y="1206"/>
                    <a:pt x="484" y="957"/>
                  </a:cubicBezTo>
                  <a:cubicBezTo>
                    <a:pt x="604" y="432"/>
                    <a:pt x="683" y="1"/>
                    <a:pt x="749" y="1"/>
                  </a:cubicBezTo>
                  <a:cubicBezTo>
                    <a:pt x="774" y="14"/>
                    <a:pt x="799" y="117"/>
                    <a:pt x="799" y="303"/>
                  </a:cubicBezTo>
                  <a:cubicBezTo>
                    <a:pt x="799" y="473"/>
                    <a:pt x="761" y="721"/>
                    <a:pt x="695" y="998"/>
                  </a:cubicBezTo>
                  <a:cubicBezTo>
                    <a:pt x="629" y="1272"/>
                    <a:pt x="500" y="1611"/>
                    <a:pt x="368" y="1863"/>
                  </a:cubicBezTo>
                  <a:cubicBezTo>
                    <a:pt x="289" y="1992"/>
                    <a:pt x="211" y="2099"/>
                    <a:pt x="145" y="2162"/>
                  </a:cubicBezTo>
                  <a:cubicBezTo>
                    <a:pt x="66" y="2228"/>
                    <a:pt x="13" y="2240"/>
                    <a:pt x="13" y="224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4" name="Google Shape;2074;p35"/>
            <p:cNvSpPr/>
            <p:nvPr/>
          </p:nvSpPr>
          <p:spPr>
            <a:xfrm>
              <a:off x="1986690" y="3986808"/>
              <a:ext cx="160972" cy="115561"/>
            </a:xfrm>
            <a:custGeom>
              <a:rect b="b" l="l" r="r" t="t"/>
              <a:pathLst>
                <a:path extrusionOk="0" h="1733" w="2414">
                  <a:moveTo>
                    <a:pt x="1192" y="1"/>
                  </a:moveTo>
                  <a:cubicBezTo>
                    <a:pt x="553" y="1"/>
                    <a:pt x="26" y="351"/>
                    <a:pt x="13" y="825"/>
                  </a:cubicBezTo>
                  <a:cubicBezTo>
                    <a:pt x="1" y="1297"/>
                    <a:pt x="526" y="1703"/>
                    <a:pt x="1180" y="1731"/>
                  </a:cubicBezTo>
                  <a:cubicBezTo>
                    <a:pt x="1202" y="1732"/>
                    <a:pt x="1223" y="1732"/>
                    <a:pt x="1244" y="1732"/>
                  </a:cubicBezTo>
                  <a:cubicBezTo>
                    <a:pt x="1870" y="1732"/>
                    <a:pt x="2385" y="1373"/>
                    <a:pt x="2401" y="917"/>
                  </a:cubicBezTo>
                  <a:cubicBezTo>
                    <a:pt x="2413" y="432"/>
                    <a:pt x="1888" y="26"/>
                    <a:pt x="1234" y="1"/>
                  </a:cubicBezTo>
                  <a:cubicBezTo>
                    <a:pt x="1220" y="1"/>
                    <a:pt x="1206" y="1"/>
                    <a:pt x="1192" y="1"/>
                  </a:cubicBezTo>
                  <a:close/>
                </a:path>
              </a:pathLst>
            </a:custGeom>
            <a:solidFill>
              <a:srgbClr val="78301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5" name="Google Shape;2075;p35"/>
            <p:cNvSpPr/>
            <p:nvPr/>
          </p:nvSpPr>
          <p:spPr>
            <a:xfrm>
              <a:off x="2242822" y="4018216"/>
              <a:ext cx="139967" cy="188178"/>
            </a:xfrm>
            <a:custGeom>
              <a:rect b="b" l="l" r="r" t="t"/>
              <a:pathLst>
                <a:path extrusionOk="0" h="2822" w="2099">
                  <a:moveTo>
                    <a:pt x="1168" y="1"/>
                  </a:moveTo>
                  <a:cubicBezTo>
                    <a:pt x="758" y="1"/>
                    <a:pt x="550" y="520"/>
                    <a:pt x="352" y="1194"/>
                  </a:cubicBezTo>
                  <a:cubicBezTo>
                    <a:pt x="117" y="1968"/>
                    <a:pt x="0" y="2635"/>
                    <a:pt x="510" y="2792"/>
                  </a:cubicBezTo>
                  <a:cubicBezTo>
                    <a:pt x="577" y="2812"/>
                    <a:pt x="645" y="2821"/>
                    <a:pt x="713" y="2821"/>
                  </a:cubicBezTo>
                  <a:cubicBezTo>
                    <a:pt x="1182" y="2821"/>
                    <a:pt x="1667" y="2368"/>
                    <a:pt x="1862" y="1704"/>
                  </a:cubicBezTo>
                  <a:cubicBezTo>
                    <a:pt x="2098" y="930"/>
                    <a:pt x="1862" y="184"/>
                    <a:pt x="1337" y="27"/>
                  </a:cubicBezTo>
                  <a:cubicBezTo>
                    <a:pt x="1277" y="9"/>
                    <a:pt x="1221" y="1"/>
                    <a:pt x="116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6" name="Google Shape;2076;p35"/>
            <p:cNvSpPr/>
            <p:nvPr/>
          </p:nvSpPr>
          <p:spPr>
            <a:xfrm>
              <a:off x="2266294" y="4035753"/>
              <a:ext cx="53546" cy="149369"/>
            </a:xfrm>
            <a:custGeom>
              <a:rect b="b" l="l" r="r" t="t"/>
              <a:pathLst>
                <a:path extrusionOk="0" h="2240" w="803">
                  <a:moveTo>
                    <a:pt x="0" y="2239"/>
                  </a:moveTo>
                  <a:cubicBezTo>
                    <a:pt x="0" y="2227"/>
                    <a:pt x="41" y="2189"/>
                    <a:pt x="79" y="2111"/>
                  </a:cubicBezTo>
                  <a:cubicBezTo>
                    <a:pt x="133" y="2044"/>
                    <a:pt x="186" y="1941"/>
                    <a:pt x="224" y="1809"/>
                  </a:cubicBezTo>
                  <a:cubicBezTo>
                    <a:pt x="331" y="1532"/>
                    <a:pt x="422" y="1205"/>
                    <a:pt x="488" y="944"/>
                  </a:cubicBezTo>
                  <a:cubicBezTo>
                    <a:pt x="604" y="431"/>
                    <a:pt x="670" y="0"/>
                    <a:pt x="736" y="0"/>
                  </a:cubicBezTo>
                  <a:cubicBezTo>
                    <a:pt x="774" y="0"/>
                    <a:pt x="803" y="116"/>
                    <a:pt x="787" y="302"/>
                  </a:cubicBezTo>
                  <a:cubicBezTo>
                    <a:pt x="787" y="472"/>
                    <a:pt x="762" y="720"/>
                    <a:pt x="696" y="997"/>
                  </a:cubicBezTo>
                  <a:cubicBezTo>
                    <a:pt x="630" y="1271"/>
                    <a:pt x="501" y="1610"/>
                    <a:pt x="356" y="1862"/>
                  </a:cubicBezTo>
                  <a:cubicBezTo>
                    <a:pt x="290" y="1991"/>
                    <a:pt x="211" y="2098"/>
                    <a:pt x="133" y="2161"/>
                  </a:cubicBezTo>
                  <a:cubicBezTo>
                    <a:pt x="67" y="2227"/>
                    <a:pt x="16" y="2239"/>
                    <a:pt x="0" y="223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7" name="Google Shape;2077;p35"/>
            <p:cNvSpPr/>
            <p:nvPr/>
          </p:nvSpPr>
          <p:spPr>
            <a:xfrm>
              <a:off x="1858391" y="3974605"/>
              <a:ext cx="171174" cy="122296"/>
            </a:xfrm>
            <a:custGeom>
              <a:rect b="b" l="l" r="r" t="t"/>
              <a:pathLst>
                <a:path extrusionOk="0" h="1834" w="2567">
                  <a:moveTo>
                    <a:pt x="1539" y="0"/>
                  </a:moveTo>
                  <a:cubicBezTo>
                    <a:pt x="1354" y="0"/>
                    <a:pt x="1154" y="38"/>
                    <a:pt x="956" y="118"/>
                  </a:cubicBezTo>
                  <a:cubicBezTo>
                    <a:pt x="340" y="354"/>
                    <a:pt x="0" y="917"/>
                    <a:pt x="170" y="1364"/>
                  </a:cubicBezTo>
                  <a:cubicBezTo>
                    <a:pt x="294" y="1665"/>
                    <a:pt x="629" y="1834"/>
                    <a:pt x="1020" y="1834"/>
                  </a:cubicBezTo>
                  <a:cubicBezTo>
                    <a:pt x="1206" y="1834"/>
                    <a:pt x="1404" y="1796"/>
                    <a:pt x="1598" y="1716"/>
                  </a:cubicBezTo>
                  <a:cubicBezTo>
                    <a:pt x="2214" y="1468"/>
                    <a:pt x="2567" y="917"/>
                    <a:pt x="2384" y="470"/>
                  </a:cubicBezTo>
                  <a:cubicBezTo>
                    <a:pt x="2260" y="170"/>
                    <a:pt x="1931" y="0"/>
                    <a:pt x="153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8" name="Google Shape;2078;p35"/>
            <p:cNvSpPr/>
            <p:nvPr/>
          </p:nvSpPr>
          <p:spPr>
            <a:xfrm>
              <a:off x="1823316" y="3765352"/>
              <a:ext cx="143301" cy="149169"/>
            </a:xfrm>
            <a:custGeom>
              <a:rect b="b" l="l" r="r" t="t"/>
              <a:pathLst>
                <a:path extrusionOk="0" h="2237" w="2149">
                  <a:moveTo>
                    <a:pt x="1337" y="1"/>
                  </a:moveTo>
                  <a:cubicBezTo>
                    <a:pt x="986" y="1"/>
                    <a:pt x="593" y="247"/>
                    <a:pt x="340" y="661"/>
                  </a:cubicBezTo>
                  <a:cubicBezTo>
                    <a:pt x="1" y="1224"/>
                    <a:pt x="54" y="1891"/>
                    <a:pt x="460" y="2143"/>
                  </a:cubicBezTo>
                  <a:cubicBezTo>
                    <a:pt x="561" y="2206"/>
                    <a:pt x="676" y="2236"/>
                    <a:pt x="797" y="2236"/>
                  </a:cubicBezTo>
                  <a:cubicBezTo>
                    <a:pt x="1151" y="2236"/>
                    <a:pt x="1557" y="1983"/>
                    <a:pt x="1809" y="1564"/>
                  </a:cubicBezTo>
                  <a:cubicBezTo>
                    <a:pt x="2149" y="1001"/>
                    <a:pt x="2099" y="347"/>
                    <a:pt x="1690" y="98"/>
                  </a:cubicBezTo>
                  <a:cubicBezTo>
                    <a:pt x="1583" y="32"/>
                    <a:pt x="1463" y="1"/>
                    <a:pt x="13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9" name="Google Shape;2079;p35"/>
            <p:cNvSpPr/>
            <p:nvPr/>
          </p:nvSpPr>
          <p:spPr>
            <a:xfrm>
              <a:off x="1674811" y="3917590"/>
              <a:ext cx="130098" cy="157637"/>
            </a:xfrm>
            <a:custGeom>
              <a:rect b="b" l="l" r="r" t="t"/>
              <a:pathLst>
                <a:path extrusionOk="0" h="2364" w="1951">
                  <a:moveTo>
                    <a:pt x="1090" y="1"/>
                  </a:moveTo>
                  <a:cubicBezTo>
                    <a:pt x="676" y="1"/>
                    <a:pt x="272" y="410"/>
                    <a:pt x="142" y="986"/>
                  </a:cubicBezTo>
                  <a:cubicBezTo>
                    <a:pt x="1" y="1640"/>
                    <a:pt x="262" y="2244"/>
                    <a:pt x="721" y="2348"/>
                  </a:cubicBezTo>
                  <a:cubicBezTo>
                    <a:pt x="768" y="2359"/>
                    <a:pt x="815" y="2364"/>
                    <a:pt x="863" y="2364"/>
                  </a:cubicBezTo>
                  <a:cubicBezTo>
                    <a:pt x="1278" y="2364"/>
                    <a:pt x="1691" y="1955"/>
                    <a:pt x="1809" y="1379"/>
                  </a:cubicBezTo>
                  <a:cubicBezTo>
                    <a:pt x="1951" y="725"/>
                    <a:pt x="1703" y="121"/>
                    <a:pt x="1231" y="17"/>
                  </a:cubicBezTo>
                  <a:cubicBezTo>
                    <a:pt x="1184" y="6"/>
                    <a:pt x="1137" y="1"/>
                    <a:pt x="109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0" name="Google Shape;2080;p35"/>
            <p:cNvSpPr/>
            <p:nvPr/>
          </p:nvSpPr>
          <p:spPr>
            <a:xfrm>
              <a:off x="2095118" y="4024217"/>
              <a:ext cx="130364" cy="158571"/>
            </a:xfrm>
            <a:custGeom>
              <a:rect b="b" l="l" r="r" t="t"/>
              <a:pathLst>
                <a:path extrusionOk="0" h="2378" w="1955">
                  <a:moveTo>
                    <a:pt x="1093" y="0"/>
                  </a:moveTo>
                  <a:cubicBezTo>
                    <a:pt x="681" y="0"/>
                    <a:pt x="273" y="408"/>
                    <a:pt x="146" y="997"/>
                  </a:cubicBezTo>
                  <a:cubicBezTo>
                    <a:pt x="1" y="1642"/>
                    <a:pt x="262" y="2243"/>
                    <a:pt x="721" y="2362"/>
                  </a:cubicBezTo>
                  <a:cubicBezTo>
                    <a:pt x="766" y="2372"/>
                    <a:pt x="811" y="2377"/>
                    <a:pt x="856" y="2377"/>
                  </a:cubicBezTo>
                  <a:cubicBezTo>
                    <a:pt x="1272" y="2377"/>
                    <a:pt x="1679" y="1957"/>
                    <a:pt x="1809" y="1378"/>
                  </a:cubicBezTo>
                  <a:cubicBezTo>
                    <a:pt x="1954" y="736"/>
                    <a:pt x="1690" y="120"/>
                    <a:pt x="1231" y="16"/>
                  </a:cubicBezTo>
                  <a:cubicBezTo>
                    <a:pt x="1185" y="5"/>
                    <a:pt x="1139" y="0"/>
                    <a:pt x="10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1" name="Google Shape;2081;p35"/>
            <p:cNvSpPr/>
            <p:nvPr/>
          </p:nvSpPr>
          <p:spPr>
            <a:xfrm>
              <a:off x="2025100" y="3875646"/>
              <a:ext cx="130298" cy="158504"/>
            </a:xfrm>
            <a:custGeom>
              <a:rect b="b" l="l" r="r" t="t"/>
              <a:pathLst>
                <a:path extrusionOk="0" h="2377" w="1954">
                  <a:moveTo>
                    <a:pt x="1093" y="1"/>
                  </a:moveTo>
                  <a:cubicBezTo>
                    <a:pt x="679" y="1"/>
                    <a:pt x="275" y="411"/>
                    <a:pt x="145" y="998"/>
                  </a:cubicBezTo>
                  <a:cubicBezTo>
                    <a:pt x="0" y="1640"/>
                    <a:pt x="265" y="2244"/>
                    <a:pt x="724" y="2360"/>
                  </a:cubicBezTo>
                  <a:cubicBezTo>
                    <a:pt x="769" y="2371"/>
                    <a:pt x="815" y="2376"/>
                    <a:pt x="861" y="2376"/>
                  </a:cubicBezTo>
                  <a:cubicBezTo>
                    <a:pt x="1274" y="2376"/>
                    <a:pt x="1682" y="1956"/>
                    <a:pt x="1809" y="1379"/>
                  </a:cubicBezTo>
                  <a:cubicBezTo>
                    <a:pt x="1954" y="737"/>
                    <a:pt x="1693" y="121"/>
                    <a:pt x="1233" y="17"/>
                  </a:cubicBezTo>
                  <a:cubicBezTo>
                    <a:pt x="1187" y="6"/>
                    <a:pt x="1140" y="1"/>
                    <a:pt x="109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2" name="Google Shape;2082;p35"/>
            <p:cNvSpPr/>
            <p:nvPr/>
          </p:nvSpPr>
          <p:spPr>
            <a:xfrm>
              <a:off x="1844321" y="4230403"/>
              <a:ext cx="130298" cy="158571"/>
            </a:xfrm>
            <a:custGeom>
              <a:rect b="b" l="l" r="r" t="t"/>
              <a:pathLst>
                <a:path extrusionOk="0" h="2378" w="1954">
                  <a:moveTo>
                    <a:pt x="1099" y="1"/>
                  </a:moveTo>
                  <a:cubicBezTo>
                    <a:pt x="683" y="1"/>
                    <a:pt x="276" y="421"/>
                    <a:pt x="145" y="1000"/>
                  </a:cubicBezTo>
                  <a:cubicBezTo>
                    <a:pt x="0" y="1642"/>
                    <a:pt x="261" y="2258"/>
                    <a:pt x="721" y="2362"/>
                  </a:cubicBezTo>
                  <a:cubicBezTo>
                    <a:pt x="766" y="2372"/>
                    <a:pt x="813" y="2377"/>
                    <a:pt x="859" y="2377"/>
                  </a:cubicBezTo>
                  <a:cubicBezTo>
                    <a:pt x="1275" y="2377"/>
                    <a:pt x="1690" y="1969"/>
                    <a:pt x="1809" y="1381"/>
                  </a:cubicBezTo>
                  <a:cubicBezTo>
                    <a:pt x="1953" y="736"/>
                    <a:pt x="1705" y="135"/>
                    <a:pt x="1233" y="16"/>
                  </a:cubicBezTo>
                  <a:cubicBezTo>
                    <a:pt x="1189" y="5"/>
                    <a:pt x="1144" y="1"/>
                    <a:pt x="1099"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3" name="Google Shape;2083;p35"/>
            <p:cNvSpPr/>
            <p:nvPr/>
          </p:nvSpPr>
          <p:spPr>
            <a:xfrm>
              <a:off x="1503501" y="3496484"/>
              <a:ext cx="111026" cy="163505"/>
            </a:xfrm>
            <a:custGeom>
              <a:rect b="b" l="l" r="r" t="t"/>
              <a:pathLst>
                <a:path extrusionOk="0" h="2452" w="1665">
                  <a:moveTo>
                    <a:pt x="837" y="1"/>
                  </a:moveTo>
                  <a:cubicBezTo>
                    <a:pt x="385" y="1"/>
                    <a:pt x="25" y="534"/>
                    <a:pt x="13" y="1205"/>
                  </a:cubicBezTo>
                  <a:cubicBezTo>
                    <a:pt x="0" y="1875"/>
                    <a:pt x="353" y="2438"/>
                    <a:pt x="812" y="2451"/>
                  </a:cubicBezTo>
                  <a:cubicBezTo>
                    <a:pt x="817" y="2451"/>
                    <a:pt x="822" y="2451"/>
                    <a:pt x="827" y="2451"/>
                  </a:cubicBezTo>
                  <a:cubicBezTo>
                    <a:pt x="1279" y="2451"/>
                    <a:pt x="1652" y="1906"/>
                    <a:pt x="1664" y="1246"/>
                  </a:cubicBezTo>
                  <a:cubicBezTo>
                    <a:pt x="1664" y="564"/>
                    <a:pt x="1312" y="13"/>
                    <a:pt x="853" y="1"/>
                  </a:cubicBezTo>
                  <a:cubicBezTo>
                    <a:pt x="847" y="1"/>
                    <a:pt x="842"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4" name="Google Shape;2084;p35"/>
            <p:cNvSpPr/>
            <p:nvPr/>
          </p:nvSpPr>
          <p:spPr>
            <a:xfrm>
              <a:off x="1541044" y="3508687"/>
              <a:ext cx="32341" cy="128631"/>
            </a:xfrm>
            <a:custGeom>
              <a:rect b="b" l="l" r="r" t="t"/>
              <a:pathLst>
                <a:path extrusionOk="0" h="1929" w="485">
                  <a:moveTo>
                    <a:pt x="290" y="16"/>
                  </a:moveTo>
                  <a:cubicBezTo>
                    <a:pt x="290" y="28"/>
                    <a:pt x="261" y="66"/>
                    <a:pt x="236" y="132"/>
                  </a:cubicBezTo>
                  <a:cubicBezTo>
                    <a:pt x="211" y="211"/>
                    <a:pt x="170" y="302"/>
                    <a:pt x="158" y="434"/>
                  </a:cubicBezTo>
                  <a:cubicBezTo>
                    <a:pt x="145" y="551"/>
                    <a:pt x="158" y="683"/>
                    <a:pt x="198" y="802"/>
                  </a:cubicBezTo>
                  <a:cubicBezTo>
                    <a:pt x="236" y="919"/>
                    <a:pt x="315" y="1022"/>
                    <a:pt x="368" y="1129"/>
                  </a:cubicBezTo>
                  <a:cubicBezTo>
                    <a:pt x="434" y="1246"/>
                    <a:pt x="485" y="1378"/>
                    <a:pt x="485" y="1494"/>
                  </a:cubicBezTo>
                  <a:cubicBezTo>
                    <a:pt x="485" y="1560"/>
                    <a:pt x="485" y="1626"/>
                    <a:pt x="459" y="1692"/>
                  </a:cubicBezTo>
                  <a:cubicBezTo>
                    <a:pt x="447" y="1746"/>
                    <a:pt x="419" y="1784"/>
                    <a:pt x="381" y="1824"/>
                  </a:cubicBezTo>
                  <a:cubicBezTo>
                    <a:pt x="327" y="1903"/>
                    <a:pt x="249" y="1928"/>
                    <a:pt x="198" y="1916"/>
                  </a:cubicBezTo>
                  <a:cubicBezTo>
                    <a:pt x="145" y="1916"/>
                    <a:pt x="132" y="1903"/>
                    <a:pt x="132" y="1875"/>
                  </a:cubicBezTo>
                  <a:cubicBezTo>
                    <a:pt x="132" y="1850"/>
                    <a:pt x="211" y="1837"/>
                    <a:pt x="277" y="1730"/>
                  </a:cubicBezTo>
                  <a:cubicBezTo>
                    <a:pt x="302" y="1680"/>
                    <a:pt x="315" y="1614"/>
                    <a:pt x="315" y="1522"/>
                  </a:cubicBezTo>
                  <a:cubicBezTo>
                    <a:pt x="302" y="1444"/>
                    <a:pt x="261" y="1337"/>
                    <a:pt x="211" y="1233"/>
                  </a:cubicBezTo>
                  <a:cubicBezTo>
                    <a:pt x="158" y="1142"/>
                    <a:pt x="79" y="1010"/>
                    <a:pt x="41" y="853"/>
                  </a:cubicBezTo>
                  <a:cubicBezTo>
                    <a:pt x="0" y="695"/>
                    <a:pt x="0" y="538"/>
                    <a:pt x="41" y="409"/>
                  </a:cubicBezTo>
                  <a:cubicBezTo>
                    <a:pt x="79" y="264"/>
                    <a:pt x="132" y="157"/>
                    <a:pt x="183" y="95"/>
                  </a:cubicBezTo>
                  <a:cubicBezTo>
                    <a:pt x="236" y="28"/>
                    <a:pt x="277" y="0"/>
                    <a:pt x="290" y="1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5" name="Google Shape;2085;p35"/>
            <p:cNvSpPr/>
            <p:nvPr/>
          </p:nvSpPr>
          <p:spPr>
            <a:xfrm>
              <a:off x="1952748" y="4296486"/>
              <a:ext cx="164306" cy="154970"/>
            </a:xfrm>
            <a:custGeom>
              <a:rect b="b" l="l" r="r" t="t"/>
              <a:pathLst>
                <a:path extrusionOk="0" h="2324" w="2464">
                  <a:moveTo>
                    <a:pt x="1540" y="0"/>
                  </a:moveTo>
                  <a:cubicBezTo>
                    <a:pt x="1189" y="0"/>
                    <a:pt x="798" y="192"/>
                    <a:pt x="510" y="547"/>
                  </a:cubicBezTo>
                  <a:cubicBezTo>
                    <a:pt x="51" y="1082"/>
                    <a:pt x="0" y="1805"/>
                    <a:pt x="406" y="2145"/>
                  </a:cubicBezTo>
                  <a:cubicBezTo>
                    <a:pt x="550" y="2265"/>
                    <a:pt x="731" y="2323"/>
                    <a:pt x="923" y="2323"/>
                  </a:cubicBezTo>
                  <a:cubicBezTo>
                    <a:pt x="1274" y="2323"/>
                    <a:pt x="1664" y="2132"/>
                    <a:pt x="1950" y="1777"/>
                  </a:cubicBezTo>
                  <a:cubicBezTo>
                    <a:pt x="2410" y="1239"/>
                    <a:pt x="2463" y="519"/>
                    <a:pt x="2057" y="179"/>
                  </a:cubicBezTo>
                  <a:cubicBezTo>
                    <a:pt x="1913" y="58"/>
                    <a:pt x="1733" y="0"/>
                    <a:pt x="154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6" name="Google Shape;2086;p35"/>
            <p:cNvSpPr/>
            <p:nvPr/>
          </p:nvSpPr>
          <p:spPr>
            <a:xfrm>
              <a:off x="1988424" y="4317158"/>
              <a:ext cx="92755" cy="105825"/>
            </a:xfrm>
            <a:custGeom>
              <a:rect b="b" l="l" r="r" t="t"/>
              <a:pathLst>
                <a:path extrusionOk="0" h="1587" w="1391">
                  <a:moveTo>
                    <a:pt x="1390" y="26"/>
                  </a:moveTo>
                  <a:cubicBezTo>
                    <a:pt x="1390" y="39"/>
                    <a:pt x="1337" y="51"/>
                    <a:pt x="1258" y="92"/>
                  </a:cubicBezTo>
                  <a:cubicBezTo>
                    <a:pt x="1195" y="117"/>
                    <a:pt x="1088" y="183"/>
                    <a:pt x="997" y="262"/>
                  </a:cubicBezTo>
                  <a:cubicBezTo>
                    <a:pt x="906" y="353"/>
                    <a:pt x="840" y="473"/>
                    <a:pt x="786" y="602"/>
                  </a:cubicBezTo>
                  <a:cubicBezTo>
                    <a:pt x="749" y="721"/>
                    <a:pt x="749" y="866"/>
                    <a:pt x="723" y="995"/>
                  </a:cubicBezTo>
                  <a:cubicBezTo>
                    <a:pt x="708" y="1140"/>
                    <a:pt x="670" y="1272"/>
                    <a:pt x="591" y="1388"/>
                  </a:cubicBezTo>
                  <a:cubicBezTo>
                    <a:pt x="550" y="1441"/>
                    <a:pt x="500" y="1479"/>
                    <a:pt x="447" y="1520"/>
                  </a:cubicBezTo>
                  <a:cubicBezTo>
                    <a:pt x="393" y="1545"/>
                    <a:pt x="330" y="1574"/>
                    <a:pt x="277" y="1574"/>
                  </a:cubicBezTo>
                  <a:cubicBezTo>
                    <a:pt x="173" y="1586"/>
                    <a:pt x="94" y="1545"/>
                    <a:pt x="54" y="1508"/>
                  </a:cubicBezTo>
                  <a:cubicBezTo>
                    <a:pt x="0" y="1467"/>
                    <a:pt x="0" y="1441"/>
                    <a:pt x="16" y="1429"/>
                  </a:cubicBezTo>
                  <a:cubicBezTo>
                    <a:pt x="41" y="1401"/>
                    <a:pt x="120" y="1454"/>
                    <a:pt x="236" y="1416"/>
                  </a:cubicBezTo>
                  <a:cubicBezTo>
                    <a:pt x="302" y="1388"/>
                    <a:pt x="368" y="1350"/>
                    <a:pt x="409" y="1272"/>
                  </a:cubicBezTo>
                  <a:cubicBezTo>
                    <a:pt x="459" y="1193"/>
                    <a:pt x="488" y="1086"/>
                    <a:pt x="513" y="970"/>
                  </a:cubicBezTo>
                  <a:cubicBezTo>
                    <a:pt x="538" y="838"/>
                    <a:pt x="550" y="693"/>
                    <a:pt x="617" y="536"/>
                  </a:cubicBezTo>
                  <a:cubicBezTo>
                    <a:pt x="683" y="378"/>
                    <a:pt x="786" y="249"/>
                    <a:pt x="906" y="158"/>
                  </a:cubicBezTo>
                  <a:cubicBezTo>
                    <a:pt x="1022" y="80"/>
                    <a:pt x="1154" y="39"/>
                    <a:pt x="1246" y="14"/>
                  </a:cubicBezTo>
                  <a:cubicBezTo>
                    <a:pt x="1324" y="1"/>
                    <a:pt x="1390" y="14"/>
                    <a:pt x="1390" y="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7" name="Google Shape;2087;p35"/>
            <p:cNvSpPr/>
            <p:nvPr/>
          </p:nvSpPr>
          <p:spPr>
            <a:xfrm>
              <a:off x="1509570" y="3793425"/>
              <a:ext cx="118161" cy="171707"/>
            </a:xfrm>
            <a:custGeom>
              <a:rect b="b" l="l" r="r" t="t"/>
              <a:pathLst>
                <a:path extrusionOk="0" h="2575" w="1772">
                  <a:moveTo>
                    <a:pt x="936" y="1"/>
                  </a:moveTo>
                  <a:cubicBezTo>
                    <a:pt x="513" y="1"/>
                    <a:pt x="130" y="522"/>
                    <a:pt x="67" y="1209"/>
                  </a:cubicBezTo>
                  <a:cubicBezTo>
                    <a:pt x="0" y="1917"/>
                    <a:pt x="315" y="2533"/>
                    <a:pt x="762" y="2571"/>
                  </a:cubicBezTo>
                  <a:cubicBezTo>
                    <a:pt x="783" y="2573"/>
                    <a:pt x="804" y="2575"/>
                    <a:pt x="825" y="2575"/>
                  </a:cubicBezTo>
                  <a:cubicBezTo>
                    <a:pt x="1259" y="2575"/>
                    <a:pt x="1642" y="2054"/>
                    <a:pt x="1705" y="1366"/>
                  </a:cubicBezTo>
                  <a:cubicBezTo>
                    <a:pt x="1771" y="659"/>
                    <a:pt x="1457" y="42"/>
                    <a:pt x="998" y="5"/>
                  </a:cubicBezTo>
                  <a:cubicBezTo>
                    <a:pt x="977" y="2"/>
                    <a:pt x="957" y="1"/>
                    <a:pt x="93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8" name="Google Shape;2088;p35"/>
            <p:cNvSpPr/>
            <p:nvPr/>
          </p:nvSpPr>
          <p:spPr>
            <a:xfrm>
              <a:off x="1541044" y="3798960"/>
              <a:ext cx="47211" cy="153770"/>
            </a:xfrm>
            <a:custGeom>
              <a:rect b="b" l="l" r="r" t="t"/>
              <a:pathLst>
                <a:path extrusionOk="0" h="2306" w="708">
                  <a:moveTo>
                    <a:pt x="327" y="2293"/>
                  </a:moveTo>
                  <a:cubicBezTo>
                    <a:pt x="327" y="2306"/>
                    <a:pt x="261" y="2268"/>
                    <a:pt x="198" y="2189"/>
                  </a:cubicBezTo>
                  <a:cubicBezTo>
                    <a:pt x="132" y="2111"/>
                    <a:pt x="66" y="1991"/>
                    <a:pt x="25" y="1821"/>
                  </a:cubicBezTo>
                  <a:cubicBezTo>
                    <a:pt x="13" y="1743"/>
                    <a:pt x="0" y="1651"/>
                    <a:pt x="13" y="1560"/>
                  </a:cubicBezTo>
                  <a:cubicBezTo>
                    <a:pt x="13" y="1519"/>
                    <a:pt x="25" y="1466"/>
                    <a:pt x="54" y="1415"/>
                  </a:cubicBezTo>
                  <a:cubicBezTo>
                    <a:pt x="91" y="1362"/>
                    <a:pt x="132" y="1324"/>
                    <a:pt x="158" y="1296"/>
                  </a:cubicBezTo>
                  <a:cubicBezTo>
                    <a:pt x="198" y="1258"/>
                    <a:pt x="224" y="1246"/>
                    <a:pt x="249" y="1217"/>
                  </a:cubicBezTo>
                  <a:cubicBezTo>
                    <a:pt x="277" y="1192"/>
                    <a:pt x="302" y="1167"/>
                    <a:pt x="315" y="1126"/>
                  </a:cubicBezTo>
                  <a:cubicBezTo>
                    <a:pt x="368" y="1073"/>
                    <a:pt x="393" y="1010"/>
                    <a:pt x="419" y="956"/>
                  </a:cubicBezTo>
                  <a:cubicBezTo>
                    <a:pt x="526" y="708"/>
                    <a:pt x="485" y="472"/>
                    <a:pt x="434" y="302"/>
                  </a:cubicBezTo>
                  <a:cubicBezTo>
                    <a:pt x="368" y="129"/>
                    <a:pt x="302" y="38"/>
                    <a:pt x="327" y="13"/>
                  </a:cubicBezTo>
                  <a:cubicBezTo>
                    <a:pt x="340" y="0"/>
                    <a:pt x="368" y="13"/>
                    <a:pt x="419" y="38"/>
                  </a:cubicBezTo>
                  <a:cubicBezTo>
                    <a:pt x="459" y="79"/>
                    <a:pt x="526" y="129"/>
                    <a:pt x="576" y="223"/>
                  </a:cubicBezTo>
                  <a:cubicBezTo>
                    <a:pt x="629" y="315"/>
                    <a:pt x="670" y="431"/>
                    <a:pt x="695" y="576"/>
                  </a:cubicBezTo>
                  <a:cubicBezTo>
                    <a:pt x="708" y="720"/>
                    <a:pt x="683" y="878"/>
                    <a:pt x="617" y="1035"/>
                  </a:cubicBezTo>
                  <a:cubicBezTo>
                    <a:pt x="592" y="1114"/>
                    <a:pt x="551" y="1192"/>
                    <a:pt x="485" y="1258"/>
                  </a:cubicBezTo>
                  <a:cubicBezTo>
                    <a:pt x="459" y="1296"/>
                    <a:pt x="434" y="1324"/>
                    <a:pt x="393" y="1362"/>
                  </a:cubicBezTo>
                  <a:cubicBezTo>
                    <a:pt x="356" y="1387"/>
                    <a:pt x="315" y="1415"/>
                    <a:pt x="290" y="1441"/>
                  </a:cubicBezTo>
                  <a:cubicBezTo>
                    <a:pt x="249" y="1466"/>
                    <a:pt x="224" y="1482"/>
                    <a:pt x="211" y="1507"/>
                  </a:cubicBezTo>
                  <a:cubicBezTo>
                    <a:pt x="198" y="1519"/>
                    <a:pt x="183" y="1560"/>
                    <a:pt x="183" y="1585"/>
                  </a:cubicBezTo>
                  <a:cubicBezTo>
                    <a:pt x="170" y="1664"/>
                    <a:pt x="158" y="1730"/>
                    <a:pt x="170" y="1809"/>
                  </a:cubicBezTo>
                  <a:cubicBezTo>
                    <a:pt x="170" y="1953"/>
                    <a:pt x="224" y="2070"/>
                    <a:pt x="261" y="2148"/>
                  </a:cubicBezTo>
                  <a:cubicBezTo>
                    <a:pt x="302" y="2240"/>
                    <a:pt x="340" y="2280"/>
                    <a:pt x="327" y="2293"/>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9" name="Google Shape;2089;p35"/>
            <p:cNvSpPr/>
            <p:nvPr/>
          </p:nvSpPr>
          <p:spPr>
            <a:xfrm>
              <a:off x="1384538" y="3661725"/>
              <a:ext cx="143567" cy="119695"/>
            </a:xfrm>
            <a:custGeom>
              <a:rect b="b" l="l" r="r" t="t"/>
              <a:pathLst>
                <a:path extrusionOk="0" h="1795" w="2153">
                  <a:moveTo>
                    <a:pt x="784" y="1"/>
                  </a:moveTo>
                  <a:cubicBezTo>
                    <a:pt x="578" y="1"/>
                    <a:pt x="396" y="73"/>
                    <a:pt x="278" y="221"/>
                  </a:cubicBezTo>
                  <a:cubicBezTo>
                    <a:pt x="1" y="552"/>
                    <a:pt x="146" y="1115"/>
                    <a:pt x="592" y="1479"/>
                  </a:cubicBezTo>
                  <a:cubicBezTo>
                    <a:pt x="828" y="1688"/>
                    <a:pt x="1109" y="1794"/>
                    <a:pt x="1359" y="1794"/>
                  </a:cubicBezTo>
                  <a:cubicBezTo>
                    <a:pt x="1566" y="1794"/>
                    <a:pt x="1752" y="1722"/>
                    <a:pt x="1875" y="1574"/>
                  </a:cubicBezTo>
                  <a:cubicBezTo>
                    <a:pt x="2152" y="1244"/>
                    <a:pt x="2008" y="681"/>
                    <a:pt x="1561" y="316"/>
                  </a:cubicBezTo>
                  <a:cubicBezTo>
                    <a:pt x="1316" y="107"/>
                    <a:pt x="1033" y="1"/>
                    <a:pt x="78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0" name="Google Shape;2090;p35"/>
            <p:cNvSpPr/>
            <p:nvPr/>
          </p:nvSpPr>
          <p:spPr>
            <a:xfrm>
              <a:off x="1411612" y="3679997"/>
              <a:ext cx="96356" cy="72684"/>
            </a:xfrm>
            <a:custGeom>
              <a:rect b="b" l="l" r="r" t="t"/>
              <a:pathLst>
                <a:path extrusionOk="0" h="1090" w="1445">
                  <a:moveTo>
                    <a:pt x="29" y="1"/>
                  </a:moveTo>
                  <a:cubicBezTo>
                    <a:pt x="42" y="1"/>
                    <a:pt x="54" y="42"/>
                    <a:pt x="67" y="120"/>
                  </a:cubicBezTo>
                  <a:cubicBezTo>
                    <a:pt x="95" y="199"/>
                    <a:pt x="120" y="290"/>
                    <a:pt x="186" y="381"/>
                  </a:cubicBezTo>
                  <a:cubicBezTo>
                    <a:pt x="252" y="473"/>
                    <a:pt x="344" y="551"/>
                    <a:pt x="447" y="564"/>
                  </a:cubicBezTo>
                  <a:cubicBezTo>
                    <a:pt x="488" y="576"/>
                    <a:pt x="539" y="564"/>
                    <a:pt x="605" y="551"/>
                  </a:cubicBezTo>
                  <a:cubicBezTo>
                    <a:pt x="658" y="539"/>
                    <a:pt x="737" y="526"/>
                    <a:pt x="803" y="526"/>
                  </a:cubicBezTo>
                  <a:cubicBezTo>
                    <a:pt x="932" y="526"/>
                    <a:pt x="1051" y="551"/>
                    <a:pt x="1155" y="605"/>
                  </a:cubicBezTo>
                  <a:cubicBezTo>
                    <a:pt x="1208" y="630"/>
                    <a:pt x="1246" y="655"/>
                    <a:pt x="1300" y="696"/>
                  </a:cubicBezTo>
                  <a:cubicBezTo>
                    <a:pt x="1337" y="734"/>
                    <a:pt x="1366" y="775"/>
                    <a:pt x="1391" y="812"/>
                  </a:cubicBezTo>
                  <a:cubicBezTo>
                    <a:pt x="1444" y="891"/>
                    <a:pt x="1444" y="985"/>
                    <a:pt x="1432" y="1036"/>
                  </a:cubicBezTo>
                  <a:cubicBezTo>
                    <a:pt x="1403" y="1089"/>
                    <a:pt x="1378" y="1089"/>
                    <a:pt x="1366" y="1089"/>
                  </a:cubicBezTo>
                  <a:cubicBezTo>
                    <a:pt x="1337" y="1076"/>
                    <a:pt x="1337" y="1048"/>
                    <a:pt x="1337" y="1023"/>
                  </a:cubicBezTo>
                  <a:cubicBezTo>
                    <a:pt x="1325" y="998"/>
                    <a:pt x="1300" y="957"/>
                    <a:pt x="1259" y="907"/>
                  </a:cubicBezTo>
                  <a:cubicBezTo>
                    <a:pt x="1221" y="866"/>
                    <a:pt x="1168" y="828"/>
                    <a:pt x="1076" y="800"/>
                  </a:cubicBezTo>
                  <a:cubicBezTo>
                    <a:pt x="998" y="762"/>
                    <a:pt x="907" y="749"/>
                    <a:pt x="803" y="749"/>
                  </a:cubicBezTo>
                  <a:cubicBezTo>
                    <a:pt x="749" y="749"/>
                    <a:pt x="708" y="749"/>
                    <a:pt x="645" y="762"/>
                  </a:cubicBezTo>
                  <a:cubicBezTo>
                    <a:pt x="605" y="762"/>
                    <a:pt x="567" y="775"/>
                    <a:pt x="526" y="775"/>
                  </a:cubicBezTo>
                  <a:cubicBezTo>
                    <a:pt x="488" y="775"/>
                    <a:pt x="447" y="762"/>
                    <a:pt x="410" y="749"/>
                  </a:cubicBezTo>
                  <a:cubicBezTo>
                    <a:pt x="237" y="708"/>
                    <a:pt x="120" y="576"/>
                    <a:pt x="67" y="447"/>
                  </a:cubicBezTo>
                  <a:cubicBezTo>
                    <a:pt x="16" y="328"/>
                    <a:pt x="1" y="212"/>
                    <a:pt x="1" y="133"/>
                  </a:cubicBezTo>
                  <a:cubicBezTo>
                    <a:pt x="1" y="54"/>
                    <a:pt x="16" y="1"/>
                    <a:pt x="29"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1" name="Google Shape;2091;p35"/>
            <p:cNvSpPr/>
            <p:nvPr/>
          </p:nvSpPr>
          <p:spPr>
            <a:xfrm>
              <a:off x="2080247" y="3953466"/>
              <a:ext cx="204582" cy="123896"/>
            </a:xfrm>
            <a:custGeom>
              <a:rect b="b" l="l" r="r" t="t"/>
              <a:pathLst>
                <a:path extrusionOk="0" h="1858" w="3068">
                  <a:moveTo>
                    <a:pt x="2333" y="0"/>
                  </a:moveTo>
                  <a:cubicBezTo>
                    <a:pt x="2069" y="0"/>
                    <a:pt x="1734" y="95"/>
                    <a:pt x="1363" y="224"/>
                  </a:cubicBezTo>
                  <a:cubicBezTo>
                    <a:pt x="605" y="473"/>
                    <a:pt x="1" y="762"/>
                    <a:pt x="170" y="1272"/>
                  </a:cubicBezTo>
                  <a:cubicBezTo>
                    <a:pt x="291" y="1643"/>
                    <a:pt x="707" y="1858"/>
                    <a:pt x="1204" y="1858"/>
                  </a:cubicBezTo>
                  <a:cubicBezTo>
                    <a:pt x="1409" y="1858"/>
                    <a:pt x="1629" y="1821"/>
                    <a:pt x="1847" y="1744"/>
                  </a:cubicBezTo>
                  <a:cubicBezTo>
                    <a:pt x="2595" y="1495"/>
                    <a:pt x="3067" y="866"/>
                    <a:pt x="2885" y="357"/>
                  </a:cubicBezTo>
                  <a:cubicBezTo>
                    <a:pt x="2798" y="98"/>
                    <a:pt x="2602" y="0"/>
                    <a:pt x="233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2" name="Google Shape;2092;p35"/>
            <p:cNvSpPr/>
            <p:nvPr/>
          </p:nvSpPr>
          <p:spPr>
            <a:xfrm>
              <a:off x="2101253" y="3969270"/>
              <a:ext cx="150436" cy="55213"/>
            </a:xfrm>
            <a:custGeom>
              <a:rect b="b" l="l" r="r" t="t"/>
              <a:pathLst>
                <a:path extrusionOk="0" h="828" w="2256">
                  <a:moveTo>
                    <a:pt x="0" y="749"/>
                  </a:moveTo>
                  <a:cubicBezTo>
                    <a:pt x="0" y="736"/>
                    <a:pt x="54" y="736"/>
                    <a:pt x="145" y="736"/>
                  </a:cubicBezTo>
                  <a:cubicBezTo>
                    <a:pt x="236" y="736"/>
                    <a:pt x="352" y="708"/>
                    <a:pt x="485" y="683"/>
                  </a:cubicBezTo>
                  <a:cubicBezTo>
                    <a:pt x="746" y="604"/>
                    <a:pt x="1076" y="484"/>
                    <a:pt x="1324" y="393"/>
                  </a:cubicBezTo>
                  <a:cubicBezTo>
                    <a:pt x="1809" y="186"/>
                    <a:pt x="2202" y="0"/>
                    <a:pt x="2240" y="54"/>
                  </a:cubicBezTo>
                  <a:cubicBezTo>
                    <a:pt x="2255" y="79"/>
                    <a:pt x="2177" y="170"/>
                    <a:pt x="2032" y="264"/>
                  </a:cubicBezTo>
                  <a:cubicBezTo>
                    <a:pt x="1887" y="368"/>
                    <a:pt x="1664" y="484"/>
                    <a:pt x="1403" y="591"/>
                  </a:cubicBezTo>
                  <a:cubicBezTo>
                    <a:pt x="1154" y="695"/>
                    <a:pt x="799" y="786"/>
                    <a:pt x="510" y="815"/>
                  </a:cubicBezTo>
                  <a:cubicBezTo>
                    <a:pt x="368" y="827"/>
                    <a:pt x="236" y="827"/>
                    <a:pt x="145" y="815"/>
                  </a:cubicBezTo>
                  <a:cubicBezTo>
                    <a:pt x="38" y="786"/>
                    <a:pt x="0" y="749"/>
                    <a:pt x="0" y="74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3" name="Google Shape;2093;p35"/>
            <p:cNvSpPr/>
            <p:nvPr/>
          </p:nvSpPr>
          <p:spPr>
            <a:xfrm>
              <a:off x="2017365" y="4139580"/>
              <a:ext cx="143301" cy="148035"/>
            </a:xfrm>
            <a:custGeom>
              <a:rect b="b" l="l" r="r" t="t"/>
              <a:pathLst>
                <a:path extrusionOk="0" h="2220" w="2149">
                  <a:moveTo>
                    <a:pt x="773" y="0"/>
                  </a:moveTo>
                  <a:cubicBezTo>
                    <a:pt x="641" y="0"/>
                    <a:pt x="515" y="35"/>
                    <a:pt x="406" y="107"/>
                  </a:cubicBezTo>
                  <a:cubicBezTo>
                    <a:pt x="13" y="368"/>
                    <a:pt x="0" y="1025"/>
                    <a:pt x="368" y="1588"/>
                  </a:cubicBezTo>
                  <a:cubicBezTo>
                    <a:pt x="632" y="1986"/>
                    <a:pt x="1027" y="2220"/>
                    <a:pt x="1375" y="2220"/>
                  </a:cubicBezTo>
                  <a:cubicBezTo>
                    <a:pt x="1508" y="2220"/>
                    <a:pt x="1634" y="2186"/>
                    <a:pt x="1743" y="2114"/>
                  </a:cubicBezTo>
                  <a:cubicBezTo>
                    <a:pt x="2136" y="1849"/>
                    <a:pt x="2148" y="1183"/>
                    <a:pt x="1783" y="632"/>
                  </a:cubicBezTo>
                  <a:cubicBezTo>
                    <a:pt x="1517" y="234"/>
                    <a:pt x="1121" y="0"/>
                    <a:pt x="77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4" name="Google Shape;2094;p35"/>
            <p:cNvSpPr/>
            <p:nvPr/>
          </p:nvSpPr>
          <p:spPr>
            <a:xfrm>
              <a:off x="1568118" y="3638320"/>
              <a:ext cx="205382" cy="123629"/>
            </a:xfrm>
            <a:custGeom>
              <a:rect b="b" l="l" r="r" t="t"/>
              <a:pathLst>
                <a:path extrusionOk="0" h="1854" w="3080">
                  <a:moveTo>
                    <a:pt x="2353" y="1"/>
                  </a:moveTo>
                  <a:cubicBezTo>
                    <a:pt x="2088" y="1"/>
                    <a:pt x="1750" y="96"/>
                    <a:pt x="1378" y="220"/>
                  </a:cubicBezTo>
                  <a:cubicBezTo>
                    <a:pt x="616" y="469"/>
                    <a:pt x="0" y="758"/>
                    <a:pt x="186" y="1267"/>
                  </a:cubicBezTo>
                  <a:cubicBezTo>
                    <a:pt x="306" y="1639"/>
                    <a:pt x="720" y="1853"/>
                    <a:pt x="1217" y="1853"/>
                  </a:cubicBezTo>
                  <a:cubicBezTo>
                    <a:pt x="1423" y="1853"/>
                    <a:pt x="1643" y="1817"/>
                    <a:pt x="1862" y="1739"/>
                  </a:cubicBezTo>
                  <a:cubicBezTo>
                    <a:pt x="2607" y="1491"/>
                    <a:pt x="3079" y="862"/>
                    <a:pt x="2897" y="352"/>
                  </a:cubicBezTo>
                  <a:cubicBezTo>
                    <a:pt x="2812" y="96"/>
                    <a:pt x="2618" y="1"/>
                    <a:pt x="2353"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5" name="Google Shape;2095;p35"/>
            <p:cNvSpPr/>
            <p:nvPr/>
          </p:nvSpPr>
          <p:spPr>
            <a:xfrm>
              <a:off x="1589923" y="3653790"/>
              <a:ext cx="150436" cy="55213"/>
            </a:xfrm>
            <a:custGeom>
              <a:rect b="b" l="l" r="r" t="t"/>
              <a:pathLst>
                <a:path extrusionOk="0" h="828" w="2256">
                  <a:moveTo>
                    <a:pt x="0" y="749"/>
                  </a:moveTo>
                  <a:cubicBezTo>
                    <a:pt x="0" y="734"/>
                    <a:pt x="54" y="749"/>
                    <a:pt x="145" y="734"/>
                  </a:cubicBezTo>
                  <a:cubicBezTo>
                    <a:pt x="236" y="734"/>
                    <a:pt x="343" y="708"/>
                    <a:pt x="488" y="683"/>
                  </a:cubicBezTo>
                  <a:cubicBezTo>
                    <a:pt x="749" y="605"/>
                    <a:pt x="1076" y="498"/>
                    <a:pt x="1324" y="394"/>
                  </a:cubicBezTo>
                  <a:cubicBezTo>
                    <a:pt x="1809" y="183"/>
                    <a:pt x="2202" y="1"/>
                    <a:pt x="2230" y="54"/>
                  </a:cubicBezTo>
                  <a:cubicBezTo>
                    <a:pt x="2255" y="92"/>
                    <a:pt x="2177" y="171"/>
                    <a:pt x="2032" y="262"/>
                  </a:cubicBezTo>
                  <a:cubicBezTo>
                    <a:pt x="1887" y="369"/>
                    <a:pt x="1667" y="485"/>
                    <a:pt x="1403" y="592"/>
                  </a:cubicBezTo>
                  <a:cubicBezTo>
                    <a:pt x="1154" y="696"/>
                    <a:pt x="802" y="787"/>
                    <a:pt x="513" y="812"/>
                  </a:cubicBezTo>
                  <a:cubicBezTo>
                    <a:pt x="368" y="828"/>
                    <a:pt x="236" y="828"/>
                    <a:pt x="132" y="812"/>
                  </a:cubicBezTo>
                  <a:cubicBezTo>
                    <a:pt x="41" y="787"/>
                    <a:pt x="0" y="749"/>
                    <a:pt x="0" y="74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6" name="Google Shape;2096;p35"/>
            <p:cNvSpPr/>
            <p:nvPr/>
          </p:nvSpPr>
          <p:spPr>
            <a:xfrm>
              <a:off x="1753498" y="3981740"/>
              <a:ext cx="144968" cy="170040"/>
            </a:xfrm>
            <a:custGeom>
              <a:rect b="b" l="l" r="r" t="t"/>
              <a:pathLst>
                <a:path extrusionOk="0" h="2550" w="2174">
                  <a:moveTo>
                    <a:pt x="1218" y="1"/>
                  </a:moveTo>
                  <a:cubicBezTo>
                    <a:pt x="766" y="1"/>
                    <a:pt x="320" y="420"/>
                    <a:pt x="170" y="1033"/>
                  </a:cubicBezTo>
                  <a:cubicBezTo>
                    <a:pt x="0" y="1728"/>
                    <a:pt x="261" y="2395"/>
                    <a:pt x="771" y="2527"/>
                  </a:cubicBezTo>
                  <a:cubicBezTo>
                    <a:pt x="831" y="2542"/>
                    <a:pt x="891" y="2550"/>
                    <a:pt x="951" y="2550"/>
                  </a:cubicBezTo>
                  <a:cubicBezTo>
                    <a:pt x="1407" y="2550"/>
                    <a:pt x="1854" y="2132"/>
                    <a:pt x="2004" y="1518"/>
                  </a:cubicBezTo>
                  <a:cubicBezTo>
                    <a:pt x="2174" y="823"/>
                    <a:pt x="1913" y="156"/>
                    <a:pt x="1400" y="24"/>
                  </a:cubicBezTo>
                  <a:cubicBezTo>
                    <a:pt x="1340" y="8"/>
                    <a:pt x="1279" y="1"/>
                    <a:pt x="12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7" name="Google Shape;2097;p35"/>
            <p:cNvSpPr/>
            <p:nvPr/>
          </p:nvSpPr>
          <p:spPr>
            <a:xfrm>
              <a:off x="1808445" y="4006813"/>
              <a:ext cx="42010" cy="130298"/>
            </a:xfrm>
            <a:custGeom>
              <a:rect b="b" l="l" r="r" t="t"/>
              <a:pathLst>
                <a:path extrusionOk="0" h="1954" w="630">
                  <a:moveTo>
                    <a:pt x="0" y="1953"/>
                  </a:moveTo>
                  <a:cubicBezTo>
                    <a:pt x="0" y="1941"/>
                    <a:pt x="41" y="1903"/>
                    <a:pt x="79" y="1837"/>
                  </a:cubicBezTo>
                  <a:cubicBezTo>
                    <a:pt x="133" y="1771"/>
                    <a:pt x="199" y="1680"/>
                    <a:pt x="236" y="1560"/>
                  </a:cubicBezTo>
                  <a:cubicBezTo>
                    <a:pt x="290" y="1444"/>
                    <a:pt x="302" y="1299"/>
                    <a:pt x="290" y="1167"/>
                  </a:cubicBezTo>
                  <a:cubicBezTo>
                    <a:pt x="261" y="1038"/>
                    <a:pt x="211" y="906"/>
                    <a:pt x="170" y="774"/>
                  </a:cubicBezTo>
                  <a:cubicBezTo>
                    <a:pt x="133" y="645"/>
                    <a:pt x="104" y="500"/>
                    <a:pt x="133" y="368"/>
                  </a:cubicBezTo>
                  <a:cubicBezTo>
                    <a:pt x="145" y="302"/>
                    <a:pt x="158" y="236"/>
                    <a:pt x="199" y="186"/>
                  </a:cubicBezTo>
                  <a:cubicBezTo>
                    <a:pt x="236" y="132"/>
                    <a:pt x="277" y="94"/>
                    <a:pt x="315" y="66"/>
                  </a:cubicBezTo>
                  <a:cubicBezTo>
                    <a:pt x="406" y="0"/>
                    <a:pt x="497" y="0"/>
                    <a:pt x="551" y="16"/>
                  </a:cubicBezTo>
                  <a:cubicBezTo>
                    <a:pt x="604" y="28"/>
                    <a:pt x="629" y="54"/>
                    <a:pt x="629" y="79"/>
                  </a:cubicBezTo>
                  <a:cubicBezTo>
                    <a:pt x="617" y="107"/>
                    <a:pt x="513" y="94"/>
                    <a:pt x="419" y="186"/>
                  </a:cubicBezTo>
                  <a:cubicBezTo>
                    <a:pt x="381" y="236"/>
                    <a:pt x="340" y="302"/>
                    <a:pt x="328" y="393"/>
                  </a:cubicBezTo>
                  <a:cubicBezTo>
                    <a:pt x="328" y="488"/>
                    <a:pt x="340" y="591"/>
                    <a:pt x="381" y="708"/>
                  </a:cubicBezTo>
                  <a:cubicBezTo>
                    <a:pt x="406" y="827"/>
                    <a:pt x="460" y="985"/>
                    <a:pt x="472" y="1154"/>
                  </a:cubicBezTo>
                  <a:cubicBezTo>
                    <a:pt x="485" y="1324"/>
                    <a:pt x="434" y="1481"/>
                    <a:pt x="368" y="1614"/>
                  </a:cubicBezTo>
                  <a:cubicBezTo>
                    <a:pt x="302" y="1746"/>
                    <a:pt x="211" y="1837"/>
                    <a:pt x="133" y="1887"/>
                  </a:cubicBezTo>
                  <a:cubicBezTo>
                    <a:pt x="66" y="1941"/>
                    <a:pt x="13" y="1953"/>
                    <a:pt x="0" y="1953"/>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8" name="Google Shape;2098;p35"/>
            <p:cNvSpPr/>
            <p:nvPr/>
          </p:nvSpPr>
          <p:spPr>
            <a:xfrm>
              <a:off x="1864459" y="3698868"/>
              <a:ext cx="179176" cy="145435"/>
            </a:xfrm>
            <a:custGeom>
              <a:rect b="b" l="l" r="r" t="t"/>
              <a:pathLst>
                <a:path extrusionOk="0" h="2181" w="2687">
                  <a:moveTo>
                    <a:pt x="992" y="1"/>
                  </a:moveTo>
                  <a:cubicBezTo>
                    <a:pt x="710" y="1"/>
                    <a:pt x="462" y="103"/>
                    <a:pt x="315" y="309"/>
                  </a:cubicBezTo>
                  <a:cubicBezTo>
                    <a:pt x="0" y="727"/>
                    <a:pt x="208" y="1423"/>
                    <a:pt x="774" y="1853"/>
                  </a:cubicBezTo>
                  <a:cubicBezTo>
                    <a:pt x="1064" y="2072"/>
                    <a:pt x="1387" y="2181"/>
                    <a:pt x="1677" y="2181"/>
                  </a:cubicBezTo>
                  <a:cubicBezTo>
                    <a:pt x="1963" y="2181"/>
                    <a:pt x="2216" y="2075"/>
                    <a:pt x="2372" y="1866"/>
                  </a:cubicBezTo>
                  <a:cubicBezTo>
                    <a:pt x="2686" y="1448"/>
                    <a:pt x="2476" y="753"/>
                    <a:pt x="1913" y="334"/>
                  </a:cubicBezTo>
                  <a:cubicBezTo>
                    <a:pt x="1618" y="112"/>
                    <a:pt x="1286" y="1"/>
                    <a:pt x="99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9" name="Google Shape;2099;p35"/>
            <p:cNvSpPr/>
            <p:nvPr/>
          </p:nvSpPr>
          <p:spPr>
            <a:xfrm>
              <a:off x="1902802" y="3727209"/>
              <a:ext cx="110226" cy="88354"/>
            </a:xfrm>
            <a:custGeom>
              <a:rect b="b" l="l" r="r" t="t"/>
              <a:pathLst>
                <a:path extrusionOk="0" h="1325" w="1653">
                  <a:moveTo>
                    <a:pt x="1639" y="1312"/>
                  </a:moveTo>
                  <a:cubicBezTo>
                    <a:pt x="1627" y="1325"/>
                    <a:pt x="1599" y="1271"/>
                    <a:pt x="1561" y="1193"/>
                  </a:cubicBezTo>
                  <a:cubicBezTo>
                    <a:pt x="1520" y="1126"/>
                    <a:pt x="1457" y="1023"/>
                    <a:pt x="1363" y="944"/>
                  </a:cubicBezTo>
                  <a:cubicBezTo>
                    <a:pt x="1271" y="853"/>
                    <a:pt x="1155" y="787"/>
                    <a:pt x="1023" y="749"/>
                  </a:cubicBezTo>
                  <a:cubicBezTo>
                    <a:pt x="891" y="721"/>
                    <a:pt x="749" y="721"/>
                    <a:pt x="617" y="708"/>
                  </a:cubicBezTo>
                  <a:cubicBezTo>
                    <a:pt x="485" y="696"/>
                    <a:pt x="340" y="655"/>
                    <a:pt x="237" y="576"/>
                  </a:cubicBezTo>
                  <a:cubicBezTo>
                    <a:pt x="171" y="551"/>
                    <a:pt x="120" y="497"/>
                    <a:pt x="92" y="447"/>
                  </a:cubicBezTo>
                  <a:cubicBezTo>
                    <a:pt x="54" y="394"/>
                    <a:pt x="26" y="340"/>
                    <a:pt x="26" y="290"/>
                  </a:cubicBezTo>
                  <a:cubicBezTo>
                    <a:pt x="1" y="183"/>
                    <a:pt x="26" y="92"/>
                    <a:pt x="67" y="54"/>
                  </a:cubicBezTo>
                  <a:cubicBezTo>
                    <a:pt x="105" y="0"/>
                    <a:pt x="133" y="0"/>
                    <a:pt x="145" y="13"/>
                  </a:cubicBezTo>
                  <a:cubicBezTo>
                    <a:pt x="171" y="26"/>
                    <a:pt x="120" y="120"/>
                    <a:pt x="171" y="236"/>
                  </a:cubicBezTo>
                  <a:cubicBezTo>
                    <a:pt x="199" y="302"/>
                    <a:pt x="249" y="356"/>
                    <a:pt x="328" y="406"/>
                  </a:cubicBezTo>
                  <a:cubicBezTo>
                    <a:pt x="407" y="447"/>
                    <a:pt x="513" y="472"/>
                    <a:pt x="642" y="485"/>
                  </a:cubicBezTo>
                  <a:cubicBezTo>
                    <a:pt x="762" y="497"/>
                    <a:pt x="919" y="513"/>
                    <a:pt x="1076" y="563"/>
                  </a:cubicBezTo>
                  <a:cubicBezTo>
                    <a:pt x="1234" y="617"/>
                    <a:pt x="1378" y="733"/>
                    <a:pt x="1470" y="840"/>
                  </a:cubicBezTo>
                  <a:cubicBezTo>
                    <a:pt x="1561" y="957"/>
                    <a:pt x="1614" y="1076"/>
                    <a:pt x="1627" y="1167"/>
                  </a:cubicBezTo>
                  <a:cubicBezTo>
                    <a:pt x="1652" y="1259"/>
                    <a:pt x="1639" y="1312"/>
                    <a:pt x="1639" y="131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0" name="Google Shape;2100;p35"/>
            <p:cNvSpPr/>
            <p:nvPr/>
          </p:nvSpPr>
          <p:spPr>
            <a:xfrm>
              <a:off x="1870528" y="4075897"/>
              <a:ext cx="187111" cy="160972"/>
            </a:xfrm>
            <a:custGeom>
              <a:rect b="b" l="l" r="r" t="t"/>
              <a:pathLst>
                <a:path extrusionOk="0" h="2414" w="2806">
                  <a:moveTo>
                    <a:pt x="1843" y="0"/>
                  </a:moveTo>
                  <a:cubicBezTo>
                    <a:pt x="1480" y="0"/>
                    <a:pt x="1056" y="189"/>
                    <a:pt x="708" y="537"/>
                  </a:cubicBezTo>
                  <a:cubicBezTo>
                    <a:pt x="145" y="1103"/>
                    <a:pt x="0" y="1861"/>
                    <a:pt x="381" y="2254"/>
                  </a:cubicBezTo>
                  <a:cubicBezTo>
                    <a:pt x="488" y="2365"/>
                    <a:pt x="604" y="2413"/>
                    <a:pt x="727" y="2413"/>
                  </a:cubicBezTo>
                  <a:cubicBezTo>
                    <a:pt x="1041" y="2413"/>
                    <a:pt x="1405" y="2099"/>
                    <a:pt x="1809" y="1704"/>
                  </a:cubicBezTo>
                  <a:cubicBezTo>
                    <a:pt x="2372" y="1141"/>
                    <a:pt x="2806" y="615"/>
                    <a:pt x="2413" y="222"/>
                  </a:cubicBezTo>
                  <a:cubicBezTo>
                    <a:pt x="2268" y="72"/>
                    <a:pt x="2067" y="0"/>
                    <a:pt x="184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1" name="Google Shape;2101;p35"/>
            <p:cNvSpPr/>
            <p:nvPr/>
          </p:nvSpPr>
          <p:spPr>
            <a:xfrm>
              <a:off x="1916006" y="4111639"/>
              <a:ext cx="116294" cy="110159"/>
            </a:xfrm>
            <a:custGeom>
              <a:rect b="b" l="l" r="r" t="t"/>
              <a:pathLst>
                <a:path extrusionOk="0" h="1652" w="1744">
                  <a:moveTo>
                    <a:pt x="1743" y="29"/>
                  </a:moveTo>
                  <a:cubicBezTo>
                    <a:pt x="1743" y="42"/>
                    <a:pt x="1690" y="54"/>
                    <a:pt x="1611" y="95"/>
                  </a:cubicBezTo>
                  <a:cubicBezTo>
                    <a:pt x="1533" y="133"/>
                    <a:pt x="1441" y="199"/>
                    <a:pt x="1338" y="290"/>
                  </a:cubicBezTo>
                  <a:cubicBezTo>
                    <a:pt x="1127" y="472"/>
                    <a:pt x="878" y="724"/>
                    <a:pt x="709" y="919"/>
                  </a:cubicBezTo>
                  <a:cubicBezTo>
                    <a:pt x="353" y="1312"/>
                    <a:pt x="92" y="1652"/>
                    <a:pt x="26" y="1627"/>
                  </a:cubicBezTo>
                  <a:cubicBezTo>
                    <a:pt x="1" y="1602"/>
                    <a:pt x="39" y="1495"/>
                    <a:pt x="117" y="1337"/>
                  </a:cubicBezTo>
                  <a:cubicBezTo>
                    <a:pt x="209" y="1180"/>
                    <a:pt x="353" y="985"/>
                    <a:pt x="551" y="774"/>
                  </a:cubicBezTo>
                  <a:cubicBezTo>
                    <a:pt x="734" y="567"/>
                    <a:pt x="1007" y="343"/>
                    <a:pt x="1243" y="186"/>
                  </a:cubicBezTo>
                  <a:cubicBezTo>
                    <a:pt x="1363" y="108"/>
                    <a:pt x="1495" y="42"/>
                    <a:pt x="1586" y="29"/>
                  </a:cubicBezTo>
                  <a:cubicBezTo>
                    <a:pt x="1677" y="1"/>
                    <a:pt x="1743" y="16"/>
                    <a:pt x="1743" y="29"/>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2" name="Google Shape;2102;p35"/>
            <p:cNvSpPr/>
            <p:nvPr/>
          </p:nvSpPr>
          <p:spPr>
            <a:xfrm>
              <a:off x="1874062" y="3867844"/>
              <a:ext cx="168707" cy="128430"/>
            </a:xfrm>
            <a:custGeom>
              <a:rect b="b" l="l" r="r" t="t"/>
              <a:pathLst>
                <a:path extrusionOk="0" h="1926" w="2530">
                  <a:moveTo>
                    <a:pt x="937" y="0"/>
                  </a:moveTo>
                  <a:cubicBezTo>
                    <a:pt x="632" y="0"/>
                    <a:pt x="369" y="120"/>
                    <a:pt x="237" y="354"/>
                  </a:cubicBezTo>
                  <a:cubicBezTo>
                    <a:pt x="1" y="763"/>
                    <a:pt x="262" y="1364"/>
                    <a:pt x="838" y="1707"/>
                  </a:cubicBezTo>
                  <a:cubicBezTo>
                    <a:pt x="1082" y="1854"/>
                    <a:pt x="1344" y="1925"/>
                    <a:pt x="1582" y="1925"/>
                  </a:cubicBezTo>
                  <a:cubicBezTo>
                    <a:pt x="1892" y="1925"/>
                    <a:pt x="2160" y="1804"/>
                    <a:pt x="2294" y="1575"/>
                  </a:cubicBezTo>
                  <a:cubicBezTo>
                    <a:pt x="2530" y="1169"/>
                    <a:pt x="2265" y="565"/>
                    <a:pt x="1690" y="225"/>
                  </a:cubicBezTo>
                  <a:cubicBezTo>
                    <a:pt x="1442" y="74"/>
                    <a:pt x="1177" y="0"/>
                    <a:pt x="937"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3" name="Google Shape;2103;p35"/>
            <p:cNvSpPr/>
            <p:nvPr/>
          </p:nvSpPr>
          <p:spPr>
            <a:xfrm>
              <a:off x="1669610" y="3775354"/>
              <a:ext cx="186111" cy="160571"/>
            </a:xfrm>
            <a:custGeom>
              <a:rect b="b" l="l" r="r" t="t"/>
              <a:pathLst>
                <a:path extrusionOk="0" h="2408" w="2791">
                  <a:moveTo>
                    <a:pt x="1841" y="0"/>
                  </a:moveTo>
                  <a:cubicBezTo>
                    <a:pt x="1479" y="0"/>
                    <a:pt x="1056" y="188"/>
                    <a:pt x="708" y="537"/>
                  </a:cubicBezTo>
                  <a:cubicBezTo>
                    <a:pt x="142" y="1100"/>
                    <a:pt x="0" y="1861"/>
                    <a:pt x="378" y="2254"/>
                  </a:cubicBezTo>
                  <a:cubicBezTo>
                    <a:pt x="485" y="2361"/>
                    <a:pt x="599" y="2408"/>
                    <a:pt x="722" y="2408"/>
                  </a:cubicBezTo>
                  <a:cubicBezTo>
                    <a:pt x="1037" y="2408"/>
                    <a:pt x="1402" y="2099"/>
                    <a:pt x="1809" y="1703"/>
                  </a:cubicBezTo>
                  <a:cubicBezTo>
                    <a:pt x="2372" y="1140"/>
                    <a:pt x="2790" y="615"/>
                    <a:pt x="2410" y="222"/>
                  </a:cubicBezTo>
                  <a:cubicBezTo>
                    <a:pt x="2264" y="72"/>
                    <a:pt x="2064" y="0"/>
                    <a:pt x="184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4" name="Google Shape;2104;p35"/>
            <p:cNvSpPr/>
            <p:nvPr/>
          </p:nvSpPr>
          <p:spPr>
            <a:xfrm>
              <a:off x="1714888" y="3811097"/>
              <a:ext cx="116294" cy="110159"/>
            </a:xfrm>
            <a:custGeom>
              <a:rect b="b" l="l" r="r" t="t"/>
              <a:pathLst>
                <a:path extrusionOk="0" h="1652" w="1744">
                  <a:moveTo>
                    <a:pt x="1743" y="26"/>
                  </a:moveTo>
                  <a:cubicBezTo>
                    <a:pt x="1743" y="41"/>
                    <a:pt x="1693" y="54"/>
                    <a:pt x="1614" y="92"/>
                  </a:cubicBezTo>
                  <a:cubicBezTo>
                    <a:pt x="1536" y="133"/>
                    <a:pt x="1444" y="199"/>
                    <a:pt x="1337" y="290"/>
                  </a:cubicBezTo>
                  <a:cubicBezTo>
                    <a:pt x="1130" y="472"/>
                    <a:pt x="878" y="721"/>
                    <a:pt x="708" y="919"/>
                  </a:cubicBezTo>
                  <a:cubicBezTo>
                    <a:pt x="356" y="1312"/>
                    <a:pt x="92" y="1652"/>
                    <a:pt x="29" y="1627"/>
                  </a:cubicBezTo>
                  <a:cubicBezTo>
                    <a:pt x="1" y="1598"/>
                    <a:pt x="42" y="1495"/>
                    <a:pt x="120" y="1337"/>
                  </a:cubicBezTo>
                  <a:cubicBezTo>
                    <a:pt x="211" y="1180"/>
                    <a:pt x="356" y="985"/>
                    <a:pt x="539" y="774"/>
                  </a:cubicBezTo>
                  <a:cubicBezTo>
                    <a:pt x="721" y="564"/>
                    <a:pt x="1010" y="340"/>
                    <a:pt x="1246" y="183"/>
                  </a:cubicBezTo>
                  <a:cubicBezTo>
                    <a:pt x="1366" y="104"/>
                    <a:pt x="1495" y="41"/>
                    <a:pt x="1586" y="26"/>
                  </a:cubicBezTo>
                  <a:cubicBezTo>
                    <a:pt x="1680" y="1"/>
                    <a:pt x="1731" y="13"/>
                    <a:pt x="1743" y="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05" name="Google Shape;2105;p35"/>
          <p:cNvGrpSpPr/>
          <p:nvPr/>
        </p:nvGrpSpPr>
        <p:grpSpPr>
          <a:xfrm>
            <a:off x="6022866" y="3924397"/>
            <a:ext cx="1689143" cy="2074199"/>
            <a:chOff x="4376828" y="3926459"/>
            <a:chExt cx="991107" cy="1217038"/>
          </a:xfrm>
        </p:grpSpPr>
        <p:sp>
          <p:nvSpPr>
            <p:cNvPr id="2106" name="Google Shape;2106;p35"/>
            <p:cNvSpPr/>
            <p:nvPr/>
          </p:nvSpPr>
          <p:spPr>
            <a:xfrm>
              <a:off x="4630225" y="3926459"/>
              <a:ext cx="148769" cy="195713"/>
            </a:xfrm>
            <a:custGeom>
              <a:rect b="b" l="l" r="r" t="t"/>
              <a:pathLst>
                <a:path extrusionOk="0" h="2935" w="2231">
                  <a:moveTo>
                    <a:pt x="224" y="1205"/>
                  </a:moveTo>
                  <a:cubicBezTo>
                    <a:pt x="0" y="1941"/>
                    <a:pt x="224" y="2649"/>
                    <a:pt x="721" y="2793"/>
                  </a:cubicBezTo>
                  <a:cubicBezTo>
                    <a:pt x="1221" y="2935"/>
                    <a:pt x="1796" y="2463"/>
                    <a:pt x="2007" y="1730"/>
                  </a:cubicBezTo>
                  <a:cubicBezTo>
                    <a:pt x="2230" y="997"/>
                    <a:pt x="2007" y="290"/>
                    <a:pt x="1507" y="145"/>
                  </a:cubicBezTo>
                  <a:cubicBezTo>
                    <a:pt x="1010" y="0"/>
                    <a:pt x="434" y="472"/>
                    <a:pt x="224" y="1205"/>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7" name="Google Shape;2107;p35"/>
            <p:cNvSpPr/>
            <p:nvPr/>
          </p:nvSpPr>
          <p:spPr>
            <a:xfrm>
              <a:off x="4881889" y="4939248"/>
              <a:ext cx="205382" cy="179176"/>
            </a:xfrm>
            <a:custGeom>
              <a:rect b="b" l="l" r="r" t="t"/>
              <a:pathLst>
                <a:path extrusionOk="0" h="2687" w="3080">
                  <a:moveTo>
                    <a:pt x="932" y="460"/>
                  </a:moveTo>
                  <a:cubicBezTo>
                    <a:pt x="277" y="919"/>
                    <a:pt x="1" y="1680"/>
                    <a:pt x="343" y="2177"/>
                  </a:cubicBezTo>
                  <a:cubicBezTo>
                    <a:pt x="683" y="2662"/>
                    <a:pt x="1482" y="2687"/>
                    <a:pt x="2152" y="2243"/>
                  </a:cubicBezTo>
                  <a:cubicBezTo>
                    <a:pt x="2819" y="1784"/>
                    <a:pt x="3080" y="1010"/>
                    <a:pt x="2740" y="526"/>
                  </a:cubicBezTo>
                  <a:cubicBezTo>
                    <a:pt x="2413" y="42"/>
                    <a:pt x="1601" y="1"/>
                    <a:pt x="932" y="46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8" name="Google Shape;2108;p35"/>
            <p:cNvSpPr/>
            <p:nvPr/>
          </p:nvSpPr>
          <p:spPr>
            <a:xfrm>
              <a:off x="4546337" y="4251541"/>
              <a:ext cx="154837" cy="206249"/>
            </a:xfrm>
            <a:custGeom>
              <a:rect b="b" l="l" r="r" t="t"/>
              <a:pathLst>
                <a:path extrusionOk="0" h="3093" w="2322">
                  <a:moveTo>
                    <a:pt x="1680" y="183"/>
                  </a:moveTo>
                  <a:cubicBezTo>
                    <a:pt x="1192" y="1"/>
                    <a:pt x="563" y="460"/>
                    <a:pt x="290" y="1205"/>
                  </a:cubicBezTo>
                  <a:cubicBezTo>
                    <a:pt x="0" y="1966"/>
                    <a:pt x="157" y="2715"/>
                    <a:pt x="642" y="2910"/>
                  </a:cubicBezTo>
                  <a:cubicBezTo>
                    <a:pt x="1129" y="3092"/>
                    <a:pt x="1743" y="2620"/>
                    <a:pt x="2032" y="1875"/>
                  </a:cubicBezTo>
                  <a:cubicBezTo>
                    <a:pt x="2321" y="1127"/>
                    <a:pt x="2164" y="369"/>
                    <a:pt x="1680" y="18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9" name="Google Shape;2109;p35"/>
            <p:cNvSpPr/>
            <p:nvPr/>
          </p:nvSpPr>
          <p:spPr>
            <a:xfrm>
              <a:off x="4475653" y="4067161"/>
              <a:ext cx="144968" cy="165173"/>
            </a:xfrm>
            <a:custGeom>
              <a:rect b="b" l="l" r="r" t="t"/>
              <a:pathLst>
                <a:path extrusionOk="0" h="2477" w="2174">
                  <a:moveTo>
                    <a:pt x="1768" y="2203"/>
                  </a:moveTo>
                  <a:cubicBezTo>
                    <a:pt x="2161" y="1941"/>
                    <a:pt x="2174" y="1284"/>
                    <a:pt x="1796" y="746"/>
                  </a:cubicBezTo>
                  <a:cubicBezTo>
                    <a:pt x="1428" y="212"/>
                    <a:pt x="812" y="1"/>
                    <a:pt x="419" y="275"/>
                  </a:cubicBezTo>
                  <a:cubicBezTo>
                    <a:pt x="25" y="539"/>
                    <a:pt x="0" y="1193"/>
                    <a:pt x="381" y="1731"/>
                  </a:cubicBezTo>
                  <a:cubicBezTo>
                    <a:pt x="746" y="2269"/>
                    <a:pt x="1375" y="2476"/>
                    <a:pt x="1768" y="220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0" name="Google Shape;2110;p35"/>
            <p:cNvSpPr/>
            <p:nvPr/>
          </p:nvSpPr>
          <p:spPr>
            <a:xfrm>
              <a:off x="4695842" y="4249874"/>
              <a:ext cx="672093" cy="768916"/>
            </a:xfrm>
            <a:custGeom>
              <a:rect b="b" l="l" r="r" t="t"/>
              <a:pathLst>
                <a:path extrusionOk="0" h="11531" w="10079">
                  <a:moveTo>
                    <a:pt x="8414" y="5687"/>
                  </a:moveTo>
                  <a:cubicBezTo>
                    <a:pt x="8229" y="5699"/>
                    <a:pt x="8059" y="5712"/>
                    <a:pt x="7902" y="5728"/>
                  </a:cubicBezTo>
                  <a:cubicBezTo>
                    <a:pt x="7942" y="5674"/>
                    <a:pt x="7968" y="5621"/>
                    <a:pt x="8009" y="5571"/>
                  </a:cubicBezTo>
                  <a:cubicBezTo>
                    <a:pt x="8361" y="4901"/>
                    <a:pt x="8257" y="4168"/>
                    <a:pt x="7785" y="3919"/>
                  </a:cubicBezTo>
                  <a:cubicBezTo>
                    <a:pt x="7313" y="3655"/>
                    <a:pt x="6643" y="3998"/>
                    <a:pt x="6291" y="4652"/>
                  </a:cubicBezTo>
                  <a:cubicBezTo>
                    <a:pt x="6250" y="4718"/>
                    <a:pt x="6225" y="4784"/>
                    <a:pt x="6200" y="4847"/>
                  </a:cubicBezTo>
                  <a:cubicBezTo>
                    <a:pt x="6342" y="4454"/>
                    <a:pt x="6184" y="3904"/>
                    <a:pt x="5779" y="3473"/>
                  </a:cubicBezTo>
                  <a:cubicBezTo>
                    <a:pt x="5584" y="3275"/>
                    <a:pt x="5360" y="3133"/>
                    <a:pt x="5149" y="3054"/>
                  </a:cubicBezTo>
                  <a:cubicBezTo>
                    <a:pt x="5269" y="2935"/>
                    <a:pt x="5373" y="2803"/>
                    <a:pt x="5451" y="2674"/>
                  </a:cubicBezTo>
                  <a:cubicBezTo>
                    <a:pt x="5857" y="2897"/>
                    <a:pt x="6316" y="2910"/>
                    <a:pt x="6631" y="2674"/>
                  </a:cubicBezTo>
                  <a:cubicBezTo>
                    <a:pt x="7103" y="2306"/>
                    <a:pt x="7078" y="1494"/>
                    <a:pt x="6593" y="865"/>
                  </a:cubicBezTo>
                  <a:cubicBezTo>
                    <a:pt x="6093" y="224"/>
                    <a:pt x="5307" y="0"/>
                    <a:pt x="4848" y="365"/>
                  </a:cubicBezTo>
                  <a:cubicBezTo>
                    <a:pt x="4586" y="563"/>
                    <a:pt x="4483" y="890"/>
                    <a:pt x="4508" y="1246"/>
                  </a:cubicBezTo>
                  <a:cubicBezTo>
                    <a:pt x="4259" y="1309"/>
                    <a:pt x="4011" y="1453"/>
                    <a:pt x="3788" y="1664"/>
                  </a:cubicBezTo>
                  <a:cubicBezTo>
                    <a:pt x="3722" y="1730"/>
                    <a:pt x="3656" y="1796"/>
                    <a:pt x="3605" y="1859"/>
                  </a:cubicBezTo>
                  <a:cubicBezTo>
                    <a:pt x="3722" y="1677"/>
                    <a:pt x="3747" y="1482"/>
                    <a:pt x="3630" y="1271"/>
                  </a:cubicBezTo>
                  <a:cubicBezTo>
                    <a:pt x="3328" y="746"/>
                    <a:pt x="2451" y="667"/>
                    <a:pt x="1665" y="1114"/>
                  </a:cubicBezTo>
                  <a:cubicBezTo>
                    <a:pt x="878" y="1560"/>
                    <a:pt x="485" y="2347"/>
                    <a:pt x="787" y="2881"/>
                  </a:cubicBezTo>
                  <a:cubicBezTo>
                    <a:pt x="837" y="2976"/>
                    <a:pt x="903" y="3054"/>
                    <a:pt x="982" y="3092"/>
                  </a:cubicBezTo>
                  <a:cubicBezTo>
                    <a:pt x="734" y="3237"/>
                    <a:pt x="510" y="3473"/>
                    <a:pt x="340" y="3775"/>
                  </a:cubicBezTo>
                  <a:cubicBezTo>
                    <a:pt x="1" y="4441"/>
                    <a:pt x="92" y="5177"/>
                    <a:pt x="564" y="5426"/>
                  </a:cubicBezTo>
                  <a:cubicBezTo>
                    <a:pt x="774" y="5542"/>
                    <a:pt x="1010" y="5542"/>
                    <a:pt x="1259" y="5451"/>
                  </a:cubicBezTo>
                  <a:cubicBezTo>
                    <a:pt x="982" y="6093"/>
                    <a:pt x="1114" y="6763"/>
                    <a:pt x="1573" y="7024"/>
                  </a:cubicBezTo>
                  <a:cubicBezTo>
                    <a:pt x="2083" y="7313"/>
                    <a:pt x="2803" y="6998"/>
                    <a:pt x="3212" y="6329"/>
                  </a:cubicBezTo>
                  <a:cubicBezTo>
                    <a:pt x="3382" y="6527"/>
                    <a:pt x="3656" y="6671"/>
                    <a:pt x="3970" y="6722"/>
                  </a:cubicBezTo>
                  <a:cubicBezTo>
                    <a:pt x="3854" y="6775"/>
                    <a:pt x="3722" y="6829"/>
                    <a:pt x="3605" y="6892"/>
                  </a:cubicBezTo>
                  <a:cubicBezTo>
                    <a:pt x="2819" y="7338"/>
                    <a:pt x="2426" y="8137"/>
                    <a:pt x="2725" y="8662"/>
                  </a:cubicBezTo>
                  <a:cubicBezTo>
                    <a:pt x="2753" y="8728"/>
                    <a:pt x="2791" y="8766"/>
                    <a:pt x="2831" y="8807"/>
                  </a:cubicBezTo>
                  <a:cubicBezTo>
                    <a:pt x="2426" y="8820"/>
                    <a:pt x="1979" y="9134"/>
                    <a:pt x="1702" y="9631"/>
                  </a:cubicBezTo>
                  <a:cubicBezTo>
                    <a:pt x="1350" y="10301"/>
                    <a:pt x="1454" y="11034"/>
                    <a:pt x="1926" y="11282"/>
                  </a:cubicBezTo>
                  <a:cubicBezTo>
                    <a:pt x="2397" y="11531"/>
                    <a:pt x="3067" y="11204"/>
                    <a:pt x="3420" y="10549"/>
                  </a:cubicBezTo>
                  <a:cubicBezTo>
                    <a:pt x="3747" y="9933"/>
                    <a:pt x="3684" y="9250"/>
                    <a:pt x="3303" y="8964"/>
                  </a:cubicBezTo>
                  <a:cubicBezTo>
                    <a:pt x="3618" y="8936"/>
                    <a:pt x="4011" y="8741"/>
                    <a:pt x="4454" y="8492"/>
                  </a:cubicBezTo>
                  <a:cubicBezTo>
                    <a:pt x="5241" y="8046"/>
                    <a:pt x="5870" y="7599"/>
                    <a:pt x="5571" y="7065"/>
                  </a:cubicBezTo>
                  <a:cubicBezTo>
                    <a:pt x="5439" y="6841"/>
                    <a:pt x="5203" y="6697"/>
                    <a:pt x="4914" y="6630"/>
                  </a:cubicBezTo>
                  <a:cubicBezTo>
                    <a:pt x="5426" y="6448"/>
                    <a:pt x="5766" y="6042"/>
                    <a:pt x="5712" y="5621"/>
                  </a:cubicBezTo>
                  <a:cubicBezTo>
                    <a:pt x="5700" y="5517"/>
                    <a:pt x="5675" y="5413"/>
                    <a:pt x="5609" y="5319"/>
                  </a:cubicBezTo>
                  <a:cubicBezTo>
                    <a:pt x="5766" y="5294"/>
                    <a:pt x="5911" y="5228"/>
                    <a:pt x="6027" y="5124"/>
                  </a:cubicBezTo>
                  <a:cubicBezTo>
                    <a:pt x="6093" y="5058"/>
                    <a:pt x="6147" y="4979"/>
                    <a:pt x="6184" y="4901"/>
                  </a:cubicBezTo>
                  <a:cubicBezTo>
                    <a:pt x="5964" y="5492"/>
                    <a:pt x="6093" y="6080"/>
                    <a:pt x="6515" y="6303"/>
                  </a:cubicBezTo>
                  <a:cubicBezTo>
                    <a:pt x="6593" y="6341"/>
                    <a:pt x="6697" y="6369"/>
                    <a:pt x="6788" y="6382"/>
                  </a:cubicBezTo>
                  <a:lnTo>
                    <a:pt x="6788" y="6486"/>
                  </a:lnTo>
                  <a:cubicBezTo>
                    <a:pt x="6801" y="6684"/>
                    <a:pt x="6879" y="6854"/>
                    <a:pt x="7024" y="7011"/>
                  </a:cubicBezTo>
                  <a:cubicBezTo>
                    <a:pt x="6933" y="7115"/>
                    <a:pt x="6842" y="7247"/>
                    <a:pt x="6763" y="7379"/>
                  </a:cubicBezTo>
                  <a:cubicBezTo>
                    <a:pt x="6565" y="7744"/>
                    <a:pt x="6515" y="8137"/>
                    <a:pt x="6577" y="8464"/>
                  </a:cubicBezTo>
                  <a:cubicBezTo>
                    <a:pt x="6291" y="8099"/>
                    <a:pt x="5885" y="7914"/>
                    <a:pt x="5530" y="8033"/>
                  </a:cubicBezTo>
                  <a:cubicBezTo>
                    <a:pt x="5021" y="8203"/>
                    <a:pt x="4797" y="8911"/>
                    <a:pt x="5033" y="9618"/>
                  </a:cubicBezTo>
                  <a:cubicBezTo>
                    <a:pt x="5269" y="10326"/>
                    <a:pt x="5870" y="10773"/>
                    <a:pt x="6382" y="10603"/>
                  </a:cubicBezTo>
                  <a:cubicBezTo>
                    <a:pt x="6892" y="10430"/>
                    <a:pt x="7115" y="9722"/>
                    <a:pt x="6879" y="9002"/>
                  </a:cubicBezTo>
                  <a:cubicBezTo>
                    <a:pt x="6867" y="8989"/>
                    <a:pt x="6854" y="8964"/>
                    <a:pt x="6854" y="8936"/>
                  </a:cubicBezTo>
                  <a:cubicBezTo>
                    <a:pt x="6892" y="8977"/>
                    <a:pt x="6933" y="9002"/>
                    <a:pt x="6986" y="9030"/>
                  </a:cubicBezTo>
                  <a:cubicBezTo>
                    <a:pt x="7458" y="9279"/>
                    <a:pt x="8125" y="8952"/>
                    <a:pt x="8480" y="8294"/>
                  </a:cubicBezTo>
                  <a:cubicBezTo>
                    <a:pt x="8622" y="8021"/>
                    <a:pt x="8688" y="7731"/>
                    <a:pt x="8688" y="7470"/>
                  </a:cubicBezTo>
                  <a:cubicBezTo>
                    <a:pt x="9487" y="7351"/>
                    <a:pt x="10078" y="6841"/>
                    <a:pt x="10037" y="6278"/>
                  </a:cubicBezTo>
                  <a:cubicBezTo>
                    <a:pt x="10012" y="5674"/>
                    <a:pt x="9304" y="5633"/>
                    <a:pt x="8414" y="5687"/>
                  </a:cubicBezTo>
                  <a:close/>
                  <a:moveTo>
                    <a:pt x="2149" y="4482"/>
                  </a:moveTo>
                  <a:cubicBezTo>
                    <a:pt x="2385" y="3878"/>
                    <a:pt x="2268" y="3262"/>
                    <a:pt x="1834" y="3039"/>
                  </a:cubicBezTo>
                  <a:cubicBezTo>
                    <a:pt x="2045" y="2947"/>
                    <a:pt x="2281" y="2831"/>
                    <a:pt x="2517" y="2699"/>
                  </a:cubicBezTo>
                  <a:cubicBezTo>
                    <a:pt x="2935" y="2463"/>
                    <a:pt x="3316" y="2227"/>
                    <a:pt x="3527" y="1966"/>
                  </a:cubicBezTo>
                  <a:cubicBezTo>
                    <a:pt x="3212" y="2438"/>
                    <a:pt x="3171" y="2976"/>
                    <a:pt x="3473" y="3290"/>
                  </a:cubicBezTo>
                  <a:cubicBezTo>
                    <a:pt x="3589" y="3419"/>
                    <a:pt x="3762" y="3498"/>
                    <a:pt x="3945" y="3526"/>
                  </a:cubicBezTo>
                  <a:cubicBezTo>
                    <a:pt x="3841" y="3904"/>
                    <a:pt x="3983" y="4404"/>
                    <a:pt x="4351" y="4797"/>
                  </a:cubicBezTo>
                  <a:cubicBezTo>
                    <a:pt x="4325" y="4797"/>
                    <a:pt x="4297" y="4809"/>
                    <a:pt x="4259" y="4809"/>
                  </a:cubicBezTo>
                  <a:cubicBezTo>
                    <a:pt x="3945" y="4847"/>
                    <a:pt x="3656" y="4954"/>
                    <a:pt x="3448" y="5124"/>
                  </a:cubicBezTo>
                  <a:cubicBezTo>
                    <a:pt x="3382" y="4847"/>
                    <a:pt x="3237" y="4627"/>
                    <a:pt x="3014" y="4495"/>
                  </a:cubicBezTo>
                  <a:cubicBezTo>
                    <a:pt x="2765" y="4350"/>
                    <a:pt x="2451" y="4350"/>
                    <a:pt x="2149" y="4482"/>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1" name="Google Shape;2111;p35"/>
            <p:cNvSpPr/>
            <p:nvPr/>
          </p:nvSpPr>
          <p:spPr>
            <a:xfrm>
              <a:off x="4680971" y="4131778"/>
              <a:ext cx="222786" cy="127830"/>
            </a:xfrm>
            <a:custGeom>
              <a:rect b="b" l="l" r="r" t="t"/>
              <a:pathLst>
                <a:path extrusionOk="0" h="1917" w="3341">
                  <a:moveTo>
                    <a:pt x="1743" y="1863"/>
                  </a:moveTo>
                  <a:cubicBezTo>
                    <a:pt x="2633" y="1797"/>
                    <a:pt x="3341" y="1259"/>
                    <a:pt x="3303" y="642"/>
                  </a:cubicBezTo>
                  <a:cubicBezTo>
                    <a:pt x="3262" y="41"/>
                    <a:pt x="2554" y="1"/>
                    <a:pt x="1664" y="54"/>
                  </a:cubicBezTo>
                  <a:cubicBezTo>
                    <a:pt x="762" y="108"/>
                    <a:pt x="0" y="236"/>
                    <a:pt x="38" y="853"/>
                  </a:cubicBezTo>
                  <a:cubicBezTo>
                    <a:pt x="79" y="1457"/>
                    <a:pt x="840" y="1916"/>
                    <a:pt x="1743" y="186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2" name="Google Shape;2112;p35"/>
            <p:cNvSpPr/>
            <p:nvPr/>
          </p:nvSpPr>
          <p:spPr>
            <a:xfrm>
              <a:off x="4794667" y="4602963"/>
              <a:ext cx="187778" cy="130898"/>
            </a:xfrm>
            <a:custGeom>
              <a:rect b="b" l="l" r="r" t="t"/>
              <a:pathLst>
                <a:path extrusionOk="0" h="1963" w="2816">
                  <a:moveTo>
                    <a:pt x="1498" y="0"/>
                  </a:moveTo>
                  <a:cubicBezTo>
                    <a:pt x="1432" y="0"/>
                    <a:pt x="1364" y="4"/>
                    <a:pt x="1296" y="11"/>
                  </a:cubicBezTo>
                  <a:cubicBezTo>
                    <a:pt x="551" y="103"/>
                    <a:pt x="0" y="603"/>
                    <a:pt x="63" y="1140"/>
                  </a:cubicBezTo>
                  <a:cubicBezTo>
                    <a:pt x="123" y="1625"/>
                    <a:pt x="656" y="1963"/>
                    <a:pt x="1313" y="1963"/>
                  </a:cubicBezTo>
                  <a:cubicBezTo>
                    <a:pt x="1381" y="1963"/>
                    <a:pt x="1450" y="1959"/>
                    <a:pt x="1519" y="1952"/>
                  </a:cubicBezTo>
                  <a:cubicBezTo>
                    <a:pt x="2265" y="1861"/>
                    <a:pt x="2815" y="1361"/>
                    <a:pt x="2752" y="826"/>
                  </a:cubicBezTo>
                  <a:cubicBezTo>
                    <a:pt x="2692" y="338"/>
                    <a:pt x="2146" y="0"/>
                    <a:pt x="1498"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3" name="Google Shape;2113;p35"/>
            <p:cNvSpPr/>
            <p:nvPr/>
          </p:nvSpPr>
          <p:spPr>
            <a:xfrm>
              <a:off x="4804069" y="4363169"/>
              <a:ext cx="180243" cy="156037"/>
            </a:xfrm>
            <a:custGeom>
              <a:rect b="b" l="l" r="r" t="t"/>
              <a:pathLst>
                <a:path extrusionOk="0" h="2340" w="2703">
                  <a:moveTo>
                    <a:pt x="1737" y="1"/>
                  </a:moveTo>
                  <a:cubicBezTo>
                    <a:pt x="1397" y="1"/>
                    <a:pt x="1008" y="161"/>
                    <a:pt x="683" y="462"/>
                  </a:cubicBezTo>
                  <a:cubicBezTo>
                    <a:pt x="145" y="975"/>
                    <a:pt x="1" y="1708"/>
                    <a:pt x="369" y="2101"/>
                  </a:cubicBezTo>
                  <a:cubicBezTo>
                    <a:pt x="520" y="2262"/>
                    <a:pt x="732" y="2340"/>
                    <a:pt x="968" y="2340"/>
                  </a:cubicBezTo>
                  <a:cubicBezTo>
                    <a:pt x="1308" y="2340"/>
                    <a:pt x="1695" y="2180"/>
                    <a:pt x="2020" y="1877"/>
                  </a:cubicBezTo>
                  <a:cubicBezTo>
                    <a:pt x="2558" y="1368"/>
                    <a:pt x="2702" y="632"/>
                    <a:pt x="2334" y="239"/>
                  </a:cubicBezTo>
                  <a:cubicBezTo>
                    <a:pt x="2184" y="78"/>
                    <a:pt x="1972" y="1"/>
                    <a:pt x="173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4" name="Google Shape;2114;p35"/>
            <p:cNvSpPr/>
            <p:nvPr/>
          </p:nvSpPr>
          <p:spPr>
            <a:xfrm>
              <a:off x="4596216" y="4480266"/>
              <a:ext cx="161772" cy="170974"/>
            </a:xfrm>
            <a:custGeom>
              <a:rect b="b" l="l" r="r" t="t"/>
              <a:pathLst>
                <a:path extrusionOk="0" h="2564" w="2426">
                  <a:moveTo>
                    <a:pt x="1503" y="1"/>
                  </a:moveTo>
                  <a:cubicBezTo>
                    <a:pt x="1089" y="1"/>
                    <a:pt x="628" y="313"/>
                    <a:pt x="353" y="829"/>
                  </a:cubicBezTo>
                  <a:cubicBezTo>
                    <a:pt x="1" y="1486"/>
                    <a:pt x="105" y="2219"/>
                    <a:pt x="576" y="2480"/>
                  </a:cubicBezTo>
                  <a:cubicBezTo>
                    <a:pt x="683" y="2537"/>
                    <a:pt x="800" y="2563"/>
                    <a:pt x="921" y="2563"/>
                  </a:cubicBezTo>
                  <a:cubicBezTo>
                    <a:pt x="1335" y="2563"/>
                    <a:pt x="1798" y="2251"/>
                    <a:pt x="2070" y="1735"/>
                  </a:cubicBezTo>
                  <a:cubicBezTo>
                    <a:pt x="2426" y="1078"/>
                    <a:pt x="2319" y="345"/>
                    <a:pt x="1847" y="84"/>
                  </a:cubicBezTo>
                  <a:cubicBezTo>
                    <a:pt x="1740" y="27"/>
                    <a:pt x="1623" y="1"/>
                    <a:pt x="1503"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5" name="Google Shape;2115;p35"/>
            <p:cNvSpPr/>
            <p:nvPr/>
          </p:nvSpPr>
          <p:spPr>
            <a:xfrm>
              <a:off x="5024325" y="4720526"/>
              <a:ext cx="161772" cy="171041"/>
            </a:xfrm>
            <a:custGeom>
              <a:rect b="b" l="l" r="r" t="t"/>
              <a:pathLst>
                <a:path extrusionOk="0" h="2565" w="2426">
                  <a:moveTo>
                    <a:pt x="1504" y="1"/>
                  </a:moveTo>
                  <a:cubicBezTo>
                    <a:pt x="1090" y="1"/>
                    <a:pt x="628" y="315"/>
                    <a:pt x="356" y="831"/>
                  </a:cubicBezTo>
                  <a:cubicBezTo>
                    <a:pt x="0" y="1485"/>
                    <a:pt x="107" y="2221"/>
                    <a:pt x="579" y="2482"/>
                  </a:cubicBezTo>
                  <a:cubicBezTo>
                    <a:pt x="686" y="2538"/>
                    <a:pt x="802" y="2565"/>
                    <a:pt x="923" y="2565"/>
                  </a:cubicBezTo>
                  <a:cubicBezTo>
                    <a:pt x="1337" y="2565"/>
                    <a:pt x="1798" y="2252"/>
                    <a:pt x="2073" y="1736"/>
                  </a:cubicBezTo>
                  <a:cubicBezTo>
                    <a:pt x="2425" y="1079"/>
                    <a:pt x="2321" y="346"/>
                    <a:pt x="1850" y="85"/>
                  </a:cubicBezTo>
                  <a:cubicBezTo>
                    <a:pt x="1742" y="28"/>
                    <a:pt x="1625" y="1"/>
                    <a:pt x="150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6" name="Google Shape;2116;p35"/>
            <p:cNvSpPr/>
            <p:nvPr/>
          </p:nvSpPr>
          <p:spPr>
            <a:xfrm>
              <a:off x="4992850" y="4538814"/>
              <a:ext cx="160905" cy="170507"/>
            </a:xfrm>
            <a:custGeom>
              <a:rect b="b" l="l" r="r" t="t"/>
              <a:pathLst>
                <a:path extrusionOk="0" h="2557" w="2413">
                  <a:moveTo>
                    <a:pt x="1504" y="0"/>
                  </a:moveTo>
                  <a:cubicBezTo>
                    <a:pt x="1090" y="0"/>
                    <a:pt x="628" y="310"/>
                    <a:pt x="356" y="816"/>
                  </a:cubicBezTo>
                  <a:cubicBezTo>
                    <a:pt x="0" y="1486"/>
                    <a:pt x="95" y="2219"/>
                    <a:pt x="579" y="2467"/>
                  </a:cubicBezTo>
                  <a:cubicBezTo>
                    <a:pt x="688" y="2528"/>
                    <a:pt x="807" y="2557"/>
                    <a:pt x="930" y="2557"/>
                  </a:cubicBezTo>
                  <a:cubicBezTo>
                    <a:pt x="1342" y="2557"/>
                    <a:pt x="1800" y="2238"/>
                    <a:pt x="2073" y="1734"/>
                  </a:cubicBezTo>
                  <a:cubicBezTo>
                    <a:pt x="2413" y="1080"/>
                    <a:pt x="2322" y="332"/>
                    <a:pt x="1850" y="83"/>
                  </a:cubicBezTo>
                  <a:cubicBezTo>
                    <a:pt x="1743" y="27"/>
                    <a:pt x="1625" y="0"/>
                    <a:pt x="150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7" name="Google Shape;2117;p35"/>
            <p:cNvSpPr/>
            <p:nvPr/>
          </p:nvSpPr>
          <p:spPr>
            <a:xfrm>
              <a:off x="4687039" y="4870831"/>
              <a:ext cx="161772" cy="171107"/>
            </a:xfrm>
            <a:custGeom>
              <a:rect b="b" l="l" r="r" t="t"/>
              <a:pathLst>
                <a:path extrusionOk="0" h="2566" w="2426">
                  <a:moveTo>
                    <a:pt x="1505" y="0"/>
                  </a:moveTo>
                  <a:cubicBezTo>
                    <a:pt x="1091" y="0"/>
                    <a:pt x="629" y="313"/>
                    <a:pt x="356" y="832"/>
                  </a:cubicBezTo>
                  <a:cubicBezTo>
                    <a:pt x="1" y="1486"/>
                    <a:pt x="104" y="2219"/>
                    <a:pt x="576" y="2483"/>
                  </a:cubicBezTo>
                  <a:cubicBezTo>
                    <a:pt x="683" y="2539"/>
                    <a:pt x="800" y="2566"/>
                    <a:pt x="921" y="2566"/>
                  </a:cubicBezTo>
                  <a:cubicBezTo>
                    <a:pt x="1335" y="2566"/>
                    <a:pt x="1798" y="2253"/>
                    <a:pt x="2070" y="1734"/>
                  </a:cubicBezTo>
                  <a:cubicBezTo>
                    <a:pt x="2426" y="1080"/>
                    <a:pt x="2322" y="347"/>
                    <a:pt x="1850" y="83"/>
                  </a:cubicBezTo>
                  <a:cubicBezTo>
                    <a:pt x="1743" y="27"/>
                    <a:pt x="1626" y="0"/>
                    <a:pt x="150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8" name="Google Shape;2118;p35"/>
            <p:cNvSpPr/>
            <p:nvPr/>
          </p:nvSpPr>
          <p:spPr>
            <a:xfrm>
              <a:off x="4531400" y="3967469"/>
              <a:ext cx="148769" cy="180443"/>
            </a:xfrm>
            <a:custGeom>
              <a:rect b="b" l="l" r="r" t="t"/>
              <a:pathLst>
                <a:path extrusionOk="0" h="2706" w="2231">
                  <a:moveTo>
                    <a:pt x="1326" y="1"/>
                  </a:moveTo>
                  <a:cubicBezTo>
                    <a:pt x="876" y="1"/>
                    <a:pt x="408" y="444"/>
                    <a:pt x="212" y="1090"/>
                  </a:cubicBezTo>
                  <a:cubicBezTo>
                    <a:pt x="1" y="1823"/>
                    <a:pt x="224" y="2531"/>
                    <a:pt x="724" y="2675"/>
                  </a:cubicBezTo>
                  <a:cubicBezTo>
                    <a:pt x="788" y="2695"/>
                    <a:pt x="853" y="2705"/>
                    <a:pt x="918" y="2705"/>
                  </a:cubicBezTo>
                  <a:cubicBezTo>
                    <a:pt x="1362" y="2705"/>
                    <a:pt x="1824" y="2256"/>
                    <a:pt x="2008" y="1628"/>
                  </a:cubicBezTo>
                  <a:cubicBezTo>
                    <a:pt x="2231" y="892"/>
                    <a:pt x="1995" y="184"/>
                    <a:pt x="1511" y="27"/>
                  </a:cubicBezTo>
                  <a:cubicBezTo>
                    <a:pt x="1450" y="9"/>
                    <a:pt x="1388" y="1"/>
                    <a:pt x="132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9" name="Google Shape;2119;p35"/>
            <p:cNvSpPr/>
            <p:nvPr/>
          </p:nvSpPr>
          <p:spPr>
            <a:xfrm>
              <a:off x="4577745" y="3983273"/>
              <a:ext cx="50012" cy="138099"/>
            </a:xfrm>
            <a:custGeom>
              <a:rect b="b" l="l" r="r" t="t"/>
              <a:pathLst>
                <a:path extrusionOk="0" h="2071" w="750">
                  <a:moveTo>
                    <a:pt x="737" y="1"/>
                  </a:moveTo>
                  <a:cubicBezTo>
                    <a:pt x="750" y="13"/>
                    <a:pt x="709" y="54"/>
                    <a:pt x="658" y="117"/>
                  </a:cubicBezTo>
                  <a:cubicBezTo>
                    <a:pt x="592" y="196"/>
                    <a:pt x="526" y="290"/>
                    <a:pt x="485" y="419"/>
                  </a:cubicBezTo>
                  <a:cubicBezTo>
                    <a:pt x="435" y="551"/>
                    <a:pt x="407" y="696"/>
                    <a:pt x="407" y="841"/>
                  </a:cubicBezTo>
                  <a:cubicBezTo>
                    <a:pt x="422" y="970"/>
                    <a:pt x="473" y="1114"/>
                    <a:pt x="501" y="1246"/>
                  </a:cubicBezTo>
                  <a:cubicBezTo>
                    <a:pt x="539" y="1391"/>
                    <a:pt x="551" y="1548"/>
                    <a:pt x="514" y="1677"/>
                  </a:cubicBezTo>
                  <a:cubicBezTo>
                    <a:pt x="501" y="1756"/>
                    <a:pt x="473" y="1822"/>
                    <a:pt x="435" y="1875"/>
                  </a:cubicBezTo>
                  <a:cubicBezTo>
                    <a:pt x="394" y="1926"/>
                    <a:pt x="356" y="1979"/>
                    <a:pt x="303" y="2004"/>
                  </a:cubicBezTo>
                  <a:cubicBezTo>
                    <a:pt x="212" y="2058"/>
                    <a:pt x="121" y="2070"/>
                    <a:pt x="67" y="2058"/>
                  </a:cubicBezTo>
                  <a:cubicBezTo>
                    <a:pt x="14" y="2033"/>
                    <a:pt x="1" y="2004"/>
                    <a:pt x="1" y="1992"/>
                  </a:cubicBezTo>
                  <a:cubicBezTo>
                    <a:pt x="14" y="1954"/>
                    <a:pt x="108" y="1967"/>
                    <a:pt x="212" y="1875"/>
                  </a:cubicBezTo>
                  <a:cubicBezTo>
                    <a:pt x="265" y="1822"/>
                    <a:pt x="303" y="1756"/>
                    <a:pt x="316" y="1652"/>
                  </a:cubicBezTo>
                  <a:cubicBezTo>
                    <a:pt x="328" y="1561"/>
                    <a:pt x="316" y="1441"/>
                    <a:pt x="290" y="1312"/>
                  </a:cubicBezTo>
                  <a:cubicBezTo>
                    <a:pt x="265" y="1193"/>
                    <a:pt x="224" y="1036"/>
                    <a:pt x="224" y="853"/>
                  </a:cubicBezTo>
                  <a:cubicBezTo>
                    <a:pt x="224" y="668"/>
                    <a:pt x="278" y="498"/>
                    <a:pt x="356" y="353"/>
                  </a:cubicBezTo>
                  <a:cubicBezTo>
                    <a:pt x="435" y="224"/>
                    <a:pt x="539" y="117"/>
                    <a:pt x="605" y="67"/>
                  </a:cubicBezTo>
                  <a:cubicBezTo>
                    <a:pt x="684" y="13"/>
                    <a:pt x="737" y="1"/>
                    <a:pt x="737"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0" name="Google Shape;2120;p35"/>
            <p:cNvSpPr/>
            <p:nvPr/>
          </p:nvSpPr>
          <p:spPr>
            <a:xfrm>
              <a:off x="4783130" y="4981993"/>
              <a:ext cx="205582" cy="161505"/>
            </a:xfrm>
            <a:custGeom>
              <a:rect b="b" l="l" r="r" t="t"/>
              <a:pathLst>
                <a:path extrusionOk="0" h="2422" w="3083">
                  <a:moveTo>
                    <a:pt x="1915" y="0"/>
                  </a:moveTo>
                  <a:cubicBezTo>
                    <a:pt x="1600" y="0"/>
                    <a:pt x="1250" y="105"/>
                    <a:pt x="931" y="316"/>
                  </a:cubicBezTo>
                  <a:cubicBezTo>
                    <a:pt x="264" y="775"/>
                    <a:pt x="0" y="1549"/>
                    <a:pt x="343" y="2033"/>
                  </a:cubicBezTo>
                  <a:cubicBezTo>
                    <a:pt x="516" y="2289"/>
                    <a:pt x="824" y="2421"/>
                    <a:pt x="1175" y="2421"/>
                  </a:cubicBezTo>
                  <a:cubicBezTo>
                    <a:pt x="1488" y="2421"/>
                    <a:pt x="1835" y="2316"/>
                    <a:pt x="2152" y="2099"/>
                  </a:cubicBezTo>
                  <a:cubicBezTo>
                    <a:pt x="2818" y="1640"/>
                    <a:pt x="3082" y="882"/>
                    <a:pt x="2740" y="382"/>
                  </a:cubicBezTo>
                  <a:cubicBezTo>
                    <a:pt x="2568" y="128"/>
                    <a:pt x="2263" y="0"/>
                    <a:pt x="191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1" name="Google Shape;2121;p35"/>
            <p:cNvSpPr/>
            <p:nvPr/>
          </p:nvSpPr>
          <p:spPr>
            <a:xfrm>
              <a:off x="4823407" y="5012667"/>
              <a:ext cx="129431" cy="94422"/>
            </a:xfrm>
            <a:custGeom>
              <a:rect b="b" l="l" r="r" t="t"/>
              <a:pathLst>
                <a:path extrusionOk="0" h="1416" w="1941">
                  <a:moveTo>
                    <a:pt x="1941" y="54"/>
                  </a:moveTo>
                  <a:cubicBezTo>
                    <a:pt x="1941" y="67"/>
                    <a:pt x="1887" y="67"/>
                    <a:pt x="1796" y="92"/>
                  </a:cubicBezTo>
                  <a:cubicBezTo>
                    <a:pt x="1705" y="107"/>
                    <a:pt x="1573" y="145"/>
                    <a:pt x="1441" y="211"/>
                  </a:cubicBezTo>
                  <a:cubicBezTo>
                    <a:pt x="1324" y="277"/>
                    <a:pt x="1205" y="381"/>
                    <a:pt x="1126" y="513"/>
                  </a:cubicBezTo>
                  <a:cubicBezTo>
                    <a:pt x="1035" y="630"/>
                    <a:pt x="985" y="787"/>
                    <a:pt x="931" y="919"/>
                  </a:cubicBezTo>
                  <a:cubicBezTo>
                    <a:pt x="865" y="1064"/>
                    <a:pt x="774" y="1208"/>
                    <a:pt x="654" y="1299"/>
                  </a:cubicBezTo>
                  <a:cubicBezTo>
                    <a:pt x="591" y="1350"/>
                    <a:pt x="525" y="1378"/>
                    <a:pt x="459" y="1403"/>
                  </a:cubicBezTo>
                  <a:cubicBezTo>
                    <a:pt x="393" y="1416"/>
                    <a:pt x="327" y="1416"/>
                    <a:pt x="261" y="1416"/>
                  </a:cubicBezTo>
                  <a:cubicBezTo>
                    <a:pt x="145" y="1391"/>
                    <a:pt x="66" y="1337"/>
                    <a:pt x="25" y="1287"/>
                  </a:cubicBezTo>
                  <a:cubicBezTo>
                    <a:pt x="0" y="1221"/>
                    <a:pt x="0" y="1180"/>
                    <a:pt x="13" y="1180"/>
                  </a:cubicBezTo>
                  <a:cubicBezTo>
                    <a:pt x="54" y="1155"/>
                    <a:pt x="120" y="1246"/>
                    <a:pt x="277" y="1233"/>
                  </a:cubicBezTo>
                  <a:cubicBezTo>
                    <a:pt x="340" y="1221"/>
                    <a:pt x="418" y="1193"/>
                    <a:pt x="497" y="1130"/>
                  </a:cubicBezTo>
                  <a:cubicBezTo>
                    <a:pt x="576" y="1051"/>
                    <a:pt x="642" y="944"/>
                    <a:pt x="695" y="828"/>
                  </a:cubicBezTo>
                  <a:cubicBezTo>
                    <a:pt x="761" y="696"/>
                    <a:pt x="827" y="538"/>
                    <a:pt x="944" y="381"/>
                  </a:cubicBezTo>
                  <a:cubicBezTo>
                    <a:pt x="1063" y="224"/>
                    <a:pt x="1220" y="120"/>
                    <a:pt x="1378" y="67"/>
                  </a:cubicBezTo>
                  <a:cubicBezTo>
                    <a:pt x="1535" y="0"/>
                    <a:pt x="1692" y="0"/>
                    <a:pt x="1783" y="13"/>
                  </a:cubicBezTo>
                  <a:cubicBezTo>
                    <a:pt x="1887" y="13"/>
                    <a:pt x="1941" y="41"/>
                    <a:pt x="1941"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2" name="Google Shape;2122;p35"/>
            <p:cNvSpPr/>
            <p:nvPr/>
          </p:nvSpPr>
          <p:spPr>
            <a:xfrm>
              <a:off x="4447512" y="4294285"/>
              <a:ext cx="154837" cy="187178"/>
            </a:xfrm>
            <a:custGeom>
              <a:rect b="b" l="l" r="r" t="t"/>
              <a:pathLst>
                <a:path extrusionOk="0" h="2807" w="2322">
                  <a:moveTo>
                    <a:pt x="1454" y="1"/>
                  </a:moveTo>
                  <a:cubicBezTo>
                    <a:pt x="1015" y="1"/>
                    <a:pt x="524" y="428"/>
                    <a:pt x="278" y="1064"/>
                  </a:cubicBezTo>
                  <a:cubicBezTo>
                    <a:pt x="1" y="1822"/>
                    <a:pt x="158" y="2583"/>
                    <a:pt x="646" y="2766"/>
                  </a:cubicBezTo>
                  <a:cubicBezTo>
                    <a:pt x="718" y="2794"/>
                    <a:pt x="794" y="2807"/>
                    <a:pt x="871" y="2807"/>
                  </a:cubicBezTo>
                  <a:cubicBezTo>
                    <a:pt x="1307" y="2807"/>
                    <a:pt x="1789" y="2378"/>
                    <a:pt x="2033" y="1731"/>
                  </a:cubicBezTo>
                  <a:cubicBezTo>
                    <a:pt x="2322" y="986"/>
                    <a:pt x="2165" y="224"/>
                    <a:pt x="1680" y="42"/>
                  </a:cubicBezTo>
                  <a:cubicBezTo>
                    <a:pt x="1608" y="14"/>
                    <a:pt x="1532" y="1"/>
                    <a:pt x="145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3" name="Google Shape;2123;p35"/>
            <p:cNvSpPr/>
            <p:nvPr/>
          </p:nvSpPr>
          <p:spPr>
            <a:xfrm>
              <a:off x="4483388" y="4298753"/>
              <a:ext cx="76218" cy="166973"/>
            </a:xfrm>
            <a:custGeom>
              <a:rect b="b" l="l" r="r" t="t"/>
              <a:pathLst>
                <a:path extrusionOk="0" h="2504" w="1143">
                  <a:moveTo>
                    <a:pt x="199" y="2491"/>
                  </a:moveTo>
                  <a:cubicBezTo>
                    <a:pt x="186" y="2504"/>
                    <a:pt x="145" y="2450"/>
                    <a:pt x="92" y="2347"/>
                  </a:cubicBezTo>
                  <a:cubicBezTo>
                    <a:pt x="42" y="2243"/>
                    <a:pt x="1" y="2085"/>
                    <a:pt x="13" y="1900"/>
                  </a:cubicBezTo>
                  <a:cubicBezTo>
                    <a:pt x="13" y="1796"/>
                    <a:pt x="42" y="1705"/>
                    <a:pt x="79" y="1598"/>
                  </a:cubicBezTo>
                  <a:cubicBezTo>
                    <a:pt x="92" y="1560"/>
                    <a:pt x="120" y="1507"/>
                    <a:pt x="170" y="1456"/>
                  </a:cubicBezTo>
                  <a:cubicBezTo>
                    <a:pt x="224" y="1403"/>
                    <a:pt x="277" y="1378"/>
                    <a:pt x="315" y="1349"/>
                  </a:cubicBezTo>
                  <a:cubicBezTo>
                    <a:pt x="369" y="1337"/>
                    <a:pt x="406" y="1324"/>
                    <a:pt x="435" y="1299"/>
                  </a:cubicBezTo>
                  <a:cubicBezTo>
                    <a:pt x="472" y="1271"/>
                    <a:pt x="513" y="1258"/>
                    <a:pt x="538" y="1233"/>
                  </a:cubicBezTo>
                  <a:cubicBezTo>
                    <a:pt x="605" y="1180"/>
                    <a:pt x="658" y="1126"/>
                    <a:pt x="708" y="1063"/>
                  </a:cubicBezTo>
                  <a:cubicBezTo>
                    <a:pt x="894" y="827"/>
                    <a:pt x="932" y="551"/>
                    <a:pt x="919" y="356"/>
                  </a:cubicBezTo>
                  <a:cubicBezTo>
                    <a:pt x="906" y="157"/>
                    <a:pt x="853" y="41"/>
                    <a:pt x="878" y="13"/>
                  </a:cubicBezTo>
                  <a:cubicBezTo>
                    <a:pt x="906" y="0"/>
                    <a:pt x="932" y="25"/>
                    <a:pt x="973" y="79"/>
                  </a:cubicBezTo>
                  <a:cubicBezTo>
                    <a:pt x="1010" y="120"/>
                    <a:pt x="1064" y="211"/>
                    <a:pt x="1089" y="315"/>
                  </a:cubicBezTo>
                  <a:cubicBezTo>
                    <a:pt x="1130" y="434"/>
                    <a:pt x="1142" y="576"/>
                    <a:pt x="1114" y="733"/>
                  </a:cubicBezTo>
                  <a:cubicBezTo>
                    <a:pt x="1089" y="890"/>
                    <a:pt x="1023" y="1063"/>
                    <a:pt x="906" y="1221"/>
                  </a:cubicBezTo>
                  <a:cubicBezTo>
                    <a:pt x="840" y="1283"/>
                    <a:pt x="774" y="1349"/>
                    <a:pt x="683" y="1416"/>
                  </a:cubicBezTo>
                  <a:cubicBezTo>
                    <a:pt x="642" y="1441"/>
                    <a:pt x="605" y="1469"/>
                    <a:pt x="551" y="1494"/>
                  </a:cubicBezTo>
                  <a:cubicBezTo>
                    <a:pt x="513" y="1519"/>
                    <a:pt x="447" y="1548"/>
                    <a:pt x="406" y="1560"/>
                  </a:cubicBezTo>
                  <a:cubicBezTo>
                    <a:pt x="369" y="1573"/>
                    <a:pt x="328" y="1585"/>
                    <a:pt x="315" y="1598"/>
                  </a:cubicBezTo>
                  <a:cubicBezTo>
                    <a:pt x="290" y="1626"/>
                    <a:pt x="265" y="1651"/>
                    <a:pt x="249" y="1677"/>
                  </a:cubicBezTo>
                  <a:cubicBezTo>
                    <a:pt x="211" y="1755"/>
                    <a:pt x="186" y="1834"/>
                    <a:pt x="170" y="1912"/>
                  </a:cubicBezTo>
                  <a:cubicBezTo>
                    <a:pt x="133" y="2070"/>
                    <a:pt x="145" y="2214"/>
                    <a:pt x="170" y="2321"/>
                  </a:cubicBezTo>
                  <a:cubicBezTo>
                    <a:pt x="186" y="2425"/>
                    <a:pt x="211" y="2491"/>
                    <a:pt x="199" y="249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4" name="Google Shape;2124;p35"/>
            <p:cNvSpPr/>
            <p:nvPr/>
          </p:nvSpPr>
          <p:spPr>
            <a:xfrm>
              <a:off x="4376828" y="4110639"/>
              <a:ext cx="145234" cy="145368"/>
            </a:xfrm>
            <a:custGeom>
              <a:rect b="b" l="l" r="r" t="t"/>
              <a:pathLst>
                <a:path extrusionOk="0" h="2180" w="2178">
                  <a:moveTo>
                    <a:pt x="818" y="1"/>
                  </a:moveTo>
                  <a:cubicBezTo>
                    <a:pt x="674" y="1"/>
                    <a:pt x="537" y="40"/>
                    <a:pt x="419" y="123"/>
                  </a:cubicBezTo>
                  <a:cubicBezTo>
                    <a:pt x="26" y="396"/>
                    <a:pt x="1" y="1054"/>
                    <a:pt x="381" y="1588"/>
                  </a:cubicBezTo>
                  <a:cubicBezTo>
                    <a:pt x="639" y="1959"/>
                    <a:pt x="1022" y="2180"/>
                    <a:pt x="1364" y="2180"/>
                  </a:cubicBezTo>
                  <a:cubicBezTo>
                    <a:pt x="1506" y="2180"/>
                    <a:pt x="1640" y="2141"/>
                    <a:pt x="1756" y="2060"/>
                  </a:cubicBezTo>
                  <a:cubicBezTo>
                    <a:pt x="2149" y="1786"/>
                    <a:pt x="2177" y="1132"/>
                    <a:pt x="1797" y="594"/>
                  </a:cubicBezTo>
                  <a:cubicBezTo>
                    <a:pt x="1539" y="217"/>
                    <a:pt x="1158" y="1"/>
                    <a:pt x="818"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5" name="Google Shape;2125;p35"/>
            <p:cNvSpPr/>
            <p:nvPr/>
          </p:nvSpPr>
          <p:spPr>
            <a:xfrm>
              <a:off x="4407502" y="4125709"/>
              <a:ext cx="92555" cy="105758"/>
            </a:xfrm>
            <a:custGeom>
              <a:rect b="b" l="l" r="r" t="t"/>
              <a:pathLst>
                <a:path extrusionOk="0" h="1586" w="1388">
                  <a:moveTo>
                    <a:pt x="116" y="0"/>
                  </a:moveTo>
                  <a:cubicBezTo>
                    <a:pt x="129" y="0"/>
                    <a:pt x="129" y="54"/>
                    <a:pt x="129" y="145"/>
                  </a:cubicBezTo>
                  <a:cubicBezTo>
                    <a:pt x="129" y="224"/>
                    <a:pt x="129" y="340"/>
                    <a:pt x="170" y="460"/>
                  </a:cubicBezTo>
                  <a:cubicBezTo>
                    <a:pt x="208" y="576"/>
                    <a:pt x="302" y="683"/>
                    <a:pt x="406" y="733"/>
                  </a:cubicBezTo>
                  <a:cubicBezTo>
                    <a:pt x="444" y="762"/>
                    <a:pt x="497" y="762"/>
                    <a:pt x="576" y="762"/>
                  </a:cubicBezTo>
                  <a:cubicBezTo>
                    <a:pt x="642" y="774"/>
                    <a:pt x="720" y="774"/>
                    <a:pt x="799" y="787"/>
                  </a:cubicBezTo>
                  <a:cubicBezTo>
                    <a:pt x="944" y="828"/>
                    <a:pt x="1073" y="906"/>
                    <a:pt x="1167" y="985"/>
                  </a:cubicBezTo>
                  <a:cubicBezTo>
                    <a:pt x="1217" y="1035"/>
                    <a:pt x="1258" y="1076"/>
                    <a:pt x="1296" y="1126"/>
                  </a:cubicBezTo>
                  <a:cubicBezTo>
                    <a:pt x="1324" y="1180"/>
                    <a:pt x="1349" y="1233"/>
                    <a:pt x="1362" y="1284"/>
                  </a:cubicBezTo>
                  <a:cubicBezTo>
                    <a:pt x="1387" y="1378"/>
                    <a:pt x="1375" y="1482"/>
                    <a:pt x="1337" y="1535"/>
                  </a:cubicBezTo>
                  <a:cubicBezTo>
                    <a:pt x="1296" y="1573"/>
                    <a:pt x="1258" y="1586"/>
                    <a:pt x="1246" y="1573"/>
                  </a:cubicBezTo>
                  <a:cubicBezTo>
                    <a:pt x="1230" y="1560"/>
                    <a:pt x="1230" y="1535"/>
                    <a:pt x="1230" y="1494"/>
                  </a:cubicBezTo>
                  <a:cubicBezTo>
                    <a:pt x="1230" y="1457"/>
                    <a:pt x="1230" y="1416"/>
                    <a:pt x="1192" y="1350"/>
                  </a:cubicBezTo>
                  <a:cubicBezTo>
                    <a:pt x="1167" y="1284"/>
                    <a:pt x="1101" y="1233"/>
                    <a:pt x="1022" y="1167"/>
                  </a:cubicBezTo>
                  <a:cubicBezTo>
                    <a:pt x="944" y="1114"/>
                    <a:pt x="852" y="1063"/>
                    <a:pt x="733" y="1035"/>
                  </a:cubicBezTo>
                  <a:cubicBezTo>
                    <a:pt x="679" y="1023"/>
                    <a:pt x="629" y="1010"/>
                    <a:pt x="550" y="997"/>
                  </a:cubicBezTo>
                  <a:cubicBezTo>
                    <a:pt x="510" y="997"/>
                    <a:pt x="472" y="997"/>
                    <a:pt x="431" y="985"/>
                  </a:cubicBezTo>
                  <a:cubicBezTo>
                    <a:pt x="381" y="969"/>
                    <a:pt x="340" y="957"/>
                    <a:pt x="302" y="931"/>
                  </a:cubicBezTo>
                  <a:cubicBezTo>
                    <a:pt x="129" y="828"/>
                    <a:pt x="38" y="655"/>
                    <a:pt x="25" y="497"/>
                  </a:cubicBezTo>
                  <a:cubicBezTo>
                    <a:pt x="0" y="340"/>
                    <a:pt x="25" y="211"/>
                    <a:pt x="50" y="132"/>
                  </a:cubicBezTo>
                  <a:cubicBezTo>
                    <a:pt x="79" y="41"/>
                    <a:pt x="104" y="0"/>
                    <a:pt x="116"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6" name="Google Shape;2126;p35"/>
            <p:cNvSpPr/>
            <p:nvPr/>
          </p:nvSpPr>
          <p:spPr>
            <a:xfrm>
              <a:off x="5047197" y="4661178"/>
              <a:ext cx="221919" cy="121962"/>
            </a:xfrm>
            <a:custGeom>
              <a:rect b="b" l="l" r="r" t="t"/>
              <a:pathLst>
                <a:path extrusionOk="0" h="1829" w="3328">
                  <a:moveTo>
                    <a:pt x="2135" y="0"/>
                  </a:moveTo>
                  <a:cubicBezTo>
                    <a:pt x="1983" y="0"/>
                    <a:pt x="1821" y="6"/>
                    <a:pt x="1651" y="16"/>
                  </a:cubicBezTo>
                  <a:cubicBezTo>
                    <a:pt x="758" y="82"/>
                    <a:pt x="0" y="201"/>
                    <a:pt x="38" y="818"/>
                  </a:cubicBezTo>
                  <a:cubicBezTo>
                    <a:pt x="76" y="1398"/>
                    <a:pt x="756" y="1829"/>
                    <a:pt x="1585" y="1829"/>
                  </a:cubicBezTo>
                  <a:cubicBezTo>
                    <a:pt x="1633" y="1829"/>
                    <a:pt x="1681" y="1827"/>
                    <a:pt x="1730" y="1824"/>
                  </a:cubicBezTo>
                  <a:cubicBezTo>
                    <a:pt x="2633" y="1774"/>
                    <a:pt x="3328" y="1224"/>
                    <a:pt x="3290" y="620"/>
                  </a:cubicBezTo>
                  <a:cubicBezTo>
                    <a:pt x="3257" y="119"/>
                    <a:pt x="2792" y="0"/>
                    <a:pt x="213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7" name="Google Shape;2127;p35"/>
            <p:cNvSpPr/>
            <p:nvPr/>
          </p:nvSpPr>
          <p:spPr>
            <a:xfrm>
              <a:off x="5065402" y="4685918"/>
              <a:ext cx="178376" cy="29807"/>
            </a:xfrm>
            <a:custGeom>
              <a:rect b="b" l="l" r="r" t="t"/>
              <a:pathLst>
                <a:path extrusionOk="0" h="447" w="2675">
                  <a:moveTo>
                    <a:pt x="13" y="158"/>
                  </a:moveTo>
                  <a:cubicBezTo>
                    <a:pt x="13" y="145"/>
                    <a:pt x="79" y="183"/>
                    <a:pt x="170" y="195"/>
                  </a:cubicBezTo>
                  <a:cubicBezTo>
                    <a:pt x="265" y="224"/>
                    <a:pt x="394" y="236"/>
                    <a:pt x="564" y="236"/>
                  </a:cubicBezTo>
                  <a:cubicBezTo>
                    <a:pt x="878" y="236"/>
                    <a:pt x="1259" y="211"/>
                    <a:pt x="1561" y="170"/>
                  </a:cubicBezTo>
                  <a:cubicBezTo>
                    <a:pt x="2165" y="104"/>
                    <a:pt x="2636" y="0"/>
                    <a:pt x="2662" y="79"/>
                  </a:cubicBezTo>
                  <a:cubicBezTo>
                    <a:pt x="2674" y="117"/>
                    <a:pt x="2570" y="183"/>
                    <a:pt x="2372" y="249"/>
                  </a:cubicBezTo>
                  <a:cubicBezTo>
                    <a:pt x="2190" y="315"/>
                    <a:pt x="1916" y="381"/>
                    <a:pt x="1586" y="419"/>
                  </a:cubicBezTo>
                  <a:cubicBezTo>
                    <a:pt x="1287" y="447"/>
                    <a:pt x="878" y="447"/>
                    <a:pt x="551" y="393"/>
                  </a:cubicBezTo>
                  <a:cubicBezTo>
                    <a:pt x="381" y="368"/>
                    <a:pt x="237" y="327"/>
                    <a:pt x="145" y="274"/>
                  </a:cubicBezTo>
                  <a:cubicBezTo>
                    <a:pt x="42" y="224"/>
                    <a:pt x="1" y="170"/>
                    <a:pt x="13" y="158"/>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8" name="Google Shape;2128;p35"/>
            <p:cNvSpPr/>
            <p:nvPr/>
          </p:nvSpPr>
          <p:spPr>
            <a:xfrm>
              <a:off x="4916897" y="4816284"/>
              <a:ext cx="153837" cy="176242"/>
            </a:xfrm>
            <a:custGeom>
              <a:rect b="b" l="l" r="r" t="t"/>
              <a:pathLst>
                <a:path extrusionOk="0" h="2643" w="2307">
                  <a:moveTo>
                    <a:pt x="955" y="0"/>
                  </a:moveTo>
                  <a:cubicBezTo>
                    <a:pt x="880" y="0"/>
                    <a:pt x="806" y="12"/>
                    <a:pt x="734" y="36"/>
                  </a:cubicBezTo>
                  <a:cubicBezTo>
                    <a:pt x="224" y="206"/>
                    <a:pt x="1" y="914"/>
                    <a:pt x="237" y="1621"/>
                  </a:cubicBezTo>
                  <a:cubicBezTo>
                    <a:pt x="438" y="2238"/>
                    <a:pt x="907" y="2643"/>
                    <a:pt x="1357" y="2643"/>
                  </a:cubicBezTo>
                  <a:cubicBezTo>
                    <a:pt x="1434" y="2643"/>
                    <a:pt x="1511" y="2631"/>
                    <a:pt x="1586" y="2606"/>
                  </a:cubicBezTo>
                  <a:cubicBezTo>
                    <a:pt x="2083" y="2436"/>
                    <a:pt x="2306" y="1728"/>
                    <a:pt x="2070" y="1021"/>
                  </a:cubicBezTo>
                  <a:cubicBezTo>
                    <a:pt x="1879" y="415"/>
                    <a:pt x="1402" y="0"/>
                    <a:pt x="955"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9" name="Google Shape;2129;p35"/>
            <p:cNvSpPr/>
            <p:nvPr/>
          </p:nvSpPr>
          <p:spPr>
            <a:xfrm>
              <a:off x="4582213" y="4167453"/>
              <a:ext cx="221919" cy="121962"/>
            </a:xfrm>
            <a:custGeom>
              <a:rect b="b" l="l" r="r" t="t"/>
              <a:pathLst>
                <a:path extrusionOk="0" h="1829" w="3328">
                  <a:moveTo>
                    <a:pt x="2144" y="0"/>
                  </a:moveTo>
                  <a:cubicBezTo>
                    <a:pt x="1993" y="0"/>
                    <a:pt x="1831" y="7"/>
                    <a:pt x="1664" y="16"/>
                  </a:cubicBezTo>
                  <a:cubicBezTo>
                    <a:pt x="761" y="82"/>
                    <a:pt x="0" y="202"/>
                    <a:pt x="41" y="815"/>
                  </a:cubicBezTo>
                  <a:cubicBezTo>
                    <a:pt x="77" y="1398"/>
                    <a:pt x="759" y="1829"/>
                    <a:pt x="1586" y="1829"/>
                  </a:cubicBezTo>
                  <a:cubicBezTo>
                    <a:pt x="1633" y="1829"/>
                    <a:pt x="1681" y="1827"/>
                    <a:pt x="1730" y="1825"/>
                  </a:cubicBezTo>
                  <a:cubicBezTo>
                    <a:pt x="2636" y="1774"/>
                    <a:pt x="3328" y="1224"/>
                    <a:pt x="3290" y="620"/>
                  </a:cubicBezTo>
                  <a:cubicBezTo>
                    <a:pt x="3270" y="119"/>
                    <a:pt x="2799" y="0"/>
                    <a:pt x="2144"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0" name="Google Shape;2130;p35"/>
            <p:cNvSpPr/>
            <p:nvPr/>
          </p:nvSpPr>
          <p:spPr>
            <a:xfrm>
              <a:off x="4600618" y="4192193"/>
              <a:ext cx="178376" cy="29607"/>
            </a:xfrm>
            <a:custGeom>
              <a:rect b="b" l="l" r="r" t="t"/>
              <a:pathLst>
                <a:path extrusionOk="0" h="444" w="2675">
                  <a:moveTo>
                    <a:pt x="13" y="158"/>
                  </a:moveTo>
                  <a:cubicBezTo>
                    <a:pt x="26" y="145"/>
                    <a:pt x="79" y="183"/>
                    <a:pt x="171" y="195"/>
                  </a:cubicBezTo>
                  <a:cubicBezTo>
                    <a:pt x="262" y="224"/>
                    <a:pt x="407" y="236"/>
                    <a:pt x="564" y="236"/>
                  </a:cubicBezTo>
                  <a:cubicBezTo>
                    <a:pt x="878" y="236"/>
                    <a:pt x="1271" y="208"/>
                    <a:pt x="1558" y="170"/>
                  </a:cubicBezTo>
                  <a:cubicBezTo>
                    <a:pt x="2162" y="104"/>
                    <a:pt x="2646" y="0"/>
                    <a:pt x="2674" y="79"/>
                  </a:cubicBezTo>
                  <a:cubicBezTo>
                    <a:pt x="2674" y="117"/>
                    <a:pt x="2567" y="183"/>
                    <a:pt x="2385" y="249"/>
                  </a:cubicBezTo>
                  <a:cubicBezTo>
                    <a:pt x="2187" y="315"/>
                    <a:pt x="1913" y="381"/>
                    <a:pt x="1599" y="419"/>
                  </a:cubicBezTo>
                  <a:cubicBezTo>
                    <a:pt x="1284" y="444"/>
                    <a:pt x="878" y="444"/>
                    <a:pt x="551" y="394"/>
                  </a:cubicBezTo>
                  <a:cubicBezTo>
                    <a:pt x="394" y="365"/>
                    <a:pt x="237" y="328"/>
                    <a:pt x="142" y="274"/>
                  </a:cubicBezTo>
                  <a:cubicBezTo>
                    <a:pt x="51" y="224"/>
                    <a:pt x="1" y="170"/>
                    <a:pt x="13" y="158"/>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1" name="Google Shape;2131;p35"/>
            <p:cNvSpPr/>
            <p:nvPr/>
          </p:nvSpPr>
          <p:spPr>
            <a:xfrm>
              <a:off x="4660833" y="4575823"/>
              <a:ext cx="178309" cy="183510"/>
            </a:xfrm>
            <a:custGeom>
              <a:rect b="b" l="l" r="r" t="t"/>
              <a:pathLst>
                <a:path extrusionOk="0" h="2752" w="2674">
                  <a:moveTo>
                    <a:pt x="1648" y="0"/>
                  </a:moveTo>
                  <a:cubicBezTo>
                    <a:pt x="1202" y="0"/>
                    <a:pt x="703" y="315"/>
                    <a:pt x="406" y="840"/>
                  </a:cubicBezTo>
                  <a:cubicBezTo>
                    <a:pt x="1" y="1547"/>
                    <a:pt x="104" y="2346"/>
                    <a:pt x="617" y="2648"/>
                  </a:cubicBezTo>
                  <a:cubicBezTo>
                    <a:pt x="742" y="2719"/>
                    <a:pt x="881" y="2752"/>
                    <a:pt x="1026" y="2752"/>
                  </a:cubicBezTo>
                  <a:cubicBezTo>
                    <a:pt x="1472" y="2752"/>
                    <a:pt x="1972" y="2437"/>
                    <a:pt x="2268" y="1912"/>
                  </a:cubicBezTo>
                  <a:cubicBezTo>
                    <a:pt x="2674" y="1205"/>
                    <a:pt x="2570" y="406"/>
                    <a:pt x="2057" y="104"/>
                  </a:cubicBezTo>
                  <a:cubicBezTo>
                    <a:pt x="1932" y="34"/>
                    <a:pt x="1793" y="0"/>
                    <a:pt x="164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2" name="Google Shape;2132;p35"/>
            <p:cNvSpPr/>
            <p:nvPr/>
          </p:nvSpPr>
          <p:spPr>
            <a:xfrm>
              <a:off x="4709712" y="4605564"/>
              <a:ext cx="83953" cy="133698"/>
            </a:xfrm>
            <a:custGeom>
              <a:rect b="b" l="l" r="r" t="t"/>
              <a:pathLst>
                <a:path extrusionOk="0" h="2005" w="1259">
                  <a:moveTo>
                    <a:pt x="0" y="1992"/>
                  </a:moveTo>
                  <a:cubicBezTo>
                    <a:pt x="0" y="1979"/>
                    <a:pt x="54" y="1951"/>
                    <a:pt x="132" y="1900"/>
                  </a:cubicBezTo>
                  <a:cubicBezTo>
                    <a:pt x="198" y="1847"/>
                    <a:pt x="302" y="1756"/>
                    <a:pt x="381" y="1636"/>
                  </a:cubicBezTo>
                  <a:cubicBezTo>
                    <a:pt x="460" y="1520"/>
                    <a:pt x="526" y="1375"/>
                    <a:pt x="538" y="1230"/>
                  </a:cubicBezTo>
                  <a:cubicBezTo>
                    <a:pt x="566" y="1073"/>
                    <a:pt x="538" y="916"/>
                    <a:pt x="538" y="771"/>
                  </a:cubicBezTo>
                  <a:cubicBezTo>
                    <a:pt x="538" y="614"/>
                    <a:pt x="551" y="457"/>
                    <a:pt x="617" y="315"/>
                  </a:cubicBezTo>
                  <a:cubicBezTo>
                    <a:pt x="658" y="249"/>
                    <a:pt x="695" y="183"/>
                    <a:pt x="749" y="130"/>
                  </a:cubicBezTo>
                  <a:cubicBezTo>
                    <a:pt x="802" y="92"/>
                    <a:pt x="865" y="51"/>
                    <a:pt x="919" y="38"/>
                  </a:cubicBezTo>
                  <a:cubicBezTo>
                    <a:pt x="1038" y="1"/>
                    <a:pt x="1129" y="26"/>
                    <a:pt x="1196" y="51"/>
                  </a:cubicBezTo>
                  <a:cubicBezTo>
                    <a:pt x="1246" y="92"/>
                    <a:pt x="1258" y="130"/>
                    <a:pt x="1246" y="142"/>
                  </a:cubicBezTo>
                  <a:cubicBezTo>
                    <a:pt x="1221" y="170"/>
                    <a:pt x="1129" y="130"/>
                    <a:pt x="997" y="208"/>
                  </a:cubicBezTo>
                  <a:cubicBezTo>
                    <a:pt x="931" y="249"/>
                    <a:pt x="865" y="299"/>
                    <a:pt x="840" y="406"/>
                  </a:cubicBezTo>
                  <a:cubicBezTo>
                    <a:pt x="802" y="498"/>
                    <a:pt x="787" y="614"/>
                    <a:pt x="787" y="759"/>
                  </a:cubicBezTo>
                  <a:cubicBezTo>
                    <a:pt x="787" y="903"/>
                    <a:pt x="802" y="1073"/>
                    <a:pt x="761" y="1259"/>
                  </a:cubicBezTo>
                  <a:cubicBezTo>
                    <a:pt x="724" y="1454"/>
                    <a:pt x="617" y="1624"/>
                    <a:pt x="500" y="1743"/>
                  </a:cubicBezTo>
                  <a:cubicBezTo>
                    <a:pt x="393" y="1859"/>
                    <a:pt x="265" y="1926"/>
                    <a:pt x="158" y="1966"/>
                  </a:cubicBezTo>
                  <a:cubicBezTo>
                    <a:pt x="66" y="2004"/>
                    <a:pt x="0" y="2004"/>
                    <a:pt x="0" y="1992"/>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3" name="Google Shape;2133;p35"/>
            <p:cNvSpPr/>
            <p:nvPr/>
          </p:nvSpPr>
          <p:spPr>
            <a:xfrm>
              <a:off x="4889024" y="4296353"/>
              <a:ext cx="181710" cy="176842"/>
            </a:xfrm>
            <a:custGeom>
              <a:rect b="b" l="l" r="r" t="t"/>
              <a:pathLst>
                <a:path extrusionOk="0" h="2652" w="2725">
                  <a:moveTo>
                    <a:pt x="1008" y="0"/>
                  </a:moveTo>
                  <a:cubicBezTo>
                    <a:pt x="805" y="0"/>
                    <a:pt x="613" y="59"/>
                    <a:pt x="457" y="181"/>
                  </a:cubicBezTo>
                  <a:cubicBezTo>
                    <a:pt x="1" y="533"/>
                    <a:pt x="13" y="1348"/>
                    <a:pt x="510" y="1989"/>
                  </a:cubicBezTo>
                  <a:cubicBezTo>
                    <a:pt x="844" y="2412"/>
                    <a:pt x="1303" y="2652"/>
                    <a:pt x="1711" y="2652"/>
                  </a:cubicBezTo>
                  <a:cubicBezTo>
                    <a:pt x="1910" y="2652"/>
                    <a:pt x="2098" y="2594"/>
                    <a:pt x="2252" y="2474"/>
                  </a:cubicBezTo>
                  <a:cubicBezTo>
                    <a:pt x="2724" y="2106"/>
                    <a:pt x="2699" y="1294"/>
                    <a:pt x="2202" y="665"/>
                  </a:cubicBezTo>
                  <a:cubicBezTo>
                    <a:pt x="1877" y="237"/>
                    <a:pt x="1418" y="0"/>
                    <a:pt x="100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4" name="Google Shape;2134;p35"/>
            <p:cNvSpPr/>
            <p:nvPr/>
          </p:nvSpPr>
          <p:spPr>
            <a:xfrm>
              <a:off x="4932635" y="4324093"/>
              <a:ext cx="99690" cy="125096"/>
            </a:xfrm>
            <a:custGeom>
              <a:rect b="b" l="l" r="r" t="t"/>
              <a:pathLst>
                <a:path extrusionOk="0" h="1876" w="1495">
                  <a:moveTo>
                    <a:pt x="1454" y="1875"/>
                  </a:moveTo>
                  <a:cubicBezTo>
                    <a:pt x="1441" y="1875"/>
                    <a:pt x="1441" y="1809"/>
                    <a:pt x="1416" y="1718"/>
                  </a:cubicBezTo>
                  <a:cubicBezTo>
                    <a:pt x="1391" y="1627"/>
                    <a:pt x="1350" y="1507"/>
                    <a:pt x="1271" y="1391"/>
                  </a:cubicBezTo>
                  <a:cubicBezTo>
                    <a:pt x="1193" y="1271"/>
                    <a:pt x="1089" y="1155"/>
                    <a:pt x="957" y="1076"/>
                  </a:cubicBezTo>
                  <a:cubicBezTo>
                    <a:pt x="825" y="1010"/>
                    <a:pt x="668" y="957"/>
                    <a:pt x="526" y="903"/>
                  </a:cubicBezTo>
                  <a:cubicBezTo>
                    <a:pt x="381" y="853"/>
                    <a:pt x="249" y="774"/>
                    <a:pt x="145" y="655"/>
                  </a:cubicBezTo>
                  <a:cubicBezTo>
                    <a:pt x="92" y="605"/>
                    <a:pt x="54" y="539"/>
                    <a:pt x="26" y="473"/>
                  </a:cubicBezTo>
                  <a:cubicBezTo>
                    <a:pt x="1" y="406"/>
                    <a:pt x="1" y="340"/>
                    <a:pt x="1" y="274"/>
                  </a:cubicBezTo>
                  <a:cubicBezTo>
                    <a:pt x="13" y="158"/>
                    <a:pt x="67" y="79"/>
                    <a:pt x="117" y="39"/>
                  </a:cubicBezTo>
                  <a:cubicBezTo>
                    <a:pt x="171" y="1"/>
                    <a:pt x="211" y="1"/>
                    <a:pt x="224" y="13"/>
                  </a:cubicBezTo>
                  <a:cubicBezTo>
                    <a:pt x="249" y="39"/>
                    <a:pt x="158" y="117"/>
                    <a:pt x="183" y="274"/>
                  </a:cubicBezTo>
                  <a:cubicBezTo>
                    <a:pt x="196" y="353"/>
                    <a:pt x="224" y="419"/>
                    <a:pt x="303" y="498"/>
                  </a:cubicBezTo>
                  <a:cubicBezTo>
                    <a:pt x="381" y="564"/>
                    <a:pt x="485" y="630"/>
                    <a:pt x="617" y="683"/>
                  </a:cubicBezTo>
                  <a:cubicBezTo>
                    <a:pt x="746" y="734"/>
                    <a:pt x="919" y="787"/>
                    <a:pt x="1076" y="891"/>
                  </a:cubicBezTo>
                  <a:cubicBezTo>
                    <a:pt x="1234" y="998"/>
                    <a:pt x="1350" y="1155"/>
                    <a:pt x="1416" y="1312"/>
                  </a:cubicBezTo>
                  <a:cubicBezTo>
                    <a:pt x="1482" y="1470"/>
                    <a:pt x="1495" y="1611"/>
                    <a:pt x="1495" y="1718"/>
                  </a:cubicBezTo>
                  <a:cubicBezTo>
                    <a:pt x="1495" y="1809"/>
                    <a:pt x="1470" y="1875"/>
                    <a:pt x="1454" y="187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5" name="Google Shape;2135;p35"/>
            <p:cNvSpPr/>
            <p:nvPr/>
          </p:nvSpPr>
          <p:spPr>
            <a:xfrm>
              <a:off x="4758791" y="4724261"/>
              <a:ext cx="229921" cy="157037"/>
            </a:xfrm>
            <a:custGeom>
              <a:rect b="b" l="l" r="r" t="t"/>
              <a:pathLst>
                <a:path extrusionOk="0" h="2355" w="3448">
                  <a:moveTo>
                    <a:pt x="2202" y="0"/>
                  </a:moveTo>
                  <a:cubicBezTo>
                    <a:pt x="1879" y="0"/>
                    <a:pt x="1518" y="95"/>
                    <a:pt x="1180" y="290"/>
                  </a:cubicBezTo>
                  <a:cubicBezTo>
                    <a:pt x="393" y="737"/>
                    <a:pt x="0" y="1523"/>
                    <a:pt x="302" y="2058"/>
                  </a:cubicBezTo>
                  <a:cubicBezTo>
                    <a:pt x="419" y="2269"/>
                    <a:pt x="589" y="2355"/>
                    <a:pt x="800" y="2355"/>
                  </a:cubicBezTo>
                  <a:cubicBezTo>
                    <a:pt x="1128" y="2355"/>
                    <a:pt x="1554" y="2147"/>
                    <a:pt x="2032" y="1875"/>
                  </a:cubicBezTo>
                  <a:cubicBezTo>
                    <a:pt x="2818" y="1429"/>
                    <a:pt x="3447" y="985"/>
                    <a:pt x="3146" y="460"/>
                  </a:cubicBezTo>
                  <a:cubicBezTo>
                    <a:pt x="2976" y="157"/>
                    <a:pt x="2619" y="0"/>
                    <a:pt x="2202"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6" name="Google Shape;2136;p35"/>
            <p:cNvSpPr/>
            <p:nvPr/>
          </p:nvSpPr>
          <p:spPr>
            <a:xfrm>
              <a:off x="4803269" y="4775007"/>
              <a:ext cx="158171" cy="90088"/>
            </a:xfrm>
            <a:custGeom>
              <a:rect b="b" l="l" r="r" t="t"/>
              <a:pathLst>
                <a:path extrusionOk="0" h="1351" w="2372">
                  <a:moveTo>
                    <a:pt x="2372" y="54"/>
                  </a:moveTo>
                  <a:cubicBezTo>
                    <a:pt x="2372" y="67"/>
                    <a:pt x="2309" y="67"/>
                    <a:pt x="2214" y="92"/>
                  </a:cubicBezTo>
                  <a:cubicBezTo>
                    <a:pt x="2123" y="105"/>
                    <a:pt x="1994" y="158"/>
                    <a:pt x="1850" y="237"/>
                  </a:cubicBezTo>
                  <a:cubicBezTo>
                    <a:pt x="1560" y="369"/>
                    <a:pt x="1220" y="564"/>
                    <a:pt x="972" y="721"/>
                  </a:cubicBezTo>
                  <a:cubicBezTo>
                    <a:pt x="459" y="1048"/>
                    <a:pt x="79" y="1350"/>
                    <a:pt x="28" y="1284"/>
                  </a:cubicBezTo>
                  <a:cubicBezTo>
                    <a:pt x="0" y="1259"/>
                    <a:pt x="66" y="1155"/>
                    <a:pt x="211" y="1011"/>
                  </a:cubicBezTo>
                  <a:cubicBezTo>
                    <a:pt x="356" y="866"/>
                    <a:pt x="563" y="696"/>
                    <a:pt x="840" y="526"/>
                  </a:cubicBezTo>
                  <a:cubicBezTo>
                    <a:pt x="1101" y="353"/>
                    <a:pt x="1482" y="183"/>
                    <a:pt x="1783" y="92"/>
                  </a:cubicBezTo>
                  <a:cubicBezTo>
                    <a:pt x="1941" y="39"/>
                    <a:pt x="2098" y="1"/>
                    <a:pt x="2202" y="14"/>
                  </a:cubicBezTo>
                  <a:cubicBezTo>
                    <a:pt x="2321" y="14"/>
                    <a:pt x="2372" y="54"/>
                    <a:pt x="2372"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7" name="Google Shape;2137;p35"/>
            <p:cNvSpPr/>
            <p:nvPr/>
          </p:nvSpPr>
          <p:spPr>
            <a:xfrm>
              <a:off x="4847080" y="4481599"/>
              <a:ext cx="177309" cy="157637"/>
            </a:xfrm>
            <a:custGeom>
              <a:rect b="b" l="l" r="r" t="t"/>
              <a:pathLst>
                <a:path extrusionOk="0" h="2364" w="2659">
                  <a:moveTo>
                    <a:pt x="948" y="0"/>
                  </a:moveTo>
                  <a:cubicBezTo>
                    <a:pt x="728" y="0"/>
                    <a:pt x="528" y="68"/>
                    <a:pt x="378" y="208"/>
                  </a:cubicBezTo>
                  <a:cubicBezTo>
                    <a:pt x="0" y="586"/>
                    <a:pt x="117" y="1322"/>
                    <a:pt x="630" y="1860"/>
                  </a:cubicBezTo>
                  <a:cubicBezTo>
                    <a:pt x="949" y="2187"/>
                    <a:pt x="1350" y="2364"/>
                    <a:pt x="1702" y="2364"/>
                  </a:cubicBezTo>
                  <a:cubicBezTo>
                    <a:pt x="1925" y="2364"/>
                    <a:pt x="2129" y="2293"/>
                    <a:pt x="2281" y="2146"/>
                  </a:cubicBezTo>
                  <a:cubicBezTo>
                    <a:pt x="2658" y="1781"/>
                    <a:pt x="2542" y="1032"/>
                    <a:pt x="2029" y="507"/>
                  </a:cubicBezTo>
                  <a:cubicBezTo>
                    <a:pt x="1707" y="177"/>
                    <a:pt x="1302" y="0"/>
                    <a:pt x="948"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8" name="Google Shape;2138;p35"/>
            <p:cNvSpPr/>
            <p:nvPr/>
          </p:nvSpPr>
          <p:spPr>
            <a:xfrm>
              <a:off x="4629358" y="4338030"/>
              <a:ext cx="229921" cy="157104"/>
            </a:xfrm>
            <a:custGeom>
              <a:rect b="b" l="l" r="r" t="t"/>
              <a:pathLst>
                <a:path extrusionOk="0" h="2356" w="3448">
                  <a:moveTo>
                    <a:pt x="2202" y="1"/>
                  </a:moveTo>
                  <a:cubicBezTo>
                    <a:pt x="1878" y="1"/>
                    <a:pt x="1518" y="95"/>
                    <a:pt x="1180" y="289"/>
                  </a:cubicBezTo>
                  <a:cubicBezTo>
                    <a:pt x="394" y="735"/>
                    <a:pt x="1" y="1522"/>
                    <a:pt x="303" y="2059"/>
                  </a:cubicBezTo>
                  <a:cubicBezTo>
                    <a:pt x="421" y="2269"/>
                    <a:pt x="590" y="2355"/>
                    <a:pt x="800" y="2355"/>
                  </a:cubicBezTo>
                  <a:cubicBezTo>
                    <a:pt x="1128" y="2355"/>
                    <a:pt x="1553" y="2146"/>
                    <a:pt x="2033" y="1874"/>
                  </a:cubicBezTo>
                  <a:cubicBezTo>
                    <a:pt x="2819" y="1443"/>
                    <a:pt x="3448" y="996"/>
                    <a:pt x="3146" y="459"/>
                  </a:cubicBezTo>
                  <a:cubicBezTo>
                    <a:pt x="2976" y="157"/>
                    <a:pt x="2619" y="1"/>
                    <a:pt x="2202"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9" name="Google Shape;2139;p35"/>
            <p:cNvSpPr/>
            <p:nvPr/>
          </p:nvSpPr>
          <p:spPr>
            <a:xfrm>
              <a:off x="4672969" y="4389576"/>
              <a:ext cx="159304" cy="89155"/>
            </a:xfrm>
            <a:custGeom>
              <a:rect b="b" l="l" r="r" t="t"/>
              <a:pathLst>
                <a:path extrusionOk="0" h="1337" w="2389">
                  <a:moveTo>
                    <a:pt x="2388" y="54"/>
                  </a:moveTo>
                  <a:cubicBezTo>
                    <a:pt x="2388" y="66"/>
                    <a:pt x="2322" y="66"/>
                    <a:pt x="2231" y="79"/>
                  </a:cubicBezTo>
                  <a:cubicBezTo>
                    <a:pt x="2124" y="107"/>
                    <a:pt x="2008" y="157"/>
                    <a:pt x="1863" y="223"/>
                  </a:cubicBezTo>
                  <a:cubicBezTo>
                    <a:pt x="1574" y="355"/>
                    <a:pt x="1234" y="550"/>
                    <a:pt x="985" y="723"/>
                  </a:cubicBezTo>
                  <a:cubicBezTo>
                    <a:pt x="473" y="1051"/>
                    <a:pt x="95" y="1337"/>
                    <a:pt x="29" y="1286"/>
                  </a:cubicBezTo>
                  <a:cubicBezTo>
                    <a:pt x="1" y="1258"/>
                    <a:pt x="80" y="1154"/>
                    <a:pt x="224" y="1010"/>
                  </a:cubicBezTo>
                  <a:cubicBezTo>
                    <a:pt x="369" y="865"/>
                    <a:pt x="580" y="683"/>
                    <a:pt x="853" y="513"/>
                  </a:cubicBezTo>
                  <a:cubicBezTo>
                    <a:pt x="1117" y="343"/>
                    <a:pt x="1482" y="173"/>
                    <a:pt x="1797" y="79"/>
                  </a:cubicBezTo>
                  <a:cubicBezTo>
                    <a:pt x="1954" y="28"/>
                    <a:pt x="2111" y="0"/>
                    <a:pt x="2218" y="0"/>
                  </a:cubicBezTo>
                  <a:cubicBezTo>
                    <a:pt x="2335" y="16"/>
                    <a:pt x="2388" y="41"/>
                    <a:pt x="2388" y="54"/>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40" name="Google Shape;2140;p35"/>
          <p:cNvGrpSpPr/>
          <p:nvPr/>
        </p:nvGrpSpPr>
        <p:grpSpPr>
          <a:xfrm>
            <a:off x="6977247" y="-12"/>
            <a:ext cx="1675228" cy="1003099"/>
            <a:chOff x="6784369" y="2225096"/>
            <a:chExt cx="1144047" cy="685036"/>
          </a:xfrm>
        </p:grpSpPr>
        <p:sp>
          <p:nvSpPr>
            <p:cNvPr id="2141" name="Google Shape;2141;p35"/>
            <p:cNvSpPr/>
            <p:nvPr/>
          </p:nvSpPr>
          <p:spPr>
            <a:xfrm>
              <a:off x="6855109" y="2378001"/>
              <a:ext cx="503386" cy="498185"/>
            </a:xfrm>
            <a:custGeom>
              <a:rect b="b" l="l" r="r" t="t"/>
              <a:pathLst>
                <a:path extrusionOk="0" h="7471" w="7549">
                  <a:moveTo>
                    <a:pt x="5215" y="2529"/>
                  </a:moveTo>
                  <a:cubicBezTo>
                    <a:pt x="4706" y="2765"/>
                    <a:pt x="4378" y="3158"/>
                    <a:pt x="4180" y="3460"/>
                  </a:cubicBezTo>
                  <a:cubicBezTo>
                    <a:pt x="4312" y="3146"/>
                    <a:pt x="4429" y="2686"/>
                    <a:pt x="4378" y="2149"/>
                  </a:cubicBezTo>
                  <a:cubicBezTo>
                    <a:pt x="4272" y="1151"/>
                    <a:pt x="3514" y="104"/>
                    <a:pt x="3435" y="0"/>
                  </a:cubicBezTo>
                  <a:lnTo>
                    <a:pt x="3435" y="0"/>
                  </a:lnTo>
                  <a:cubicBezTo>
                    <a:pt x="3435" y="0"/>
                    <a:pt x="2844" y="1246"/>
                    <a:pt x="2963" y="2306"/>
                  </a:cubicBezTo>
                  <a:cubicBezTo>
                    <a:pt x="3013" y="2856"/>
                    <a:pt x="3290" y="3290"/>
                    <a:pt x="3526" y="3576"/>
                  </a:cubicBezTo>
                  <a:cubicBezTo>
                    <a:pt x="3262" y="3353"/>
                    <a:pt x="2869" y="3092"/>
                    <a:pt x="2334" y="2988"/>
                  </a:cubicBezTo>
                  <a:cubicBezTo>
                    <a:pt x="1350" y="2778"/>
                    <a:pt x="117" y="3171"/>
                    <a:pt x="13" y="3212"/>
                  </a:cubicBezTo>
                  <a:lnTo>
                    <a:pt x="0" y="3212"/>
                  </a:lnTo>
                  <a:cubicBezTo>
                    <a:pt x="0" y="3212"/>
                    <a:pt x="1010" y="4155"/>
                    <a:pt x="2045" y="4375"/>
                  </a:cubicBezTo>
                  <a:cubicBezTo>
                    <a:pt x="2595" y="4495"/>
                    <a:pt x="3092" y="4363"/>
                    <a:pt x="3435" y="4234"/>
                  </a:cubicBezTo>
                  <a:cubicBezTo>
                    <a:pt x="3133" y="4404"/>
                    <a:pt x="2765" y="4706"/>
                    <a:pt x="2504" y="5177"/>
                  </a:cubicBezTo>
                  <a:cubicBezTo>
                    <a:pt x="1991" y="6055"/>
                    <a:pt x="1991" y="7338"/>
                    <a:pt x="1991" y="7458"/>
                  </a:cubicBezTo>
                  <a:lnTo>
                    <a:pt x="1991" y="7470"/>
                  </a:lnTo>
                  <a:cubicBezTo>
                    <a:pt x="1991" y="7470"/>
                    <a:pt x="3199" y="6800"/>
                    <a:pt x="3734" y="5885"/>
                  </a:cubicBezTo>
                  <a:cubicBezTo>
                    <a:pt x="4010" y="5398"/>
                    <a:pt x="4048" y="4888"/>
                    <a:pt x="4023" y="4520"/>
                  </a:cubicBezTo>
                  <a:cubicBezTo>
                    <a:pt x="4102" y="4863"/>
                    <a:pt x="4272" y="5294"/>
                    <a:pt x="4640" y="5699"/>
                  </a:cubicBezTo>
                  <a:cubicBezTo>
                    <a:pt x="5306" y="6448"/>
                    <a:pt x="6539" y="6854"/>
                    <a:pt x="6659" y="6892"/>
                  </a:cubicBezTo>
                  <a:lnTo>
                    <a:pt x="6659" y="6892"/>
                  </a:lnTo>
                  <a:cubicBezTo>
                    <a:pt x="6659" y="6892"/>
                    <a:pt x="6395" y="5530"/>
                    <a:pt x="5687" y="4743"/>
                  </a:cubicBezTo>
                  <a:cubicBezTo>
                    <a:pt x="5322" y="4325"/>
                    <a:pt x="4835" y="4139"/>
                    <a:pt x="4482" y="4048"/>
                  </a:cubicBezTo>
                  <a:cubicBezTo>
                    <a:pt x="4822" y="4077"/>
                    <a:pt x="5294" y="4048"/>
                    <a:pt x="5794" y="3825"/>
                  </a:cubicBezTo>
                  <a:cubicBezTo>
                    <a:pt x="6709" y="3419"/>
                    <a:pt x="7470" y="2372"/>
                    <a:pt x="7549" y="2281"/>
                  </a:cubicBezTo>
                  <a:lnTo>
                    <a:pt x="7549" y="2268"/>
                  </a:lnTo>
                  <a:cubicBezTo>
                    <a:pt x="7549" y="2268"/>
                    <a:pt x="6187" y="2095"/>
                    <a:pt x="5215" y="2529"/>
                  </a:cubicBezTo>
                  <a:close/>
                  <a:moveTo>
                    <a:pt x="3957" y="3970"/>
                  </a:moveTo>
                  <a:lnTo>
                    <a:pt x="3957" y="3982"/>
                  </a:lnTo>
                  <a:lnTo>
                    <a:pt x="3944" y="3982"/>
                  </a:lnTo>
                  <a:lnTo>
                    <a:pt x="3944" y="4061"/>
                  </a:lnTo>
                  <a:cubicBezTo>
                    <a:pt x="3944" y="4036"/>
                    <a:pt x="3944" y="4023"/>
                    <a:pt x="3932" y="4010"/>
                  </a:cubicBezTo>
                  <a:lnTo>
                    <a:pt x="3932" y="3998"/>
                  </a:lnTo>
                  <a:lnTo>
                    <a:pt x="3919" y="3998"/>
                  </a:lnTo>
                  <a:lnTo>
                    <a:pt x="3919" y="3982"/>
                  </a:lnTo>
                  <a:cubicBezTo>
                    <a:pt x="3919" y="3982"/>
                    <a:pt x="3891" y="3998"/>
                    <a:pt x="3853" y="4010"/>
                  </a:cubicBezTo>
                  <a:cubicBezTo>
                    <a:pt x="3866" y="4010"/>
                    <a:pt x="3878" y="3998"/>
                    <a:pt x="3878" y="3998"/>
                  </a:cubicBezTo>
                  <a:cubicBezTo>
                    <a:pt x="3891" y="3982"/>
                    <a:pt x="3907" y="3982"/>
                    <a:pt x="3907" y="3982"/>
                  </a:cubicBezTo>
                  <a:lnTo>
                    <a:pt x="3907" y="3970"/>
                  </a:lnTo>
                  <a:lnTo>
                    <a:pt x="3907" y="3970"/>
                  </a:lnTo>
                  <a:cubicBezTo>
                    <a:pt x="3907" y="3970"/>
                    <a:pt x="3891" y="3944"/>
                    <a:pt x="3866" y="3904"/>
                  </a:cubicBezTo>
                  <a:cubicBezTo>
                    <a:pt x="3878" y="3919"/>
                    <a:pt x="3878" y="3932"/>
                    <a:pt x="3891" y="3932"/>
                  </a:cubicBezTo>
                  <a:lnTo>
                    <a:pt x="3907" y="3944"/>
                  </a:lnTo>
                  <a:lnTo>
                    <a:pt x="3919" y="3944"/>
                  </a:lnTo>
                  <a:lnTo>
                    <a:pt x="3919" y="3944"/>
                  </a:lnTo>
                  <a:cubicBezTo>
                    <a:pt x="3919" y="3944"/>
                    <a:pt x="3932" y="3932"/>
                    <a:pt x="3957" y="3891"/>
                  </a:cubicBezTo>
                  <a:cubicBezTo>
                    <a:pt x="3957" y="3904"/>
                    <a:pt x="3957" y="3919"/>
                    <a:pt x="3944" y="3932"/>
                  </a:cubicBezTo>
                  <a:lnTo>
                    <a:pt x="3944" y="3944"/>
                  </a:lnTo>
                  <a:lnTo>
                    <a:pt x="3944" y="3944"/>
                  </a:lnTo>
                  <a:lnTo>
                    <a:pt x="3944" y="3957"/>
                  </a:lnTo>
                  <a:cubicBezTo>
                    <a:pt x="3944" y="3957"/>
                    <a:pt x="3970" y="3970"/>
                    <a:pt x="4023" y="3970"/>
                  </a:cubicBezTo>
                  <a:lnTo>
                    <a:pt x="3970" y="3970"/>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2" name="Google Shape;2142;p35"/>
            <p:cNvSpPr/>
            <p:nvPr/>
          </p:nvSpPr>
          <p:spPr>
            <a:xfrm>
              <a:off x="7349746" y="2225096"/>
              <a:ext cx="578671" cy="574070"/>
            </a:xfrm>
            <a:custGeom>
              <a:rect b="b" l="l" r="r" t="t"/>
              <a:pathLst>
                <a:path extrusionOk="0" h="8609" w="8678">
                  <a:moveTo>
                    <a:pt x="6004" y="3341"/>
                  </a:moveTo>
                  <a:cubicBezTo>
                    <a:pt x="5363" y="3444"/>
                    <a:pt x="4875" y="3787"/>
                    <a:pt x="4577" y="4074"/>
                  </a:cubicBezTo>
                  <a:cubicBezTo>
                    <a:pt x="4812" y="3759"/>
                    <a:pt x="5086" y="3287"/>
                    <a:pt x="5177" y="2674"/>
                  </a:cubicBezTo>
                  <a:cubicBezTo>
                    <a:pt x="5347" y="1520"/>
                    <a:pt x="4812" y="142"/>
                    <a:pt x="4759" y="13"/>
                  </a:cubicBezTo>
                  <a:lnTo>
                    <a:pt x="4759" y="0"/>
                  </a:lnTo>
                  <a:cubicBezTo>
                    <a:pt x="4759" y="0"/>
                    <a:pt x="3737" y="1218"/>
                    <a:pt x="3554" y="2422"/>
                  </a:cubicBezTo>
                  <a:cubicBezTo>
                    <a:pt x="3460" y="3067"/>
                    <a:pt x="3633" y="3617"/>
                    <a:pt x="3815" y="4011"/>
                  </a:cubicBezTo>
                  <a:cubicBezTo>
                    <a:pt x="3592" y="3680"/>
                    <a:pt x="3224" y="3275"/>
                    <a:pt x="2661" y="3001"/>
                  </a:cubicBezTo>
                  <a:cubicBezTo>
                    <a:pt x="1626" y="2476"/>
                    <a:pt x="145" y="2567"/>
                    <a:pt x="16" y="2567"/>
                  </a:cubicBezTo>
                  <a:lnTo>
                    <a:pt x="0" y="2567"/>
                  </a:lnTo>
                  <a:cubicBezTo>
                    <a:pt x="0" y="2567"/>
                    <a:pt x="840" y="3916"/>
                    <a:pt x="1928" y="4454"/>
                  </a:cubicBezTo>
                  <a:cubicBezTo>
                    <a:pt x="2504" y="4756"/>
                    <a:pt x="3095" y="4756"/>
                    <a:pt x="3513" y="4703"/>
                  </a:cubicBezTo>
                  <a:cubicBezTo>
                    <a:pt x="3133" y="4822"/>
                    <a:pt x="2636" y="5045"/>
                    <a:pt x="2202" y="5489"/>
                  </a:cubicBezTo>
                  <a:cubicBezTo>
                    <a:pt x="1390" y="6303"/>
                    <a:pt x="1010" y="7744"/>
                    <a:pt x="972" y="7876"/>
                  </a:cubicBezTo>
                  <a:lnTo>
                    <a:pt x="972" y="7889"/>
                  </a:lnTo>
                  <a:cubicBezTo>
                    <a:pt x="972" y="7889"/>
                    <a:pt x="2516" y="7496"/>
                    <a:pt x="3369" y="6631"/>
                  </a:cubicBezTo>
                  <a:cubicBezTo>
                    <a:pt x="3828" y="6171"/>
                    <a:pt x="4010" y="5621"/>
                    <a:pt x="4089" y="5203"/>
                  </a:cubicBezTo>
                  <a:cubicBezTo>
                    <a:pt x="4076" y="5596"/>
                    <a:pt x="4142" y="6146"/>
                    <a:pt x="4432" y="6697"/>
                  </a:cubicBezTo>
                  <a:cubicBezTo>
                    <a:pt x="4954" y="7719"/>
                    <a:pt x="6212" y="8530"/>
                    <a:pt x="6332" y="8596"/>
                  </a:cubicBezTo>
                  <a:lnTo>
                    <a:pt x="6332" y="8609"/>
                  </a:lnTo>
                  <a:cubicBezTo>
                    <a:pt x="6332" y="8609"/>
                    <a:pt x="6435" y="7024"/>
                    <a:pt x="5885" y="5936"/>
                  </a:cubicBezTo>
                  <a:cubicBezTo>
                    <a:pt x="5583" y="5373"/>
                    <a:pt x="5111" y="5017"/>
                    <a:pt x="4746" y="4810"/>
                  </a:cubicBezTo>
                  <a:cubicBezTo>
                    <a:pt x="5111" y="4938"/>
                    <a:pt x="5649" y="5058"/>
                    <a:pt x="6266" y="4954"/>
                  </a:cubicBezTo>
                  <a:cubicBezTo>
                    <a:pt x="7407" y="4769"/>
                    <a:pt x="8558" y="3825"/>
                    <a:pt x="8665" y="3734"/>
                  </a:cubicBezTo>
                  <a:lnTo>
                    <a:pt x="8678" y="3734"/>
                  </a:lnTo>
                  <a:cubicBezTo>
                    <a:pt x="8678" y="3734"/>
                    <a:pt x="7197" y="3146"/>
                    <a:pt x="6004" y="3341"/>
                  </a:cubicBezTo>
                  <a:close/>
                  <a:moveTo>
                    <a:pt x="4168" y="4574"/>
                  </a:moveTo>
                  <a:cubicBezTo>
                    <a:pt x="4168" y="4574"/>
                    <a:pt x="4155" y="4611"/>
                    <a:pt x="4142" y="4665"/>
                  </a:cubicBezTo>
                  <a:lnTo>
                    <a:pt x="4142" y="4611"/>
                  </a:lnTo>
                  <a:lnTo>
                    <a:pt x="4142" y="4586"/>
                  </a:lnTo>
                  <a:lnTo>
                    <a:pt x="4130" y="4586"/>
                  </a:lnTo>
                  <a:lnTo>
                    <a:pt x="4130" y="4586"/>
                  </a:lnTo>
                  <a:lnTo>
                    <a:pt x="4051" y="4586"/>
                  </a:lnTo>
                  <a:cubicBezTo>
                    <a:pt x="4064" y="4586"/>
                    <a:pt x="4076" y="4574"/>
                    <a:pt x="4089" y="4574"/>
                  </a:cubicBezTo>
                  <a:cubicBezTo>
                    <a:pt x="4105" y="4574"/>
                    <a:pt x="4117" y="4561"/>
                    <a:pt x="4117" y="4561"/>
                  </a:cubicBezTo>
                  <a:lnTo>
                    <a:pt x="4117" y="4561"/>
                  </a:lnTo>
                  <a:lnTo>
                    <a:pt x="4117" y="4561"/>
                  </a:lnTo>
                  <a:cubicBezTo>
                    <a:pt x="4117" y="4561"/>
                    <a:pt x="4117" y="4520"/>
                    <a:pt x="4089" y="4467"/>
                  </a:cubicBezTo>
                  <a:cubicBezTo>
                    <a:pt x="4105" y="4495"/>
                    <a:pt x="4105" y="4508"/>
                    <a:pt x="4117" y="4508"/>
                  </a:cubicBezTo>
                  <a:cubicBezTo>
                    <a:pt x="4130" y="4520"/>
                    <a:pt x="4130" y="4533"/>
                    <a:pt x="4130" y="4533"/>
                  </a:cubicBezTo>
                  <a:lnTo>
                    <a:pt x="4142" y="4533"/>
                  </a:lnTo>
                  <a:lnTo>
                    <a:pt x="4142" y="4533"/>
                  </a:lnTo>
                  <a:cubicBezTo>
                    <a:pt x="4142" y="4533"/>
                    <a:pt x="4168" y="4520"/>
                    <a:pt x="4209" y="4482"/>
                  </a:cubicBezTo>
                  <a:cubicBezTo>
                    <a:pt x="4196" y="4495"/>
                    <a:pt x="4196" y="4508"/>
                    <a:pt x="4183" y="4520"/>
                  </a:cubicBezTo>
                  <a:lnTo>
                    <a:pt x="4168" y="4533"/>
                  </a:lnTo>
                  <a:lnTo>
                    <a:pt x="4168" y="4545"/>
                  </a:lnTo>
                  <a:lnTo>
                    <a:pt x="4168" y="4545"/>
                  </a:lnTo>
                  <a:cubicBezTo>
                    <a:pt x="4168" y="4545"/>
                    <a:pt x="4196" y="4574"/>
                    <a:pt x="4246" y="4599"/>
                  </a:cubicBezTo>
                  <a:cubicBezTo>
                    <a:pt x="4221" y="4586"/>
                    <a:pt x="4209" y="4586"/>
                    <a:pt x="4196" y="4586"/>
                  </a:cubicBezTo>
                  <a:cubicBezTo>
                    <a:pt x="4183" y="4574"/>
                    <a:pt x="4168" y="4574"/>
                    <a:pt x="4168" y="4574"/>
                  </a:cubicBezTo>
                  <a:lnTo>
                    <a:pt x="4168" y="4586"/>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3" name="Google Shape;2143;p35"/>
            <p:cNvSpPr/>
            <p:nvPr/>
          </p:nvSpPr>
          <p:spPr>
            <a:xfrm>
              <a:off x="6917136" y="2677677"/>
              <a:ext cx="147968" cy="232455"/>
            </a:xfrm>
            <a:custGeom>
              <a:rect b="b" l="l" r="r" t="t"/>
              <a:pathLst>
                <a:path extrusionOk="0" h="3486" w="2219">
                  <a:moveTo>
                    <a:pt x="1929" y="1"/>
                  </a:moveTo>
                  <a:cubicBezTo>
                    <a:pt x="1929" y="1"/>
                    <a:pt x="1039" y="274"/>
                    <a:pt x="501" y="1180"/>
                  </a:cubicBezTo>
                  <a:cubicBezTo>
                    <a:pt x="1" y="2058"/>
                    <a:pt x="1" y="3357"/>
                    <a:pt x="1" y="3473"/>
                  </a:cubicBezTo>
                  <a:lnTo>
                    <a:pt x="1" y="3486"/>
                  </a:lnTo>
                  <a:cubicBezTo>
                    <a:pt x="1" y="3486"/>
                    <a:pt x="1209" y="2806"/>
                    <a:pt x="1731" y="1901"/>
                  </a:cubicBezTo>
                  <a:cubicBezTo>
                    <a:pt x="2218" y="1061"/>
                    <a:pt x="1982" y="183"/>
                    <a:pt x="1941" y="26"/>
                  </a:cubicBezTo>
                  <a:lnTo>
                    <a:pt x="1929"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4" name="Google Shape;2144;p35"/>
            <p:cNvSpPr/>
            <p:nvPr/>
          </p:nvSpPr>
          <p:spPr>
            <a:xfrm>
              <a:off x="6932874" y="2677677"/>
              <a:ext cx="129497" cy="205382"/>
            </a:xfrm>
            <a:custGeom>
              <a:rect b="b" l="l" r="r" t="t"/>
              <a:pathLst>
                <a:path extrusionOk="0" h="3080" w="1942">
                  <a:moveTo>
                    <a:pt x="1705" y="1"/>
                  </a:moveTo>
                  <a:cubicBezTo>
                    <a:pt x="1705" y="1"/>
                    <a:pt x="919" y="249"/>
                    <a:pt x="447" y="1048"/>
                  </a:cubicBezTo>
                  <a:cubicBezTo>
                    <a:pt x="1" y="1822"/>
                    <a:pt x="1" y="2964"/>
                    <a:pt x="1" y="3067"/>
                  </a:cubicBezTo>
                  <a:lnTo>
                    <a:pt x="1" y="3080"/>
                  </a:lnTo>
                  <a:cubicBezTo>
                    <a:pt x="1" y="3080"/>
                    <a:pt x="1051" y="2476"/>
                    <a:pt x="1523" y="1677"/>
                  </a:cubicBezTo>
                  <a:cubicBezTo>
                    <a:pt x="1941" y="944"/>
                    <a:pt x="1746" y="171"/>
                    <a:pt x="1705" y="26"/>
                  </a:cubicBezTo>
                  <a:lnTo>
                    <a:pt x="1705"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5" name="Google Shape;2145;p35"/>
            <p:cNvSpPr/>
            <p:nvPr/>
          </p:nvSpPr>
          <p:spPr>
            <a:xfrm>
              <a:off x="6961014" y="2692614"/>
              <a:ext cx="85620" cy="139700"/>
            </a:xfrm>
            <a:custGeom>
              <a:rect b="b" l="l" r="r" t="t"/>
              <a:pathLst>
                <a:path extrusionOk="0" h="2095" w="1284">
                  <a:moveTo>
                    <a:pt x="1167" y="0"/>
                  </a:moveTo>
                  <a:cubicBezTo>
                    <a:pt x="1167" y="0"/>
                    <a:pt x="680" y="195"/>
                    <a:pt x="365" y="746"/>
                  </a:cubicBezTo>
                  <a:cubicBezTo>
                    <a:pt x="51" y="1271"/>
                    <a:pt x="0" y="2016"/>
                    <a:pt x="0" y="2095"/>
                  </a:cubicBezTo>
                  <a:cubicBezTo>
                    <a:pt x="0" y="2095"/>
                    <a:pt x="667" y="1664"/>
                    <a:pt x="982" y="1101"/>
                  </a:cubicBezTo>
                  <a:cubicBezTo>
                    <a:pt x="1283" y="601"/>
                    <a:pt x="1192" y="104"/>
                    <a:pt x="1180" y="13"/>
                  </a:cubicBezTo>
                  <a:lnTo>
                    <a:pt x="1167" y="0"/>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6" name="Google Shape;2146;p35"/>
            <p:cNvSpPr/>
            <p:nvPr/>
          </p:nvSpPr>
          <p:spPr>
            <a:xfrm>
              <a:off x="7046569" y="2676877"/>
              <a:ext cx="181910" cy="194046"/>
            </a:xfrm>
            <a:custGeom>
              <a:rect b="b" l="l" r="r" t="t"/>
              <a:pathLst>
                <a:path extrusionOk="0" h="2910" w="2728">
                  <a:moveTo>
                    <a:pt x="13" y="0"/>
                  </a:moveTo>
                  <a:cubicBezTo>
                    <a:pt x="13" y="0"/>
                    <a:pt x="0" y="944"/>
                    <a:pt x="696" y="1718"/>
                  </a:cubicBezTo>
                  <a:cubicBezTo>
                    <a:pt x="1378" y="2476"/>
                    <a:pt x="2608" y="2869"/>
                    <a:pt x="2715" y="2910"/>
                  </a:cubicBezTo>
                  <a:lnTo>
                    <a:pt x="2727" y="2910"/>
                  </a:lnTo>
                  <a:cubicBezTo>
                    <a:pt x="2727" y="2910"/>
                    <a:pt x="2463" y="1560"/>
                    <a:pt x="1755" y="774"/>
                  </a:cubicBezTo>
                  <a:cubicBezTo>
                    <a:pt x="1114" y="66"/>
                    <a:pt x="211" y="0"/>
                    <a:pt x="41"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7" name="Google Shape;2147;p35"/>
            <p:cNvSpPr/>
            <p:nvPr/>
          </p:nvSpPr>
          <p:spPr>
            <a:xfrm>
              <a:off x="7047436" y="2676877"/>
              <a:ext cx="160038" cy="171174"/>
            </a:xfrm>
            <a:custGeom>
              <a:rect b="b" l="l" r="r" t="t"/>
              <a:pathLst>
                <a:path extrusionOk="0" h="2567" w="2400">
                  <a:moveTo>
                    <a:pt x="0" y="0"/>
                  </a:moveTo>
                  <a:cubicBezTo>
                    <a:pt x="0" y="0"/>
                    <a:pt x="0" y="812"/>
                    <a:pt x="616" y="1507"/>
                  </a:cubicBezTo>
                  <a:cubicBezTo>
                    <a:pt x="1220" y="2174"/>
                    <a:pt x="2293" y="2529"/>
                    <a:pt x="2400" y="2567"/>
                  </a:cubicBezTo>
                  <a:cubicBezTo>
                    <a:pt x="2400" y="2567"/>
                    <a:pt x="2164" y="1375"/>
                    <a:pt x="1547" y="680"/>
                  </a:cubicBezTo>
                  <a:cubicBezTo>
                    <a:pt x="972" y="51"/>
                    <a:pt x="170" y="0"/>
                    <a:pt x="2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8" name="Google Shape;2148;p35"/>
            <p:cNvSpPr/>
            <p:nvPr/>
          </p:nvSpPr>
          <p:spPr>
            <a:xfrm>
              <a:off x="7058705" y="2688213"/>
              <a:ext cx="109359" cy="117094"/>
            </a:xfrm>
            <a:custGeom>
              <a:rect b="b" l="l" r="r" t="t"/>
              <a:pathLst>
                <a:path extrusionOk="0" h="1756" w="1640">
                  <a:moveTo>
                    <a:pt x="1" y="0"/>
                  </a:moveTo>
                  <a:cubicBezTo>
                    <a:pt x="1" y="0"/>
                    <a:pt x="42" y="525"/>
                    <a:pt x="473" y="997"/>
                  </a:cubicBezTo>
                  <a:cubicBezTo>
                    <a:pt x="882" y="1453"/>
                    <a:pt x="1573" y="1730"/>
                    <a:pt x="1640" y="1755"/>
                  </a:cubicBezTo>
                  <a:cubicBezTo>
                    <a:pt x="1640" y="1755"/>
                    <a:pt x="1432" y="981"/>
                    <a:pt x="1010" y="510"/>
                  </a:cubicBezTo>
                  <a:cubicBezTo>
                    <a:pt x="617" y="79"/>
                    <a:pt x="120" y="13"/>
                    <a:pt x="29"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9" name="Google Shape;2149;p35"/>
            <p:cNvSpPr/>
            <p:nvPr/>
          </p:nvSpPr>
          <p:spPr>
            <a:xfrm>
              <a:off x="7047436" y="2560981"/>
              <a:ext cx="240390" cy="121429"/>
            </a:xfrm>
            <a:custGeom>
              <a:rect b="b" l="l" r="r" t="t"/>
              <a:pathLst>
                <a:path extrusionOk="0" h="1821" w="3605">
                  <a:moveTo>
                    <a:pt x="2957" y="1"/>
                  </a:moveTo>
                  <a:cubicBezTo>
                    <a:pt x="2473" y="1"/>
                    <a:pt x="1807" y="54"/>
                    <a:pt x="1271" y="295"/>
                  </a:cubicBezTo>
                  <a:cubicBezTo>
                    <a:pt x="393" y="675"/>
                    <a:pt x="66" y="1528"/>
                    <a:pt x="0" y="1685"/>
                  </a:cubicBezTo>
                  <a:lnTo>
                    <a:pt x="0" y="1710"/>
                  </a:lnTo>
                  <a:cubicBezTo>
                    <a:pt x="0" y="1710"/>
                    <a:pt x="309" y="1821"/>
                    <a:pt x="764" y="1821"/>
                  </a:cubicBezTo>
                  <a:cubicBezTo>
                    <a:pt x="1075" y="1821"/>
                    <a:pt x="1454" y="1769"/>
                    <a:pt x="1849" y="1594"/>
                  </a:cubicBezTo>
                  <a:cubicBezTo>
                    <a:pt x="2765" y="1188"/>
                    <a:pt x="3526" y="137"/>
                    <a:pt x="3604" y="34"/>
                  </a:cubicBezTo>
                  <a:cubicBezTo>
                    <a:pt x="3604" y="34"/>
                    <a:pt x="3337" y="1"/>
                    <a:pt x="295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0" name="Google Shape;2150;p35"/>
            <p:cNvSpPr/>
            <p:nvPr/>
          </p:nvSpPr>
          <p:spPr>
            <a:xfrm>
              <a:off x="7047436" y="2573584"/>
              <a:ext cx="212517" cy="107426"/>
            </a:xfrm>
            <a:custGeom>
              <a:rect b="b" l="l" r="r" t="t"/>
              <a:pathLst>
                <a:path extrusionOk="0" h="1611" w="3187">
                  <a:moveTo>
                    <a:pt x="2644" y="1"/>
                  </a:moveTo>
                  <a:cubicBezTo>
                    <a:pt x="2217" y="1"/>
                    <a:pt x="1614" y="47"/>
                    <a:pt x="1129" y="263"/>
                  </a:cubicBezTo>
                  <a:cubicBezTo>
                    <a:pt x="355" y="618"/>
                    <a:pt x="53" y="1351"/>
                    <a:pt x="0" y="1496"/>
                  </a:cubicBezTo>
                  <a:lnTo>
                    <a:pt x="0" y="1521"/>
                  </a:lnTo>
                  <a:cubicBezTo>
                    <a:pt x="0" y="1521"/>
                    <a:pt x="261" y="1610"/>
                    <a:pt x="648" y="1610"/>
                  </a:cubicBezTo>
                  <a:cubicBezTo>
                    <a:pt x="926" y="1610"/>
                    <a:pt x="1269" y="1564"/>
                    <a:pt x="1626" y="1405"/>
                  </a:cubicBezTo>
                  <a:cubicBezTo>
                    <a:pt x="2438" y="1037"/>
                    <a:pt x="3120" y="121"/>
                    <a:pt x="3174" y="43"/>
                  </a:cubicBezTo>
                  <a:lnTo>
                    <a:pt x="3186" y="27"/>
                  </a:lnTo>
                  <a:cubicBezTo>
                    <a:pt x="3186" y="27"/>
                    <a:pt x="2964" y="1"/>
                    <a:pt x="264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1" name="Google Shape;2151;p35"/>
            <p:cNvSpPr/>
            <p:nvPr/>
          </p:nvSpPr>
          <p:spPr>
            <a:xfrm>
              <a:off x="7061440" y="2599790"/>
              <a:ext cx="146035" cy="69683"/>
            </a:xfrm>
            <a:custGeom>
              <a:rect b="b" l="l" r="r" t="t"/>
              <a:pathLst>
                <a:path extrusionOk="0" h="1045" w="2190">
                  <a:moveTo>
                    <a:pt x="2081" y="0"/>
                  </a:moveTo>
                  <a:cubicBezTo>
                    <a:pt x="1842" y="0"/>
                    <a:pt x="1258" y="23"/>
                    <a:pt x="800" y="225"/>
                  </a:cubicBezTo>
                  <a:cubicBezTo>
                    <a:pt x="274" y="461"/>
                    <a:pt x="39" y="920"/>
                    <a:pt x="1" y="999"/>
                  </a:cubicBezTo>
                  <a:lnTo>
                    <a:pt x="1" y="1012"/>
                  </a:lnTo>
                  <a:cubicBezTo>
                    <a:pt x="1" y="1012"/>
                    <a:pt x="128" y="1045"/>
                    <a:pt x="328" y="1045"/>
                  </a:cubicBezTo>
                  <a:cubicBezTo>
                    <a:pt x="528" y="1045"/>
                    <a:pt x="800" y="1012"/>
                    <a:pt x="1089" y="879"/>
                  </a:cubicBezTo>
                  <a:cubicBezTo>
                    <a:pt x="1652" y="631"/>
                    <a:pt x="2136" y="55"/>
                    <a:pt x="2177" y="2"/>
                  </a:cubicBezTo>
                  <a:lnTo>
                    <a:pt x="2190" y="2"/>
                  </a:lnTo>
                  <a:cubicBezTo>
                    <a:pt x="2190" y="2"/>
                    <a:pt x="2150" y="0"/>
                    <a:pt x="2081"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2" name="Google Shape;2152;p35"/>
            <p:cNvSpPr/>
            <p:nvPr/>
          </p:nvSpPr>
          <p:spPr>
            <a:xfrm>
              <a:off x="6974017" y="2411143"/>
              <a:ext cx="109293" cy="263863"/>
            </a:xfrm>
            <a:custGeom>
              <a:rect b="b" l="l" r="r" t="t"/>
              <a:pathLst>
                <a:path extrusionOk="0" h="3957" w="1639">
                  <a:moveTo>
                    <a:pt x="592" y="0"/>
                  </a:moveTo>
                  <a:cubicBezTo>
                    <a:pt x="592" y="0"/>
                    <a:pt x="0" y="1258"/>
                    <a:pt x="120" y="2306"/>
                  </a:cubicBezTo>
                  <a:cubicBezTo>
                    <a:pt x="211" y="3265"/>
                    <a:pt x="919" y="3841"/>
                    <a:pt x="1051" y="3932"/>
                  </a:cubicBezTo>
                  <a:lnTo>
                    <a:pt x="1076" y="3957"/>
                  </a:lnTo>
                  <a:cubicBezTo>
                    <a:pt x="1076" y="3957"/>
                    <a:pt x="1639" y="3212"/>
                    <a:pt x="1535" y="2164"/>
                  </a:cubicBezTo>
                  <a:cubicBezTo>
                    <a:pt x="1428" y="1155"/>
                    <a:pt x="670" y="104"/>
                    <a:pt x="592" y="13"/>
                  </a:cubicBezTo>
                  <a:lnTo>
                    <a:pt x="592"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3" name="Google Shape;2153;p35"/>
            <p:cNvSpPr/>
            <p:nvPr/>
          </p:nvSpPr>
          <p:spPr>
            <a:xfrm>
              <a:off x="6982820" y="2441750"/>
              <a:ext cx="95289" cy="233255"/>
            </a:xfrm>
            <a:custGeom>
              <a:rect b="b" l="l" r="r" t="t"/>
              <a:pathLst>
                <a:path extrusionOk="0" h="3498" w="1429">
                  <a:moveTo>
                    <a:pt x="497" y="0"/>
                  </a:moveTo>
                  <a:cubicBezTo>
                    <a:pt x="497" y="0"/>
                    <a:pt x="0" y="1114"/>
                    <a:pt x="92" y="2045"/>
                  </a:cubicBezTo>
                  <a:cubicBezTo>
                    <a:pt x="183" y="2885"/>
                    <a:pt x="799" y="3394"/>
                    <a:pt x="919" y="3485"/>
                  </a:cubicBezTo>
                  <a:cubicBezTo>
                    <a:pt x="931" y="3485"/>
                    <a:pt x="931" y="3498"/>
                    <a:pt x="931" y="3498"/>
                  </a:cubicBezTo>
                  <a:cubicBezTo>
                    <a:pt x="931" y="3498"/>
                    <a:pt x="1428" y="2844"/>
                    <a:pt x="1324" y="1913"/>
                  </a:cubicBezTo>
                  <a:cubicBezTo>
                    <a:pt x="1233" y="1023"/>
                    <a:pt x="576" y="92"/>
                    <a:pt x="510" y="13"/>
                  </a:cubicBezTo>
                  <a:lnTo>
                    <a:pt x="497" y="0"/>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4" name="Google Shape;2154;p35"/>
            <p:cNvSpPr/>
            <p:nvPr/>
          </p:nvSpPr>
          <p:spPr>
            <a:xfrm>
              <a:off x="7004625" y="2499432"/>
              <a:ext cx="56880" cy="159038"/>
            </a:xfrm>
            <a:custGeom>
              <a:rect b="b" l="l" r="r" t="t"/>
              <a:pathLst>
                <a:path extrusionOk="0" h="2385" w="853">
                  <a:moveTo>
                    <a:pt x="277" y="0"/>
                  </a:moveTo>
                  <a:cubicBezTo>
                    <a:pt x="277" y="0"/>
                    <a:pt x="0" y="746"/>
                    <a:pt x="66" y="1391"/>
                  </a:cubicBezTo>
                  <a:cubicBezTo>
                    <a:pt x="120" y="1966"/>
                    <a:pt x="485" y="2318"/>
                    <a:pt x="551" y="2384"/>
                  </a:cubicBezTo>
                  <a:lnTo>
                    <a:pt x="563" y="2384"/>
                  </a:lnTo>
                  <a:cubicBezTo>
                    <a:pt x="563" y="2384"/>
                    <a:pt x="853" y="1954"/>
                    <a:pt x="787" y="1312"/>
                  </a:cubicBezTo>
                  <a:cubicBezTo>
                    <a:pt x="721" y="708"/>
                    <a:pt x="315" y="66"/>
                    <a:pt x="290"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5" name="Google Shape;2155;p35"/>
            <p:cNvSpPr/>
            <p:nvPr/>
          </p:nvSpPr>
          <p:spPr>
            <a:xfrm>
              <a:off x="6784369" y="2606259"/>
              <a:ext cx="260595" cy="99957"/>
            </a:xfrm>
            <a:custGeom>
              <a:rect b="b" l="l" r="r" t="t"/>
              <a:pathLst>
                <a:path extrusionOk="0" h="1499" w="3908">
                  <a:moveTo>
                    <a:pt x="1697" y="1"/>
                  </a:moveTo>
                  <a:cubicBezTo>
                    <a:pt x="884" y="1"/>
                    <a:pt x="95" y="253"/>
                    <a:pt x="1" y="286"/>
                  </a:cubicBezTo>
                  <a:cubicBezTo>
                    <a:pt x="1" y="286"/>
                    <a:pt x="1011" y="1229"/>
                    <a:pt x="2045" y="1452"/>
                  </a:cubicBezTo>
                  <a:cubicBezTo>
                    <a:pt x="2199" y="1485"/>
                    <a:pt x="2348" y="1498"/>
                    <a:pt x="2490" y="1498"/>
                  </a:cubicBezTo>
                  <a:cubicBezTo>
                    <a:pt x="3214" y="1498"/>
                    <a:pt x="3771" y="1146"/>
                    <a:pt x="3879" y="1059"/>
                  </a:cubicBezTo>
                  <a:cubicBezTo>
                    <a:pt x="3895" y="1059"/>
                    <a:pt x="3907" y="1047"/>
                    <a:pt x="3907" y="1047"/>
                  </a:cubicBezTo>
                  <a:cubicBezTo>
                    <a:pt x="3907" y="1047"/>
                    <a:pt x="3369" y="286"/>
                    <a:pt x="2335" y="62"/>
                  </a:cubicBezTo>
                  <a:cubicBezTo>
                    <a:pt x="2129" y="18"/>
                    <a:pt x="1912" y="1"/>
                    <a:pt x="1697"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6" name="Google Shape;2156;p35"/>
            <p:cNvSpPr/>
            <p:nvPr/>
          </p:nvSpPr>
          <p:spPr>
            <a:xfrm>
              <a:off x="6814177" y="2615528"/>
              <a:ext cx="230788" cy="87021"/>
            </a:xfrm>
            <a:custGeom>
              <a:rect b="b" l="l" r="r" t="t"/>
              <a:pathLst>
                <a:path extrusionOk="0" h="1305" w="3461">
                  <a:moveTo>
                    <a:pt x="1500" y="1"/>
                  </a:moveTo>
                  <a:cubicBezTo>
                    <a:pt x="783" y="1"/>
                    <a:pt x="95" y="221"/>
                    <a:pt x="13" y="250"/>
                  </a:cubicBezTo>
                  <a:lnTo>
                    <a:pt x="1" y="250"/>
                  </a:lnTo>
                  <a:cubicBezTo>
                    <a:pt x="1" y="250"/>
                    <a:pt x="903" y="1078"/>
                    <a:pt x="1809" y="1260"/>
                  </a:cubicBezTo>
                  <a:cubicBezTo>
                    <a:pt x="1951" y="1291"/>
                    <a:pt x="2088" y="1305"/>
                    <a:pt x="2220" y="1305"/>
                  </a:cubicBezTo>
                  <a:cubicBezTo>
                    <a:pt x="2851" y="1305"/>
                    <a:pt x="3336" y="998"/>
                    <a:pt x="3432" y="933"/>
                  </a:cubicBezTo>
                  <a:cubicBezTo>
                    <a:pt x="3448" y="920"/>
                    <a:pt x="3460" y="920"/>
                    <a:pt x="3460" y="920"/>
                  </a:cubicBezTo>
                  <a:cubicBezTo>
                    <a:pt x="3460" y="920"/>
                    <a:pt x="2976" y="250"/>
                    <a:pt x="2070" y="55"/>
                  </a:cubicBezTo>
                  <a:cubicBezTo>
                    <a:pt x="1885" y="16"/>
                    <a:pt x="1692" y="1"/>
                    <a:pt x="1500"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7" name="Google Shape;2157;p35"/>
            <p:cNvSpPr/>
            <p:nvPr/>
          </p:nvSpPr>
          <p:spPr>
            <a:xfrm>
              <a:off x="6870991" y="2635199"/>
              <a:ext cx="157371" cy="52546"/>
            </a:xfrm>
            <a:custGeom>
              <a:rect b="b" l="l" r="r" t="t"/>
              <a:pathLst>
                <a:path extrusionOk="0" h="788" w="2360">
                  <a:moveTo>
                    <a:pt x="933" y="1"/>
                  </a:moveTo>
                  <a:cubicBezTo>
                    <a:pt x="480" y="1"/>
                    <a:pt x="63" y="106"/>
                    <a:pt x="13" y="125"/>
                  </a:cubicBezTo>
                  <a:lnTo>
                    <a:pt x="1" y="125"/>
                  </a:lnTo>
                  <a:cubicBezTo>
                    <a:pt x="1" y="125"/>
                    <a:pt x="630" y="625"/>
                    <a:pt x="1259" y="754"/>
                  </a:cubicBezTo>
                  <a:cubicBezTo>
                    <a:pt x="1371" y="778"/>
                    <a:pt x="1478" y="788"/>
                    <a:pt x="1579" y="788"/>
                  </a:cubicBezTo>
                  <a:cubicBezTo>
                    <a:pt x="1984" y="788"/>
                    <a:pt x="2281" y="630"/>
                    <a:pt x="2344" y="597"/>
                  </a:cubicBezTo>
                  <a:lnTo>
                    <a:pt x="2360" y="584"/>
                  </a:lnTo>
                  <a:cubicBezTo>
                    <a:pt x="2360" y="584"/>
                    <a:pt x="2030" y="179"/>
                    <a:pt x="1401" y="47"/>
                  </a:cubicBezTo>
                  <a:cubicBezTo>
                    <a:pt x="1250" y="13"/>
                    <a:pt x="1089" y="1"/>
                    <a:pt x="933"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8" name="Google Shape;2158;p35"/>
            <p:cNvSpPr/>
            <p:nvPr/>
          </p:nvSpPr>
          <p:spPr>
            <a:xfrm>
              <a:off x="7360315" y="2564048"/>
              <a:ext cx="211517" cy="220252"/>
            </a:xfrm>
            <a:custGeom>
              <a:rect b="b" l="l" r="r" t="t"/>
              <a:pathLst>
                <a:path extrusionOk="0" h="3303" w="3172">
                  <a:moveTo>
                    <a:pt x="3159" y="0"/>
                  </a:moveTo>
                  <a:cubicBezTo>
                    <a:pt x="3159" y="0"/>
                    <a:pt x="2083" y="41"/>
                    <a:pt x="1234" y="906"/>
                  </a:cubicBezTo>
                  <a:cubicBezTo>
                    <a:pt x="419" y="1730"/>
                    <a:pt x="38" y="3174"/>
                    <a:pt x="1" y="3303"/>
                  </a:cubicBezTo>
                  <a:cubicBezTo>
                    <a:pt x="1" y="3303"/>
                    <a:pt x="1532" y="2922"/>
                    <a:pt x="2397" y="2057"/>
                  </a:cubicBezTo>
                  <a:cubicBezTo>
                    <a:pt x="3171" y="1271"/>
                    <a:pt x="3171" y="223"/>
                    <a:pt x="3159" y="28"/>
                  </a:cubicBezTo>
                  <a:lnTo>
                    <a:pt x="3159"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9" name="Google Shape;2159;p35"/>
            <p:cNvSpPr/>
            <p:nvPr/>
          </p:nvSpPr>
          <p:spPr>
            <a:xfrm>
              <a:off x="7385721" y="2564848"/>
              <a:ext cx="186111" cy="195113"/>
            </a:xfrm>
            <a:custGeom>
              <a:rect b="b" l="l" r="r" t="t"/>
              <a:pathLst>
                <a:path extrusionOk="0" h="2926" w="2791">
                  <a:moveTo>
                    <a:pt x="2790" y="1"/>
                  </a:moveTo>
                  <a:cubicBezTo>
                    <a:pt x="2790" y="1"/>
                    <a:pt x="1847" y="42"/>
                    <a:pt x="1089" y="803"/>
                  </a:cubicBezTo>
                  <a:cubicBezTo>
                    <a:pt x="365" y="1523"/>
                    <a:pt x="25" y="2794"/>
                    <a:pt x="0" y="2910"/>
                  </a:cubicBezTo>
                  <a:lnTo>
                    <a:pt x="0" y="2926"/>
                  </a:lnTo>
                  <a:cubicBezTo>
                    <a:pt x="0" y="2926"/>
                    <a:pt x="1350" y="2570"/>
                    <a:pt x="2095" y="1797"/>
                  </a:cubicBezTo>
                  <a:cubicBezTo>
                    <a:pt x="2790" y="1117"/>
                    <a:pt x="2790" y="186"/>
                    <a:pt x="2790" y="29"/>
                  </a:cubicBezTo>
                  <a:lnTo>
                    <a:pt x="2790" y="1"/>
                  </a:ln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0" name="Google Shape;2160;p35"/>
            <p:cNvSpPr/>
            <p:nvPr/>
          </p:nvSpPr>
          <p:spPr>
            <a:xfrm>
              <a:off x="7431000" y="2578052"/>
              <a:ext cx="128631" cy="133698"/>
            </a:xfrm>
            <a:custGeom>
              <a:rect b="b" l="l" r="r" t="t"/>
              <a:pathLst>
                <a:path extrusionOk="0" h="2005" w="1929">
                  <a:moveTo>
                    <a:pt x="1929" y="1"/>
                  </a:moveTo>
                  <a:cubicBezTo>
                    <a:pt x="1929" y="1"/>
                    <a:pt x="1325" y="80"/>
                    <a:pt x="803" y="605"/>
                  </a:cubicBezTo>
                  <a:cubicBezTo>
                    <a:pt x="315" y="1102"/>
                    <a:pt x="29" y="1926"/>
                    <a:pt x="1" y="1992"/>
                  </a:cubicBezTo>
                  <a:lnTo>
                    <a:pt x="1" y="2004"/>
                  </a:lnTo>
                  <a:cubicBezTo>
                    <a:pt x="1" y="2004"/>
                    <a:pt x="881" y="1706"/>
                    <a:pt x="1403" y="1193"/>
                  </a:cubicBezTo>
                  <a:cubicBezTo>
                    <a:pt x="1863" y="721"/>
                    <a:pt x="1916" y="133"/>
                    <a:pt x="1929" y="26"/>
                  </a:cubicBezTo>
                  <a:lnTo>
                    <a:pt x="1929" y="1"/>
                  </a:ln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1" name="Google Shape;2161;p35"/>
            <p:cNvSpPr/>
            <p:nvPr/>
          </p:nvSpPr>
          <p:spPr>
            <a:xfrm>
              <a:off x="7553497" y="2564048"/>
              <a:ext cx="171174" cy="268264"/>
            </a:xfrm>
            <a:custGeom>
              <a:rect b="b" l="l" r="r" t="t"/>
              <a:pathLst>
                <a:path extrusionOk="0" h="4023" w="2567">
                  <a:moveTo>
                    <a:pt x="287" y="0"/>
                  </a:moveTo>
                  <a:cubicBezTo>
                    <a:pt x="287" y="0"/>
                    <a:pt x="0" y="1035"/>
                    <a:pt x="563" y="2111"/>
                  </a:cubicBezTo>
                  <a:cubicBezTo>
                    <a:pt x="1089" y="3145"/>
                    <a:pt x="2347" y="3944"/>
                    <a:pt x="2451" y="4023"/>
                  </a:cubicBezTo>
                  <a:lnTo>
                    <a:pt x="2463" y="4023"/>
                  </a:lnTo>
                  <a:cubicBezTo>
                    <a:pt x="2463" y="4023"/>
                    <a:pt x="2567" y="2438"/>
                    <a:pt x="2004" y="1365"/>
                  </a:cubicBezTo>
                  <a:cubicBezTo>
                    <a:pt x="1507" y="381"/>
                    <a:pt x="510" y="54"/>
                    <a:pt x="328"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2" name="Google Shape;2162;p35"/>
            <p:cNvSpPr/>
            <p:nvPr/>
          </p:nvSpPr>
          <p:spPr>
            <a:xfrm>
              <a:off x="7556831" y="2563181"/>
              <a:ext cx="150436" cy="237723"/>
            </a:xfrm>
            <a:custGeom>
              <a:rect b="b" l="l" r="r" t="t"/>
              <a:pathLst>
                <a:path extrusionOk="0" h="3565" w="2256">
                  <a:moveTo>
                    <a:pt x="252" y="1"/>
                  </a:moveTo>
                  <a:cubicBezTo>
                    <a:pt x="252" y="1"/>
                    <a:pt x="1" y="919"/>
                    <a:pt x="501" y="1875"/>
                  </a:cubicBezTo>
                  <a:cubicBezTo>
                    <a:pt x="960" y="2778"/>
                    <a:pt x="2061" y="3501"/>
                    <a:pt x="2165" y="3552"/>
                  </a:cubicBezTo>
                  <a:lnTo>
                    <a:pt x="2165" y="3564"/>
                  </a:lnTo>
                  <a:cubicBezTo>
                    <a:pt x="2165" y="3564"/>
                    <a:pt x="2256" y="2164"/>
                    <a:pt x="1759" y="1221"/>
                  </a:cubicBezTo>
                  <a:cubicBezTo>
                    <a:pt x="1312" y="356"/>
                    <a:pt x="435" y="67"/>
                    <a:pt x="278" y="13"/>
                  </a:cubicBezTo>
                  <a:cubicBezTo>
                    <a:pt x="265" y="13"/>
                    <a:pt x="252" y="1"/>
                    <a:pt x="252"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3" name="Google Shape;2163;p35"/>
            <p:cNvSpPr/>
            <p:nvPr/>
          </p:nvSpPr>
          <p:spPr>
            <a:xfrm>
              <a:off x="7575303" y="2579785"/>
              <a:ext cx="95289" cy="162572"/>
            </a:xfrm>
            <a:custGeom>
              <a:rect b="b" l="l" r="r" t="t"/>
              <a:pathLst>
                <a:path extrusionOk="0" h="2438" w="1429">
                  <a:moveTo>
                    <a:pt x="117" y="0"/>
                  </a:moveTo>
                  <a:cubicBezTo>
                    <a:pt x="117" y="0"/>
                    <a:pt x="1" y="591"/>
                    <a:pt x="340" y="1246"/>
                  </a:cubicBezTo>
                  <a:cubicBezTo>
                    <a:pt x="655" y="1862"/>
                    <a:pt x="1350" y="2387"/>
                    <a:pt x="1416" y="2438"/>
                  </a:cubicBezTo>
                  <a:lnTo>
                    <a:pt x="1428" y="2438"/>
                  </a:lnTo>
                  <a:cubicBezTo>
                    <a:pt x="1428" y="2438"/>
                    <a:pt x="1416" y="1522"/>
                    <a:pt x="1076" y="865"/>
                  </a:cubicBezTo>
                  <a:cubicBezTo>
                    <a:pt x="774" y="277"/>
                    <a:pt x="236" y="41"/>
                    <a:pt x="13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4" name="Google Shape;2164;p35"/>
            <p:cNvSpPr/>
            <p:nvPr/>
          </p:nvSpPr>
          <p:spPr>
            <a:xfrm>
              <a:off x="7573636" y="2478360"/>
              <a:ext cx="299738" cy="112893"/>
            </a:xfrm>
            <a:custGeom>
              <a:rect b="b" l="l" r="r" t="t"/>
              <a:pathLst>
                <a:path extrusionOk="0" h="1693" w="4495">
                  <a:moveTo>
                    <a:pt x="2346" y="0"/>
                  </a:moveTo>
                  <a:cubicBezTo>
                    <a:pt x="2169" y="0"/>
                    <a:pt x="1993" y="12"/>
                    <a:pt x="1821" y="40"/>
                  </a:cubicBezTo>
                  <a:cubicBezTo>
                    <a:pt x="746" y="225"/>
                    <a:pt x="117" y="1078"/>
                    <a:pt x="13" y="1235"/>
                  </a:cubicBezTo>
                  <a:cubicBezTo>
                    <a:pt x="0" y="1247"/>
                    <a:pt x="0" y="1260"/>
                    <a:pt x="0" y="1260"/>
                  </a:cubicBezTo>
                  <a:cubicBezTo>
                    <a:pt x="0" y="1260"/>
                    <a:pt x="655" y="1693"/>
                    <a:pt x="1602" y="1693"/>
                  </a:cubicBezTo>
                  <a:cubicBezTo>
                    <a:pt x="1759" y="1693"/>
                    <a:pt x="1924" y="1681"/>
                    <a:pt x="2095" y="1653"/>
                  </a:cubicBezTo>
                  <a:cubicBezTo>
                    <a:pt x="3237" y="1471"/>
                    <a:pt x="4388" y="527"/>
                    <a:pt x="4495" y="433"/>
                  </a:cubicBezTo>
                  <a:cubicBezTo>
                    <a:pt x="4495" y="433"/>
                    <a:pt x="3414" y="0"/>
                    <a:pt x="2346" y="0"/>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5" name="Google Shape;2165;p35"/>
            <p:cNvSpPr/>
            <p:nvPr/>
          </p:nvSpPr>
          <p:spPr>
            <a:xfrm>
              <a:off x="7573636" y="2488296"/>
              <a:ext cx="264730" cy="98223"/>
            </a:xfrm>
            <a:custGeom>
              <a:rect b="b" l="l" r="r" t="t"/>
              <a:pathLst>
                <a:path extrusionOk="0" h="1473" w="3970">
                  <a:moveTo>
                    <a:pt x="2074" y="1"/>
                  </a:moveTo>
                  <a:cubicBezTo>
                    <a:pt x="1918" y="1"/>
                    <a:pt x="1762" y="11"/>
                    <a:pt x="1611" y="35"/>
                  </a:cubicBezTo>
                  <a:cubicBezTo>
                    <a:pt x="655" y="193"/>
                    <a:pt x="104" y="941"/>
                    <a:pt x="13" y="1070"/>
                  </a:cubicBezTo>
                  <a:cubicBezTo>
                    <a:pt x="0" y="1086"/>
                    <a:pt x="0" y="1098"/>
                    <a:pt x="0" y="1098"/>
                  </a:cubicBezTo>
                  <a:cubicBezTo>
                    <a:pt x="0" y="1098"/>
                    <a:pt x="578" y="1473"/>
                    <a:pt x="1411" y="1473"/>
                  </a:cubicBezTo>
                  <a:cubicBezTo>
                    <a:pt x="1549" y="1473"/>
                    <a:pt x="1695" y="1462"/>
                    <a:pt x="1847" y="1438"/>
                  </a:cubicBezTo>
                  <a:cubicBezTo>
                    <a:pt x="2856" y="1281"/>
                    <a:pt x="3866" y="457"/>
                    <a:pt x="3970" y="378"/>
                  </a:cubicBezTo>
                  <a:cubicBezTo>
                    <a:pt x="3970" y="378"/>
                    <a:pt x="3016" y="1"/>
                    <a:pt x="2074"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6" name="Google Shape;2166;p35"/>
            <p:cNvSpPr/>
            <p:nvPr/>
          </p:nvSpPr>
          <p:spPr>
            <a:xfrm>
              <a:off x="7591907" y="2512302"/>
              <a:ext cx="181043" cy="58881"/>
            </a:xfrm>
            <a:custGeom>
              <a:rect b="b" l="l" r="r" t="t"/>
              <a:pathLst>
                <a:path extrusionOk="0" h="883" w="2715">
                  <a:moveTo>
                    <a:pt x="1506" y="1"/>
                  </a:moveTo>
                  <a:cubicBezTo>
                    <a:pt x="1374" y="1"/>
                    <a:pt x="1241" y="10"/>
                    <a:pt x="1113" y="31"/>
                  </a:cubicBezTo>
                  <a:cubicBezTo>
                    <a:pt x="459" y="135"/>
                    <a:pt x="66" y="581"/>
                    <a:pt x="0" y="660"/>
                  </a:cubicBezTo>
                  <a:lnTo>
                    <a:pt x="0" y="672"/>
                  </a:lnTo>
                  <a:cubicBezTo>
                    <a:pt x="0" y="672"/>
                    <a:pt x="366" y="883"/>
                    <a:pt x="906" y="883"/>
                  </a:cubicBezTo>
                  <a:cubicBezTo>
                    <a:pt x="1013" y="883"/>
                    <a:pt x="1127" y="875"/>
                    <a:pt x="1246" y="855"/>
                  </a:cubicBezTo>
                  <a:cubicBezTo>
                    <a:pt x="1941" y="738"/>
                    <a:pt x="2648" y="238"/>
                    <a:pt x="2714" y="188"/>
                  </a:cubicBezTo>
                  <a:cubicBezTo>
                    <a:pt x="2714" y="188"/>
                    <a:pt x="2119" y="1"/>
                    <a:pt x="150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7" name="Google Shape;2167;p35"/>
            <p:cNvSpPr/>
            <p:nvPr/>
          </p:nvSpPr>
          <p:spPr>
            <a:xfrm>
              <a:off x="7521222" y="2258237"/>
              <a:ext cx="131098" cy="302472"/>
            </a:xfrm>
            <a:custGeom>
              <a:rect b="b" l="l" r="r" t="t"/>
              <a:pathLst>
                <a:path extrusionOk="0" h="4536" w="1966">
                  <a:moveTo>
                    <a:pt x="1375" y="0"/>
                  </a:moveTo>
                  <a:cubicBezTo>
                    <a:pt x="1375" y="0"/>
                    <a:pt x="352" y="1233"/>
                    <a:pt x="170" y="2425"/>
                  </a:cubicBezTo>
                  <a:cubicBezTo>
                    <a:pt x="0" y="3514"/>
                    <a:pt x="629" y="4363"/>
                    <a:pt x="733" y="4520"/>
                  </a:cubicBezTo>
                  <a:cubicBezTo>
                    <a:pt x="746" y="4536"/>
                    <a:pt x="758" y="4536"/>
                    <a:pt x="758" y="4536"/>
                  </a:cubicBezTo>
                  <a:cubicBezTo>
                    <a:pt x="758" y="4536"/>
                    <a:pt x="1598" y="3878"/>
                    <a:pt x="1780" y="2674"/>
                  </a:cubicBezTo>
                  <a:cubicBezTo>
                    <a:pt x="1966" y="1532"/>
                    <a:pt x="1428" y="145"/>
                    <a:pt x="1375" y="13"/>
                  </a:cubicBezTo>
                  <a:lnTo>
                    <a:pt x="1375"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8" name="Google Shape;2168;p35"/>
            <p:cNvSpPr/>
            <p:nvPr/>
          </p:nvSpPr>
          <p:spPr>
            <a:xfrm>
              <a:off x="7527291" y="2294113"/>
              <a:ext cx="114561" cy="266597"/>
            </a:xfrm>
            <a:custGeom>
              <a:rect b="b" l="l" r="r" t="t"/>
              <a:pathLst>
                <a:path extrusionOk="0" h="3998" w="1718">
                  <a:moveTo>
                    <a:pt x="1192" y="0"/>
                  </a:moveTo>
                  <a:cubicBezTo>
                    <a:pt x="1192" y="0"/>
                    <a:pt x="315" y="1073"/>
                    <a:pt x="145" y="2136"/>
                  </a:cubicBezTo>
                  <a:cubicBezTo>
                    <a:pt x="0" y="3092"/>
                    <a:pt x="538" y="3853"/>
                    <a:pt x="642" y="3982"/>
                  </a:cubicBezTo>
                  <a:lnTo>
                    <a:pt x="655" y="3998"/>
                  </a:lnTo>
                  <a:cubicBezTo>
                    <a:pt x="655" y="3998"/>
                    <a:pt x="1387" y="3407"/>
                    <a:pt x="1560" y="2347"/>
                  </a:cubicBezTo>
                  <a:cubicBezTo>
                    <a:pt x="1718" y="1337"/>
                    <a:pt x="1246" y="117"/>
                    <a:pt x="1205"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9" name="Google Shape;2169;p35"/>
            <p:cNvSpPr/>
            <p:nvPr/>
          </p:nvSpPr>
          <p:spPr>
            <a:xfrm>
              <a:off x="7548229" y="2359530"/>
              <a:ext cx="69083" cy="182777"/>
            </a:xfrm>
            <a:custGeom>
              <a:rect b="b" l="l" r="r" t="t"/>
              <a:pathLst>
                <a:path extrusionOk="0" h="2741" w="1036">
                  <a:moveTo>
                    <a:pt x="746" y="1"/>
                  </a:moveTo>
                  <a:cubicBezTo>
                    <a:pt x="746" y="1"/>
                    <a:pt x="208" y="749"/>
                    <a:pt x="105" y="1482"/>
                  </a:cubicBezTo>
                  <a:cubicBezTo>
                    <a:pt x="1" y="2136"/>
                    <a:pt x="303" y="2636"/>
                    <a:pt x="366" y="2727"/>
                  </a:cubicBezTo>
                  <a:lnTo>
                    <a:pt x="366" y="2740"/>
                  </a:lnTo>
                  <a:cubicBezTo>
                    <a:pt x="366" y="2740"/>
                    <a:pt x="812" y="2334"/>
                    <a:pt x="916" y="1601"/>
                  </a:cubicBezTo>
                  <a:cubicBezTo>
                    <a:pt x="1036" y="906"/>
                    <a:pt x="775" y="79"/>
                    <a:pt x="74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0" name="Google Shape;2170;p35"/>
            <p:cNvSpPr/>
            <p:nvPr/>
          </p:nvSpPr>
          <p:spPr>
            <a:xfrm>
              <a:off x="7295699" y="2429614"/>
              <a:ext cx="274398" cy="144368"/>
            </a:xfrm>
            <a:custGeom>
              <a:rect b="b" l="l" r="r" t="t"/>
              <a:pathLst>
                <a:path extrusionOk="0" h="2165" w="4115">
                  <a:moveTo>
                    <a:pt x="379" y="1"/>
                  </a:moveTo>
                  <a:cubicBezTo>
                    <a:pt x="178" y="1"/>
                    <a:pt x="40" y="9"/>
                    <a:pt x="1" y="13"/>
                  </a:cubicBezTo>
                  <a:cubicBezTo>
                    <a:pt x="1" y="13"/>
                    <a:pt x="838" y="1349"/>
                    <a:pt x="1926" y="1900"/>
                  </a:cubicBezTo>
                  <a:cubicBezTo>
                    <a:pt x="2337" y="2102"/>
                    <a:pt x="2749" y="2165"/>
                    <a:pt x="3104" y="2165"/>
                  </a:cubicBezTo>
                  <a:cubicBezTo>
                    <a:pt x="3599" y="2165"/>
                    <a:pt x="3982" y="2042"/>
                    <a:pt x="4090" y="2004"/>
                  </a:cubicBezTo>
                  <a:lnTo>
                    <a:pt x="4115" y="1991"/>
                  </a:lnTo>
                  <a:cubicBezTo>
                    <a:pt x="4115" y="1991"/>
                    <a:pt x="3747" y="981"/>
                    <a:pt x="2659" y="431"/>
                  </a:cubicBezTo>
                  <a:cubicBezTo>
                    <a:pt x="1906" y="60"/>
                    <a:pt x="917" y="1"/>
                    <a:pt x="379" y="1"/>
                  </a:cubicBez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1" name="Google Shape;2171;p35"/>
            <p:cNvSpPr/>
            <p:nvPr/>
          </p:nvSpPr>
          <p:spPr>
            <a:xfrm>
              <a:off x="7327173" y="2445485"/>
              <a:ext cx="242924" cy="127364"/>
            </a:xfrm>
            <a:custGeom>
              <a:rect b="b" l="l" r="r" t="t"/>
              <a:pathLst>
                <a:path extrusionOk="0" h="1910" w="3643">
                  <a:moveTo>
                    <a:pt x="330" y="0"/>
                  </a:moveTo>
                  <a:cubicBezTo>
                    <a:pt x="160" y="0"/>
                    <a:pt x="44" y="7"/>
                    <a:pt x="13" y="11"/>
                  </a:cubicBezTo>
                  <a:lnTo>
                    <a:pt x="1" y="11"/>
                  </a:lnTo>
                  <a:cubicBezTo>
                    <a:pt x="1" y="11"/>
                    <a:pt x="759" y="1190"/>
                    <a:pt x="1715" y="1662"/>
                  </a:cubicBezTo>
                  <a:cubicBezTo>
                    <a:pt x="2084" y="1851"/>
                    <a:pt x="2456" y="1910"/>
                    <a:pt x="2773" y="1910"/>
                  </a:cubicBezTo>
                  <a:cubicBezTo>
                    <a:pt x="3199" y="1910"/>
                    <a:pt x="3528" y="1803"/>
                    <a:pt x="3618" y="1766"/>
                  </a:cubicBezTo>
                  <a:lnTo>
                    <a:pt x="3643" y="1766"/>
                  </a:lnTo>
                  <a:cubicBezTo>
                    <a:pt x="3643" y="1766"/>
                    <a:pt x="3316" y="875"/>
                    <a:pt x="2344" y="391"/>
                  </a:cubicBezTo>
                  <a:cubicBezTo>
                    <a:pt x="1682" y="54"/>
                    <a:pt x="799" y="0"/>
                    <a:pt x="33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2" name="Google Shape;2172;p35"/>
            <p:cNvSpPr/>
            <p:nvPr/>
          </p:nvSpPr>
          <p:spPr>
            <a:xfrm>
              <a:off x="7386522" y="2474892"/>
              <a:ext cx="166173" cy="84687"/>
            </a:xfrm>
            <a:custGeom>
              <a:rect b="b" l="l" r="r" t="t"/>
              <a:pathLst>
                <a:path extrusionOk="0" h="1270" w="2492">
                  <a:moveTo>
                    <a:pt x="1" y="0"/>
                  </a:moveTo>
                  <a:cubicBezTo>
                    <a:pt x="1" y="0"/>
                    <a:pt x="551" y="749"/>
                    <a:pt x="1205" y="1076"/>
                  </a:cubicBezTo>
                  <a:cubicBezTo>
                    <a:pt x="1507" y="1227"/>
                    <a:pt x="1799" y="1270"/>
                    <a:pt x="2028" y="1270"/>
                  </a:cubicBezTo>
                  <a:cubicBezTo>
                    <a:pt x="2258" y="1270"/>
                    <a:pt x="2424" y="1227"/>
                    <a:pt x="2476" y="1208"/>
                  </a:cubicBezTo>
                  <a:lnTo>
                    <a:pt x="2492" y="1208"/>
                  </a:lnTo>
                  <a:cubicBezTo>
                    <a:pt x="2492" y="1208"/>
                    <a:pt x="2240" y="658"/>
                    <a:pt x="1586" y="328"/>
                  </a:cubicBezTo>
                  <a:cubicBezTo>
                    <a:pt x="957" y="13"/>
                    <a:pt x="92" y="0"/>
                    <a:pt x="13"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73" name="Google Shape;2173;p35"/>
          <p:cNvGrpSpPr/>
          <p:nvPr/>
        </p:nvGrpSpPr>
        <p:grpSpPr>
          <a:xfrm>
            <a:off x="7796973" y="955857"/>
            <a:ext cx="1254041" cy="1161963"/>
            <a:chOff x="7893253" y="3121156"/>
            <a:chExt cx="856410" cy="793528"/>
          </a:xfrm>
        </p:grpSpPr>
        <p:sp>
          <p:nvSpPr>
            <p:cNvPr id="2174" name="Google Shape;2174;p35"/>
            <p:cNvSpPr/>
            <p:nvPr/>
          </p:nvSpPr>
          <p:spPr>
            <a:xfrm>
              <a:off x="8310225" y="3121156"/>
              <a:ext cx="439438" cy="588340"/>
            </a:xfrm>
            <a:custGeom>
              <a:rect b="b" l="l" r="r" t="t"/>
              <a:pathLst>
                <a:path extrusionOk="0" h="8823" w="6590">
                  <a:moveTo>
                    <a:pt x="654" y="16"/>
                  </a:moveTo>
                  <a:cubicBezTo>
                    <a:pt x="642" y="0"/>
                    <a:pt x="629" y="0"/>
                    <a:pt x="629" y="0"/>
                  </a:cubicBezTo>
                  <a:cubicBezTo>
                    <a:pt x="629" y="0"/>
                    <a:pt x="0" y="3737"/>
                    <a:pt x="1258" y="6108"/>
                  </a:cubicBezTo>
                  <a:cubicBezTo>
                    <a:pt x="2397" y="8256"/>
                    <a:pt x="5017" y="8744"/>
                    <a:pt x="5504" y="8807"/>
                  </a:cubicBezTo>
                  <a:cubicBezTo>
                    <a:pt x="5555" y="8823"/>
                    <a:pt x="5583" y="8823"/>
                    <a:pt x="5583" y="8823"/>
                  </a:cubicBezTo>
                  <a:cubicBezTo>
                    <a:pt x="5583" y="8823"/>
                    <a:pt x="6589" y="6319"/>
                    <a:pt x="5331" y="3948"/>
                  </a:cubicBezTo>
                  <a:cubicBezTo>
                    <a:pt x="4139" y="1692"/>
                    <a:pt x="956" y="158"/>
                    <a:pt x="654" y="16"/>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5" name="Google Shape;2175;p35"/>
            <p:cNvSpPr/>
            <p:nvPr/>
          </p:nvSpPr>
          <p:spPr>
            <a:xfrm>
              <a:off x="7992879" y="3473512"/>
              <a:ext cx="435237" cy="425568"/>
            </a:xfrm>
            <a:custGeom>
              <a:rect b="b" l="l" r="r" t="t"/>
              <a:pathLst>
                <a:path extrusionOk="0" h="6382" w="6527">
                  <a:moveTo>
                    <a:pt x="13" y="0"/>
                  </a:moveTo>
                  <a:lnTo>
                    <a:pt x="0" y="0"/>
                  </a:lnTo>
                  <a:cubicBezTo>
                    <a:pt x="0" y="0"/>
                    <a:pt x="419" y="3249"/>
                    <a:pt x="2057" y="4888"/>
                  </a:cubicBezTo>
                  <a:cubicBezTo>
                    <a:pt x="3539" y="6382"/>
                    <a:pt x="5832" y="6118"/>
                    <a:pt x="6253" y="6055"/>
                  </a:cubicBezTo>
                  <a:cubicBezTo>
                    <a:pt x="6291" y="6055"/>
                    <a:pt x="6316" y="6039"/>
                    <a:pt x="6316" y="6039"/>
                  </a:cubicBezTo>
                  <a:cubicBezTo>
                    <a:pt x="6316" y="6039"/>
                    <a:pt x="6527" y="3708"/>
                    <a:pt x="4888" y="2070"/>
                  </a:cubicBezTo>
                  <a:cubicBezTo>
                    <a:pt x="3328" y="497"/>
                    <a:pt x="302" y="38"/>
                    <a:pt x="13" y="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6" name="Google Shape;2176;p35"/>
            <p:cNvSpPr/>
            <p:nvPr/>
          </p:nvSpPr>
          <p:spPr>
            <a:xfrm>
              <a:off x="8211400" y="3155298"/>
              <a:ext cx="439704" cy="587339"/>
            </a:xfrm>
            <a:custGeom>
              <a:rect b="b" l="l" r="r" t="t"/>
              <a:pathLst>
                <a:path extrusionOk="0" h="8808" w="6594">
                  <a:moveTo>
                    <a:pt x="630" y="1"/>
                  </a:moveTo>
                  <a:cubicBezTo>
                    <a:pt x="630" y="1"/>
                    <a:pt x="1" y="3734"/>
                    <a:pt x="1259" y="6093"/>
                  </a:cubicBezTo>
                  <a:cubicBezTo>
                    <a:pt x="2397" y="8245"/>
                    <a:pt x="5021" y="8729"/>
                    <a:pt x="5505" y="8795"/>
                  </a:cubicBezTo>
                  <a:cubicBezTo>
                    <a:pt x="5543" y="8808"/>
                    <a:pt x="5571" y="8808"/>
                    <a:pt x="5571" y="8808"/>
                  </a:cubicBezTo>
                  <a:cubicBezTo>
                    <a:pt x="5571" y="8808"/>
                    <a:pt x="6593" y="6304"/>
                    <a:pt x="5335" y="3932"/>
                  </a:cubicBezTo>
                  <a:cubicBezTo>
                    <a:pt x="4140" y="1677"/>
                    <a:pt x="944" y="146"/>
                    <a:pt x="655" y="1"/>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7" name="Google Shape;2177;p35"/>
            <p:cNvSpPr/>
            <p:nvPr/>
          </p:nvSpPr>
          <p:spPr>
            <a:xfrm>
              <a:off x="8255012" y="3155298"/>
              <a:ext cx="396094" cy="587339"/>
            </a:xfrm>
            <a:custGeom>
              <a:rect b="b" l="l" r="r" t="t"/>
              <a:pathLst>
                <a:path extrusionOk="0" h="8808" w="5940">
                  <a:moveTo>
                    <a:pt x="1" y="1"/>
                  </a:moveTo>
                  <a:lnTo>
                    <a:pt x="4851" y="8795"/>
                  </a:lnTo>
                  <a:cubicBezTo>
                    <a:pt x="4889" y="8808"/>
                    <a:pt x="4917" y="8808"/>
                    <a:pt x="4917" y="8808"/>
                  </a:cubicBezTo>
                  <a:cubicBezTo>
                    <a:pt x="4917" y="8808"/>
                    <a:pt x="5939" y="6304"/>
                    <a:pt x="4681" y="3932"/>
                  </a:cubicBezTo>
                  <a:cubicBezTo>
                    <a:pt x="3486" y="1677"/>
                    <a:pt x="290" y="146"/>
                    <a:pt x="1" y="1"/>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8" name="Google Shape;2178;p35"/>
            <p:cNvSpPr/>
            <p:nvPr/>
          </p:nvSpPr>
          <p:spPr>
            <a:xfrm>
              <a:off x="7893253" y="3506654"/>
              <a:ext cx="436104" cy="408030"/>
            </a:xfrm>
            <a:custGeom>
              <a:rect b="b" l="l" r="r" t="t"/>
              <a:pathLst>
                <a:path extrusionOk="0" h="6119" w="6540">
                  <a:moveTo>
                    <a:pt x="0" y="0"/>
                  </a:moveTo>
                  <a:cubicBezTo>
                    <a:pt x="0" y="0"/>
                    <a:pt x="434" y="3249"/>
                    <a:pt x="2070" y="4900"/>
                  </a:cubicBezTo>
                  <a:cubicBezTo>
                    <a:pt x="3102" y="5933"/>
                    <a:pt x="4528" y="6119"/>
                    <a:pt x="5441" y="6119"/>
                  </a:cubicBezTo>
                  <a:cubicBezTo>
                    <a:pt x="5838" y="6119"/>
                    <a:pt x="6138" y="6084"/>
                    <a:pt x="6266" y="6067"/>
                  </a:cubicBezTo>
                  <a:cubicBezTo>
                    <a:pt x="6303" y="6055"/>
                    <a:pt x="6332" y="6055"/>
                    <a:pt x="6332" y="6055"/>
                  </a:cubicBezTo>
                  <a:cubicBezTo>
                    <a:pt x="6332" y="6055"/>
                    <a:pt x="6539" y="3721"/>
                    <a:pt x="4901" y="2070"/>
                  </a:cubicBezTo>
                  <a:cubicBezTo>
                    <a:pt x="3328" y="510"/>
                    <a:pt x="302" y="38"/>
                    <a:pt x="26" y="0"/>
                  </a:cubicBezTo>
                  <a:close/>
                </a:path>
              </a:pathLst>
            </a:custGeom>
            <a:solidFill>
              <a:srgbClr val="00695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9" name="Google Shape;2179;p35"/>
            <p:cNvSpPr/>
            <p:nvPr/>
          </p:nvSpPr>
          <p:spPr>
            <a:xfrm>
              <a:off x="7894920" y="3506654"/>
              <a:ext cx="434436" cy="404629"/>
            </a:xfrm>
            <a:custGeom>
              <a:rect b="b" l="l" r="r" t="t"/>
              <a:pathLst>
                <a:path extrusionOk="0" h="6068" w="6515">
                  <a:moveTo>
                    <a:pt x="1" y="0"/>
                  </a:moveTo>
                  <a:lnTo>
                    <a:pt x="6241" y="6067"/>
                  </a:lnTo>
                  <a:cubicBezTo>
                    <a:pt x="6278" y="6055"/>
                    <a:pt x="6307" y="6055"/>
                    <a:pt x="6307" y="6055"/>
                  </a:cubicBezTo>
                  <a:cubicBezTo>
                    <a:pt x="6307" y="6055"/>
                    <a:pt x="6514" y="3721"/>
                    <a:pt x="4876" y="2070"/>
                  </a:cubicBezTo>
                  <a:cubicBezTo>
                    <a:pt x="3303" y="510"/>
                    <a:pt x="277" y="38"/>
                    <a:pt x="1" y="0"/>
                  </a:cubicBezTo>
                  <a:close/>
                </a:path>
              </a:pathLst>
            </a:custGeom>
            <a:solidFill>
              <a:srgbClr val="509C7D"/>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80" name="Google Shape;2180;p35"/>
          <p:cNvGrpSpPr/>
          <p:nvPr/>
        </p:nvGrpSpPr>
        <p:grpSpPr>
          <a:xfrm>
            <a:off x="7522056" y="2429526"/>
            <a:ext cx="1963279" cy="2173855"/>
            <a:chOff x="1180196" y="1611644"/>
            <a:chExt cx="1265489" cy="1401221"/>
          </a:xfrm>
        </p:grpSpPr>
        <p:sp>
          <p:nvSpPr>
            <p:cNvPr id="2181" name="Google Shape;2181;p35"/>
            <p:cNvSpPr/>
            <p:nvPr/>
          </p:nvSpPr>
          <p:spPr>
            <a:xfrm>
              <a:off x="1368110" y="1764685"/>
              <a:ext cx="719237" cy="825996"/>
            </a:xfrm>
            <a:custGeom>
              <a:rect b="b" l="l" r="r" t="t"/>
              <a:pathLst>
                <a:path extrusionOk="0" h="12387" w="10786">
                  <a:moveTo>
                    <a:pt x="394" y="7275"/>
                  </a:moveTo>
                  <a:cubicBezTo>
                    <a:pt x="236" y="7392"/>
                    <a:pt x="133" y="7549"/>
                    <a:pt x="79" y="7719"/>
                  </a:cubicBezTo>
                  <a:cubicBezTo>
                    <a:pt x="1" y="7942"/>
                    <a:pt x="38" y="8178"/>
                    <a:pt x="183" y="8364"/>
                  </a:cubicBezTo>
                  <a:lnTo>
                    <a:pt x="497" y="8757"/>
                  </a:lnTo>
                  <a:lnTo>
                    <a:pt x="604" y="8873"/>
                  </a:lnTo>
                  <a:cubicBezTo>
                    <a:pt x="762" y="9071"/>
                    <a:pt x="1035" y="9134"/>
                    <a:pt x="1312" y="9084"/>
                  </a:cubicBezTo>
                  <a:cubicBezTo>
                    <a:pt x="1454" y="9043"/>
                    <a:pt x="1586" y="8977"/>
                    <a:pt x="1718" y="8886"/>
                  </a:cubicBezTo>
                  <a:lnTo>
                    <a:pt x="4549" y="6580"/>
                  </a:lnTo>
                  <a:lnTo>
                    <a:pt x="2347" y="10892"/>
                  </a:lnTo>
                  <a:cubicBezTo>
                    <a:pt x="2256" y="11062"/>
                    <a:pt x="2215" y="11245"/>
                    <a:pt x="2240" y="11414"/>
                  </a:cubicBezTo>
                  <a:cubicBezTo>
                    <a:pt x="2268" y="11650"/>
                    <a:pt x="2385" y="11861"/>
                    <a:pt x="2583" y="11965"/>
                  </a:cubicBezTo>
                  <a:lnTo>
                    <a:pt x="3042" y="12201"/>
                  </a:lnTo>
                  <a:lnTo>
                    <a:pt x="3183" y="12267"/>
                  </a:lnTo>
                  <a:cubicBezTo>
                    <a:pt x="3407" y="12386"/>
                    <a:pt x="3684" y="12345"/>
                    <a:pt x="3907" y="12176"/>
                  </a:cubicBezTo>
                  <a:cubicBezTo>
                    <a:pt x="4036" y="12097"/>
                    <a:pt x="4127" y="11981"/>
                    <a:pt x="4206" y="11836"/>
                  </a:cubicBezTo>
                  <a:lnTo>
                    <a:pt x="8584" y="3316"/>
                  </a:lnTo>
                  <a:lnTo>
                    <a:pt x="10326" y="1900"/>
                  </a:lnTo>
                  <a:cubicBezTo>
                    <a:pt x="10694" y="1601"/>
                    <a:pt x="10785" y="1114"/>
                    <a:pt x="10537" y="815"/>
                  </a:cubicBezTo>
                  <a:lnTo>
                    <a:pt x="10446" y="696"/>
                  </a:lnTo>
                  <a:lnTo>
                    <a:pt x="10119" y="302"/>
                  </a:lnTo>
                  <a:cubicBezTo>
                    <a:pt x="9867" y="0"/>
                    <a:pt x="9370" y="0"/>
                    <a:pt x="9002" y="290"/>
                  </a:cubicBezTo>
                  <a:lnTo>
                    <a:pt x="8518" y="683"/>
                  </a:lnTo>
                  <a:lnTo>
                    <a:pt x="8414" y="630"/>
                  </a:lnTo>
                  <a:cubicBezTo>
                    <a:pt x="8059" y="447"/>
                    <a:pt x="7603" y="642"/>
                    <a:pt x="7392" y="1064"/>
                  </a:cubicBezTo>
                  <a:lnTo>
                    <a:pt x="6920" y="1979"/>
                  </a:ln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2" name="Google Shape;2182;p35"/>
            <p:cNvSpPr/>
            <p:nvPr/>
          </p:nvSpPr>
          <p:spPr>
            <a:xfrm>
              <a:off x="1924578" y="1611644"/>
              <a:ext cx="145168" cy="114627"/>
            </a:xfrm>
            <a:custGeom>
              <a:rect b="b" l="l" r="r" t="t"/>
              <a:pathLst>
                <a:path extrusionOk="0" h="1719" w="2177">
                  <a:moveTo>
                    <a:pt x="1324" y="1533"/>
                  </a:moveTo>
                  <a:cubicBezTo>
                    <a:pt x="1850" y="1350"/>
                    <a:pt x="2177" y="903"/>
                    <a:pt x="2045" y="526"/>
                  </a:cubicBezTo>
                  <a:cubicBezTo>
                    <a:pt x="1916" y="158"/>
                    <a:pt x="1378" y="1"/>
                    <a:pt x="853" y="183"/>
                  </a:cubicBezTo>
                  <a:cubicBezTo>
                    <a:pt x="327" y="353"/>
                    <a:pt x="0" y="812"/>
                    <a:pt x="145" y="1180"/>
                  </a:cubicBezTo>
                  <a:cubicBezTo>
                    <a:pt x="277" y="1561"/>
                    <a:pt x="799" y="1718"/>
                    <a:pt x="1324" y="1533"/>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3" name="Google Shape;2183;p35"/>
            <p:cNvSpPr/>
            <p:nvPr/>
          </p:nvSpPr>
          <p:spPr>
            <a:xfrm>
              <a:off x="1228279" y="2027410"/>
              <a:ext cx="144168" cy="117295"/>
            </a:xfrm>
            <a:custGeom>
              <a:rect b="b" l="l" r="r" t="t"/>
              <a:pathLst>
                <a:path extrusionOk="0" h="1759" w="2162">
                  <a:moveTo>
                    <a:pt x="1441" y="1469"/>
                  </a:moveTo>
                  <a:cubicBezTo>
                    <a:pt x="1926" y="1180"/>
                    <a:pt x="2162" y="683"/>
                    <a:pt x="1967" y="356"/>
                  </a:cubicBezTo>
                  <a:cubicBezTo>
                    <a:pt x="1768" y="29"/>
                    <a:pt x="1218" y="1"/>
                    <a:pt x="721" y="290"/>
                  </a:cubicBezTo>
                  <a:cubicBezTo>
                    <a:pt x="237" y="567"/>
                    <a:pt x="1" y="1064"/>
                    <a:pt x="196" y="1391"/>
                  </a:cubicBezTo>
                  <a:cubicBezTo>
                    <a:pt x="394" y="1718"/>
                    <a:pt x="957" y="1759"/>
                    <a:pt x="1441" y="1469"/>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4" name="Google Shape;2184;p35"/>
            <p:cNvSpPr/>
            <p:nvPr/>
          </p:nvSpPr>
          <p:spPr>
            <a:xfrm>
              <a:off x="1603107" y="1794218"/>
              <a:ext cx="152103" cy="117895"/>
            </a:xfrm>
            <a:custGeom>
              <a:rect b="b" l="l" r="r" t="t"/>
              <a:pathLst>
                <a:path extrusionOk="0" h="1768" w="2281">
                  <a:moveTo>
                    <a:pt x="1457" y="1507"/>
                  </a:moveTo>
                  <a:cubicBezTo>
                    <a:pt x="1994" y="1246"/>
                    <a:pt x="2281" y="746"/>
                    <a:pt x="2111" y="406"/>
                  </a:cubicBezTo>
                  <a:cubicBezTo>
                    <a:pt x="1941" y="66"/>
                    <a:pt x="1365" y="0"/>
                    <a:pt x="828" y="261"/>
                  </a:cubicBezTo>
                  <a:cubicBezTo>
                    <a:pt x="290" y="525"/>
                    <a:pt x="0" y="1022"/>
                    <a:pt x="173" y="1362"/>
                  </a:cubicBezTo>
                  <a:cubicBezTo>
                    <a:pt x="343" y="1705"/>
                    <a:pt x="919" y="1768"/>
                    <a:pt x="1457" y="150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5" name="Google Shape;2185;p35"/>
            <p:cNvSpPr/>
            <p:nvPr/>
          </p:nvSpPr>
          <p:spPr>
            <a:xfrm>
              <a:off x="1403857" y="1957592"/>
              <a:ext cx="94422" cy="121496"/>
            </a:xfrm>
            <a:custGeom>
              <a:rect b="b" l="l" r="r" t="t"/>
              <a:pathLst>
                <a:path extrusionOk="0" h="1822" w="1416">
                  <a:moveTo>
                    <a:pt x="592" y="1771"/>
                  </a:moveTo>
                  <a:cubicBezTo>
                    <a:pt x="931" y="1821"/>
                    <a:pt x="1274" y="1469"/>
                    <a:pt x="1337" y="997"/>
                  </a:cubicBezTo>
                  <a:cubicBezTo>
                    <a:pt x="1416" y="525"/>
                    <a:pt x="1180" y="91"/>
                    <a:pt x="828" y="41"/>
                  </a:cubicBezTo>
                  <a:cubicBezTo>
                    <a:pt x="472" y="0"/>
                    <a:pt x="132" y="340"/>
                    <a:pt x="66" y="812"/>
                  </a:cubicBezTo>
                  <a:cubicBezTo>
                    <a:pt x="0" y="1299"/>
                    <a:pt x="236" y="1718"/>
                    <a:pt x="592" y="177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6" name="Google Shape;2186;p35"/>
            <p:cNvSpPr/>
            <p:nvPr/>
          </p:nvSpPr>
          <p:spPr>
            <a:xfrm>
              <a:off x="2326723" y="1640792"/>
              <a:ext cx="118962" cy="143301"/>
            </a:xfrm>
            <a:custGeom>
              <a:rect b="b" l="l" r="r" t="t"/>
              <a:pathLst>
                <a:path extrusionOk="0" h="2149" w="1784">
                  <a:moveTo>
                    <a:pt x="236" y="787"/>
                  </a:moveTo>
                  <a:cubicBezTo>
                    <a:pt x="0" y="1284"/>
                    <a:pt x="104" y="1822"/>
                    <a:pt x="472" y="1991"/>
                  </a:cubicBezTo>
                  <a:cubicBezTo>
                    <a:pt x="840" y="2149"/>
                    <a:pt x="1324" y="1875"/>
                    <a:pt x="1548" y="1378"/>
                  </a:cubicBezTo>
                  <a:cubicBezTo>
                    <a:pt x="1784" y="878"/>
                    <a:pt x="1664" y="340"/>
                    <a:pt x="1312" y="170"/>
                  </a:cubicBezTo>
                  <a:cubicBezTo>
                    <a:pt x="944" y="1"/>
                    <a:pt x="459" y="277"/>
                    <a:pt x="236" y="787"/>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7" name="Google Shape;2187;p35"/>
            <p:cNvSpPr/>
            <p:nvPr/>
          </p:nvSpPr>
          <p:spPr>
            <a:xfrm>
              <a:off x="1425862" y="1826492"/>
              <a:ext cx="164306" cy="148569"/>
            </a:xfrm>
            <a:custGeom>
              <a:rect b="b" l="l" r="r" t="t"/>
              <a:pathLst>
                <a:path extrusionOk="0" h="2228" w="2464">
                  <a:moveTo>
                    <a:pt x="878" y="1494"/>
                  </a:moveTo>
                  <a:cubicBezTo>
                    <a:pt x="1400" y="1913"/>
                    <a:pt x="1888" y="2227"/>
                    <a:pt x="2174" y="1875"/>
                  </a:cubicBezTo>
                  <a:cubicBezTo>
                    <a:pt x="2463" y="1520"/>
                    <a:pt x="2265" y="906"/>
                    <a:pt x="1743" y="485"/>
                  </a:cubicBezTo>
                  <a:cubicBezTo>
                    <a:pt x="1230" y="54"/>
                    <a:pt x="576" y="0"/>
                    <a:pt x="287" y="356"/>
                  </a:cubicBezTo>
                  <a:cubicBezTo>
                    <a:pt x="1" y="696"/>
                    <a:pt x="353" y="1076"/>
                    <a:pt x="878" y="1494"/>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8" name="Google Shape;2188;p35"/>
            <p:cNvSpPr/>
            <p:nvPr/>
          </p:nvSpPr>
          <p:spPr>
            <a:xfrm>
              <a:off x="1599715" y="2593958"/>
              <a:ext cx="156504" cy="124229"/>
            </a:xfrm>
            <a:custGeom>
              <a:rect b="b" l="l" r="r" t="t"/>
              <a:pathLst>
                <a:path extrusionOk="0" h="1863" w="2347">
                  <a:moveTo>
                    <a:pt x="931" y="170"/>
                  </a:moveTo>
                  <a:cubicBezTo>
                    <a:pt x="356" y="353"/>
                    <a:pt x="0" y="840"/>
                    <a:pt x="132" y="1259"/>
                  </a:cubicBezTo>
                  <a:cubicBezTo>
                    <a:pt x="277" y="1677"/>
                    <a:pt x="840" y="1863"/>
                    <a:pt x="1415" y="1690"/>
                  </a:cubicBezTo>
                  <a:cubicBezTo>
                    <a:pt x="1991" y="1507"/>
                    <a:pt x="2346" y="1023"/>
                    <a:pt x="2202" y="605"/>
                  </a:cubicBezTo>
                  <a:cubicBezTo>
                    <a:pt x="2070" y="183"/>
                    <a:pt x="1494" y="1"/>
                    <a:pt x="931" y="17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9" name="Google Shape;2189;p35"/>
            <p:cNvSpPr/>
            <p:nvPr/>
          </p:nvSpPr>
          <p:spPr>
            <a:xfrm>
              <a:off x="1456412" y="2705786"/>
              <a:ext cx="113560" cy="147702"/>
            </a:xfrm>
            <a:custGeom>
              <a:rect b="b" l="l" r="r" t="t"/>
              <a:pathLst>
                <a:path extrusionOk="0" h="2215" w="1703">
                  <a:moveTo>
                    <a:pt x="1652" y="1180"/>
                  </a:moveTo>
                  <a:cubicBezTo>
                    <a:pt x="1703" y="591"/>
                    <a:pt x="1375" y="79"/>
                    <a:pt x="945" y="41"/>
                  </a:cubicBezTo>
                  <a:cubicBezTo>
                    <a:pt x="498" y="0"/>
                    <a:pt x="105" y="447"/>
                    <a:pt x="51" y="1035"/>
                  </a:cubicBezTo>
                  <a:cubicBezTo>
                    <a:pt x="1" y="1626"/>
                    <a:pt x="315" y="2136"/>
                    <a:pt x="759" y="2177"/>
                  </a:cubicBezTo>
                  <a:cubicBezTo>
                    <a:pt x="1206" y="2214"/>
                    <a:pt x="1599" y="1771"/>
                    <a:pt x="1652" y="1180"/>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0" name="Google Shape;2190;p35"/>
            <p:cNvSpPr/>
            <p:nvPr/>
          </p:nvSpPr>
          <p:spPr>
            <a:xfrm>
              <a:off x="2095558" y="1708737"/>
              <a:ext cx="173108" cy="115427"/>
            </a:xfrm>
            <a:custGeom>
              <a:rect b="b" l="l" r="r" t="t"/>
              <a:pathLst>
                <a:path extrusionOk="0" h="1731" w="2596">
                  <a:moveTo>
                    <a:pt x="1523" y="1548"/>
                  </a:moveTo>
                  <a:cubicBezTo>
                    <a:pt x="2177" y="1375"/>
                    <a:pt x="2595" y="878"/>
                    <a:pt x="2466" y="431"/>
                  </a:cubicBezTo>
                  <a:cubicBezTo>
                    <a:pt x="2334" y="0"/>
                    <a:pt x="1825" y="79"/>
                    <a:pt x="1180" y="261"/>
                  </a:cubicBezTo>
                  <a:cubicBezTo>
                    <a:pt x="538" y="447"/>
                    <a:pt x="0" y="655"/>
                    <a:pt x="132" y="1089"/>
                  </a:cubicBezTo>
                  <a:cubicBezTo>
                    <a:pt x="252" y="1520"/>
                    <a:pt x="881" y="1730"/>
                    <a:pt x="1523" y="1548"/>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1" name="Google Shape;2191;p35"/>
            <p:cNvSpPr/>
            <p:nvPr/>
          </p:nvSpPr>
          <p:spPr>
            <a:xfrm>
              <a:off x="1680002" y="2836019"/>
              <a:ext cx="141634" cy="166973"/>
            </a:xfrm>
            <a:custGeom>
              <a:rect b="b" l="l" r="r" t="t"/>
              <a:pathLst>
                <a:path extrusionOk="0" h="2504" w="2124">
                  <a:moveTo>
                    <a:pt x="369" y="261"/>
                  </a:moveTo>
                  <a:cubicBezTo>
                    <a:pt x="1" y="513"/>
                    <a:pt x="1" y="1167"/>
                    <a:pt x="381" y="1718"/>
                  </a:cubicBezTo>
                  <a:cubicBezTo>
                    <a:pt x="762" y="2268"/>
                    <a:pt x="1378" y="2504"/>
                    <a:pt x="1759" y="2243"/>
                  </a:cubicBezTo>
                  <a:cubicBezTo>
                    <a:pt x="2124" y="1991"/>
                    <a:pt x="1888" y="1535"/>
                    <a:pt x="1510" y="985"/>
                  </a:cubicBezTo>
                  <a:cubicBezTo>
                    <a:pt x="1117" y="434"/>
                    <a:pt x="749" y="0"/>
                    <a:pt x="369" y="261"/>
                  </a:cubicBezTo>
                  <a:close/>
                </a:path>
              </a:pathLst>
            </a:custGeom>
            <a:solidFill>
              <a:srgbClr val="31140C">
                <a:alpha val="293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2" name="Google Shape;2192;p35"/>
            <p:cNvSpPr/>
            <p:nvPr/>
          </p:nvSpPr>
          <p:spPr>
            <a:xfrm>
              <a:off x="1416989" y="1835703"/>
              <a:ext cx="444039" cy="732107"/>
            </a:xfrm>
            <a:custGeom>
              <a:rect b="b" l="l" r="r" t="t"/>
              <a:pathLst>
                <a:path extrusionOk="0" h="10979" w="6659">
                  <a:moveTo>
                    <a:pt x="5918" y="0"/>
                  </a:moveTo>
                  <a:cubicBezTo>
                    <a:pt x="5631" y="0"/>
                    <a:pt x="5335" y="183"/>
                    <a:pt x="5177" y="496"/>
                  </a:cubicBezTo>
                  <a:lnTo>
                    <a:pt x="120" y="10324"/>
                  </a:lnTo>
                  <a:cubicBezTo>
                    <a:pt x="41" y="10494"/>
                    <a:pt x="0" y="10680"/>
                    <a:pt x="29" y="10850"/>
                  </a:cubicBezTo>
                  <a:cubicBezTo>
                    <a:pt x="143" y="10792"/>
                    <a:pt x="283" y="10762"/>
                    <a:pt x="435" y="10762"/>
                  </a:cubicBezTo>
                  <a:cubicBezTo>
                    <a:pt x="632" y="10762"/>
                    <a:pt x="849" y="10811"/>
                    <a:pt x="1063" y="10916"/>
                  </a:cubicBezTo>
                  <a:cubicBezTo>
                    <a:pt x="1089" y="10941"/>
                    <a:pt x="1129" y="10953"/>
                    <a:pt x="1167" y="10979"/>
                  </a:cubicBezTo>
                  <a:lnTo>
                    <a:pt x="6659" y="301"/>
                  </a:lnTo>
                  <a:lnTo>
                    <a:pt x="6200" y="65"/>
                  </a:lnTo>
                  <a:cubicBezTo>
                    <a:pt x="6111" y="21"/>
                    <a:pt x="6015" y="0"/>
                    <a:pt x="5918"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3" name="Google Shape;2193;p35"/>
            <p:cNvSpPr/>
            <p:nvPr/>
          </p:nvSpPr>
          <p:spPr>
            <a:xfrm>
              <a:off x="1494809" y="1855708"/>
              <a:ext cx="405430" cy="755113"/>
            </a:xfrm>
            <a:custGeom>
              <a:rect b="b" l="l" r="r" t="t"/>
              <a:pathLst>
                <a:path extrusionOk="0" h="11324" w="6080">
                  <a:moveTo>
                    <a:pt x="5492" y="1"/>
                  </a:moveTo>
                  <a:lnTo>
                    <a:pt x="0" y="10679"/>
                  </a:lnTo>
                  <a:cubicBezTo>
                    <a:pt x="277" y="10851"/>
                    <a:pt x="459" y="11087"/>
                    <a:pt x="525" y="11323"/>
                  </a:cubicBezTo>
                  <a:cubicBezTo>
                    <a:pt x="642" y="11229"/>
                    <a:pt x="749" y="11113"/>
                    <a:pt x="827" y="10968"/>
                  </a:cubicBezTo>
                  <a:lnTo>
                    <a:pt x="5872" y="1139"/>
                  </a:lnTo>
                  <a:cubicBezTo>
                    <a:pt x="6080" y="733"/>
                    <a:pt x="5976" y="249"/>
                    <a:pt x="5624" y="63"/>
                  </a:cubicBezTo>
                  <a:lnTo>
                    <a:pt x="5492" y="1"/>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4" name="Google Shape;2194;p35"/>
            <p:cNvSpPr/>
            <p:nvPr/>
          </p:nvSpPr>
          <p:spPr>
            <a:xfrm>
              <a:off x="1418856" y="2553284"/>
              <a:ext cx="111026" cy="67283"/>
            </a:xfrm>
            <a:custGeom>
              <a:rect b="b" l="l" r="r" t="t"/>
              <a:pathLst>
                <a:path extrusionOk="0" h="1009" w="1665">
                  <a:moveTo>
                    <a:pt x="407" y="1"/>
                  </a:moveTo>
                  <a:cubicBezTo>
                    <a:pt x="255" y="1"/>
                    <a:pt x="115" y="31"/>
                    <a:pt x="1" y="89"/>
                  </a:cubicBezTo>
                  <a:cubicBezTo>
                    <a:pt x="13" y="337"/>
                    <a:pt x="142" y="532"/>
                    <a:pt x="340" y="639"/>
                  </a:cubicBezTo>
                  <a:lnTo>
                    <a:pt x="800" y="875"/>
                  </a:lnTo>
                  <a:lnTo>
                    <a:pt x="944" y="941"/>
                  </a:lnTo>
                  <a:cubicBezTo>
                    <a:pt x="1031" y="987"/>
                    <a:pt x="1127" y="1009"/>
                    <a:pt x="1225" y="1009"/>
                  </a:cubicBezTo>
                  <a:cubicBezTo>
                    <a:pt x="1375" y="1009"/>
                    <a:pt x="1529" y="957"/>
                    <a:pt x="1664" y="862"/>
                  </a:cubicBezTo>
                  <a:cubicBezTo>
                    <a:pt x="1598" y="626"/>
                    <a:pt x="1416" y="390"/>
                    <a:pt x="1139" y="218"/>
                  </a:cubicBezTo>
                  <a:cubicBezTo>
                    <a:pt x="1101" y="192"/>
                    <a:pt x="1061" y="180"/>
                    <a:pt x="1035" y="155"/>
                  </a:cubicBezTo>
                  <a:cubicBezTo>
                    <a:pt x="821" y="50"/>
                    <a:pt x="604" y="1"/>
                    <a:pt x="407"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5" name="Google Shape;2195;p35"/>
            <p:cNvSpPr/>
            <p:nvPr/>
          </p:nvSpPr>
          <p:spPr>
            <a:xfrm>
              <a:off x="1274553" y="1803295"/>
              <a:ext cx="690497" cy="546997"/>
            </a:xfrm>
            <a:custGeom>
              <a:rect b="b" l="l" r="r" t="t"/>
              <a:pathLst>
                <a:path extrusionOk="0" h="8203" w="10355">
                  <a:moveTo>
                    <a:pt x="9516" y="1"/>
                  </a:moveTo>
                  <a:cubicBezTo>
                    <a:pt x="9315" y="1"/>
                    <a:pt x="9101" y="73"/>
                    <a:pt x="8927" y="220"/>
                  </a:cubicBezTo>
                  <a:lnTo>
                    <a:pt x="303" y="7193"/>
                  </a:lnTo>
                  <a:cubicBezTo>
                    <a:pt x="158" y="7325"/>
                    <a:pt x="54" y="7483"/>
                    <a:pt x="1" y="7640"/>
                  </a:cubicBezTo>
                  <a:cubicBezTo>
                    <a:pt x="22" y="7638"/>
                    <a:pt x="44" y="7637"/>
                    <a:pt x="66" y="7637"/>
                  </a:cubicBezTo>
                  <a:cubicBezTo>
                    <a:pt x="352" y="7637"/>
                    <a:pt x="674" y="7808"/>
                    <a:pt x="919" y="8112"/>
                  </a:cubicBezTo>
                  <a:cubicBezTo>
                    <a:pt x="957" y="8137"/>
                    <a:pt x="969" y="8178"/>
                    <a:pt x="998" y="8203"/>
                  </a:cubicBezTo>
                  <a:lnTo>
                    <a:pt x="10355" y="629"/>
                  </a:lnTo>
                  <a:lnTo>
                    <a:pt x="10040" y="220"/>
                  </a:lnTo>
                  <a:cubicBezTo>
                    <a:pt x="9915" y="76"/>
                    <a:pt x="9722" y="1"/>
                    <a:pt x="9516"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6" name="Google Shape;2196;p35"/>
            <p:cNvSpPr/>
            <p:nvPr/>
          </p:nvSpPr>
          <p:spPr>
            <a:xfrm>
              <a:off x="1341036" y="1845239"/>
              <a:ext cx="647554" cy="558333"/>
            </a:xfrm>
            <a:custGeom>
              <a:rect b="b" l="l" r="r" t="t"/>
              <a:pathLst>
                <a:path extrusionOk="0" h="8373" w="9711">
                  <a:moveTo>
                    <a:pt x="9358" y="0"/>
                  </a:moveTo>
                  <a:lnTo>
                    <a:pt x="1" y="7574"/>
                  </a:lnTo>
                  <a:cubicBezTo>
                    <a:pt x="183" y="7835"/>
                    <a:pt x="262" y="8137"/>
                    <a:pt x="224" y="8373"/>
                  </a:cubicBezTo>
                  <a:cubicBezTo>
                    <a:pt x="366" y="8348"/>
                    <a:pt x="510" y="8282"/>
                    <a:pt x="642" y="8178"/>
                  </a:cubicBezTo>
                  <a:lnTo>
                    <a:pt x="9251" y="1192"/>
                  </a:lnTo>
                  <a:cubicBezTo>
                    <a:pt x="9619" y="903"/>
                    <a:pt x="9710" y="419"/>
                    <a:pt x="9462" y="117"/>
                  </a:cubicBezTo>
                  <a:lnTo>
                    <a:pt x="9358" y="0"/>
                  </a:lnTo>
                  <a:close/>
                </a:path>
              </a:pathLst>
            </a:custGeom>
            <a:solidFill>
              <a:srgbClr val="A3432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7" name="Google Shape;2197;p35"/>
            <p:cNvSpPr/>
            <p:nvPr/>
          </p:nvSpPr>
          <p:spPr>
            <a:xfrm>
              <a:off x="1269352" y="2312490"/>
              <a:ext cx="89155" cy="92622"/>
            </a:xfrm>
            <a:custGeom>
              <a:rect b="b" l="l" r="r" t="t"/>
              <a:pathLst>
                <a:path extrusionOk="0" h="1389" w="1337">
                  <a:moveTo>
                    <a:pt x="144" y="1"/>
                  </a:moveTo>
                  <a:cubicBezTo>
                    <a:pt x="122" y="1"/>
                    <a:pt x="100" y="2"/>
                    <a:pt x="79" y="4"/>
                  </a:cubicBezTo>
                  <a:cubicBezTo>
                    <a:pt x="0" y="227"/>
                    <a:pt x="25" y="476"/>
                    <a:pt x="170" y="646"/>
                  </a:cubicBezTo>
                  <a:lnTo>
                    <a:pt x="497" y="1039"/>
                  </a:lnTo>
                  <a:lnTo>
                    <a:pt x="604" y="1155"/>
                  </a:lnTo>
                  <a:cubicBezTo>
                    <a:pt x="725" y="1307"/>
                    <a:pt x="914" y="1389"/>
                    <a:pt x="1114" y="1389"/>
                  </a:cubicBezTo>
                  <a:cubicBezTo>
                    <a:pt x="1175" y="1389"/>
                    <a:pt x="1238" y="1381"/>
                    <a:pt x="1299" y="1366"/>
                  </a:cubicBezTo>
                  <a:cubicBezTo>
                    <a:pt x="1337" y="1130"/>
                    <a:pt x="1258" y="828"/>
                    <a:pt x="1076" y="567"/>
                  </a:cubicBezTo>
                  <a:cubicBezTo>
                    <a:pt x="1047" y="542"/>
                    <a:pt x="1035" y="501"/>
                    <a:pt x="997" y="476"/>
                  </a:cubicBezTo>
                  <a:cubicBezTo>
                    <a:pt x="752" y="172"/>
                    <a:pt x="430" y="1"/>
                    <a:pt x="144"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8" name="Google Shape;2198;p35"/>
            <p:cNvSpPr/>
            <p:nvPr/>
          </p:nvSpPr>
          <p:spPr>
            <a:xfrm>
              <a:off x="1900178" y="1640787"/>
              <a:ext cx="145234" cy="100290"/>
            </a:xfrm>
            <a:custGeom>
              <a:rect b="b" l="l" r="r" t="t"/>
              <a:pathLst>
                <a:path extrusionOk="0" h="1504" w="2178">
                  <a:moveTo>
                    <a:pt x="1293" y="0"/>
                  </a:moveTo>
                  <a:cubicBezTo>
                    <a:pt x="1152" y="0"/>
                    <a:pt x="1003" y="25"/>
                    <a:pt x="853" y="78"/>
                  </a:cubicBezTo>
                  <a:cubicBezTo>
                    <a:pt x="331" y="261"/>
                    <a:pt x="1" y="707"/>
                    <a:pt x="133" y="1085"/>
                  </a:cubicBezTo>
                  <a:cubicBezTo>
                    <a:pt x="228" y="1348"/>
                    <a:pt x="530" y="1504"/>
                    <a:pt x="886" y="1504"/>
                  </a:cubicBezTo>
                  <a:cubicBezTo>
                    <a:pt x="1027" y="1504"/>
                    <a:pt x="1177" y="1479"/>
                    <a:pt x="1325" y="1428"/>
                  </a:cubicBezTo>
                  <a:cubicBezTo>
                    <a:pt x="1850" y="1258"/>
                    <a:pt x="2177" y="799"/>
                    <a:pt x="2045" y="431"/>
                  </a:cubicBezTo>
                  <a:cubicBezTo>
                    <a:pt x="1944" y="158"/>
                    <a:pt x="1647" y="0"/>
                    <a:pt x="1293"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9" name="Google Shape;2199;p35"/>
            <p:cNvSpPr/>
            <p:nvPr/>
          </p:nvSpPr>
          <p:spPr>
            <a:xfrm>
              <a:off x="1180196" y="2067295"/>
              <a:ext cx="144368" cy="105092"/>
            </a:xfrm>
            <a:custGeom>
              <a:rect b="b" l="l" r="r" t="t"/>
              <a:pathLst>
                <a:path extrusionOk="0" h="1576" w="2165">
                  <a:moveTo>
                    <a:pt x="1387" y="0"/>
                  </a:moveTo>
                  <a:cubicBezTo>
                    <a:pt x="1176" y="0"/>
                    <a:pt x="940" y="63"/>
                    <a:pt x="721" y="193"/>
                  </a:cubicBezTo>
                  <a:cubicBezTo>
                    <a:pt x="236" y="482"/>
                    <a:pt x="0" y="979"/>
                    <a:pt x="199" y="1309"/>
                  </a:cubicBezTo>
                  <a:cubicBezTo>
                    <a:pt x="304" y="1487"/>
                    <a:pt x="519" y="1576"/>
                    <a:pt x="770" y="1576"/>
                  </a:cubicBezTo>
                  <a:cubicBezTo>
                    <a:pt x="982" y="1576"/>
                    <a:pt x="1220" y="1513"/>
                    <a:pt x="1441" y="1388"/>
                  </a:cubicBezTo>
                  <a:cubicBezTo>
                    <a:pt x="1928" y="1099"/>
                    <a:pt x="2164" y="602"/>
                    <a:pt x="1966" y="272"/>
                  </a:cubicBezTo>
                  <a:cubicBezTo>
                    <a:pt x="1859" y="92"/>
                    <a:pt x="1642" y="0"/>
                    <a:pt x="1387"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0" name="Google Shape;2200;p35"/>
            <p:cNvSpPr/>
            <p:nvPr/>
          </p:nvSpPr>
          <p:spPr>
            <a:xfrm>
              <a:off x="1202868" y="2090634"/>
              <a:ext cx="94422" cy="61281"/>
            </a:xfrm>
            <a:custGeom>
              <a:rect b="b" l="l" r="r" t="t"/>
              <a:pathLst>
                <a:path extrusionOk="0" h="919" w="1416">
                  <a:moveTo>
                    <a:pt x="0" y="881"/>
                  </a:moveTo>
                  <a:cubicBezTo>
                    <a:pt x="0" y="865"/>
                    <a:pt x="41" y="865"/>
                    <a:pt x="107" y="852"/>
                  </a:cubicBezTo>
                  <a:cubicBezTo>
                    <a:pt x="173" y="852"/>
                    <a:pt x="264" y="827"/>
                    <a:pt x="355" y="786"/>
                  </a:cubicBezTo>
                  <a:cubicBezTo>
                    <a:pt x="447" y="736"/>
                    <a:pt x="538" y="670"/>
                    <a:pt x="604" y="591"/>
                  </a:cubicBezTo>
                  <a:cubicBezTo>
                    <a:pt x="670" y="513"/>
                    <a:pt x="708" y="409"/>
                    <a:pt x="761" y="330"/>
                  </a:cubicBezTo>
                  <a:cubicBezTo>
                    <a:pt x="815" y="236"/>
                    <a:pt x="881" y="145"/>
                    <a:pt x="972" y="79"/>
                  </a:cubicBezTo>
                  <a:cubicBezTo>
                    <a:pt x="1022" y="54"/>
                    <a:pt x="1063" y="28"/>
                    <a:pt x="1117" y="16"/>
                  </a:cubicBezTo>
                  <a:cubicBezTo>
                    <a:pt x="1167" y="0"/>
                    <a:pt x="1208" y="0"/>
                    <a:pt x="1246" y="16"/>
                  </a:cubicBezTo>
                  <a:cubicBezTo>
                    <a:pt x="1324" y="28"/>
                    <a:pt x="1378" y="66"/>
                    <a:pt x="1403" y="107"/>
                  </a:cubicBezTo>
                  <a:cubicBezTo>
                    <a:pt x="1415" y="145"/>
                    <a:pt x="1415" y="173"/>
                    <a:pt x="1403" y="173"/>
                  </a:cubicBezTo>
                  <a:cubicBezTo>
                    <a:pt x="1378" y="186"/>
                    <a:pt x="1337" y="132"/>
                    <a:pt x="1233" y="132"/>
                  </a:cubicBezTo>
                  <a:cubicBezTo>
                    <a:pt x="1180" y="132"/>
                    <a:pt x="1129" y="157"/>
                    <a:pt x="1063" y="198"/>
                  </a:cubicBezTo>
                  <a:cubicBezTo>
                    <a:pt x="1010" y="252"/>
                    <a:pt x="959" y="315"/>
                    <a:pt x="906" y="393"/>
                  </a:cubicBezTo>
                  <a:cubicBezTo>
                    <a:pt x="865" y="472"/>
                    <a:pt x="802" y="579"/>
                    <a:pt x="708" y="683"/>
                  </a:cubicBezTo>
                  <a:cubicBezTo>
                    <a:pt x="617" y="774"/>
                    <a:pt x="500" y="840"/>
                    <a:pt x="393" y="881"/>
                  </a:cubicBezTo>
                  <a:cubicBezTo>
                    <a:pt x="277" y="919"/>
                    <a:pt x="173" y="919"/>
                    <a:pt x="107" y="906"/>
                  </a:cubicBezTo>
                  <a:cubicBezTo>
                    <a:pt x="41" y="906"/>
                    <a:pt x="0" y="881"/>
                    <a:pt x="0" y="88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1" name="Google Shape;2201;p35"/>
            <p:cNvSpPr/>
            <p:nvPr/>
          </p:nvSpPr>
          <p:spPr>
            <a:xfrm>
              <a:off x="1554157" y="1834369"/>
              <a:ext cx="153170" cy="104558"/>
            </a:xfrm>
            <a:custGeom>
              <a:rect b="b" l="l" r="r" t="t"/>
              <a:pathLst>
                <a:path extrusionOk="0" h="1568" w="2297">
                  <a:moveTo>
                    <a:pt x="1497" y="1"/>
                  </a:moveTo>
                  <a:cubicBezTo>
                    <a:pt x="1293" y="1"/>
                    <a:pt x="1063" y="54"/>
                    <a:pt x="840" y="163"/>
                  </a:cubicBezTo>
                  <a:cubicBezTo>
                    <a:pt x="302" y="437"/>
                    <a:pt x="0" y="921"/>
                    <a:pt x="186" y="1264"/>
                  </a:cubicBezTo>
                  <a:cubicBezTo>
                    <a:pt x="285" y="1463"/>
                    <a:pt x="524" y="1568"/>
                    <a:pt x="810" y="1568"/>
                  </a:cubicBezTo>
                  <a:cubicBezTo>
                    <a:pt x="1012" y="1568"/>
                    <a:pt x="1239" y="1515"/>
                    <a:pt x="1457" y="1406"/>
                  </a:cubicBezTo>
                  <a:cubicBezTo>
                    <a:pt x="1994" y="1145"/>
                    <a:pt x="2296" y="648"/>
                    <a:pt x="2123" y="305"/>
                  </a:cubicBezTo>
                  <a:cubicBezTo>
                    <a:pt x="2024" y="106"/>
                    <a:pt x="1786" y="1"/>
                    <a:pt x="149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2" name="Google Shape;2202;p35"/>
            <p:cNvSpPr/>
            <p:nvPr/>
          </p:nvSpPr>
          <p:spPr>
            <a:xfrm>
              <a:off x="1575096" y="1859042"/>
              <a:ext cx="111226" cy="67416"/>
            </a:xfrm>
            <a:custGeom>
              <a:rect b="b" l="l" r="r" t="t"/>
              <a:pathLst>
                <a:path extrusionOk="0" h="1011" w="1668">
                  <a:moveTo>
                    <a:pt x="1652" y="1"/>
                  </a:moveTo>
                  <a:cubicBezTo>
                    <a:pt x="1652" y="1"/>
                    <a:pt x="1668" y="54"/>
                    <a:pt x="1640" y="133"/>
                  </a:cubicBezTo>
                  <a:cubicBezTo>
                    <a:pt x="1614" y="212"/>
                    <a:pt x="1548" y="328"/>
                    <a:pt x="1457" y="422"/>
                  </a:cubicBezTo>
                  <a:cubicBezTo>
                    <a:pt x="1404" y="473"/>
                    <a:pt x="1338" y="514"/>
                    <a:pt x="1275" y="551"/>
                  </a:cubicBezTo>
                  <a:cubicBezTo>
                    <a:pt x="1234" y="564"/>
                    <a:pt x="1196" y="580"/>
                    <a:pt x="1143" y="580"/>
                  </a:cubicBezTo>
                  <a:cubicBezTo>
                    <a:pt x="1089" y="580"/>
                    <a:pt x="1051" y="564"/>
                    <a:pt x="1010" y="551"/>
                  </a:cubicBezTo>
                  <a:cubicBezTo>
                    <a:pt x="973" y="539"/>
                    <a:pt x="944" y="539"/>
                    <a:pt x="919" y="526"/>
                  </a:cubicBezTo>
                  <a:cubicBezTo>
                    <a:pt x="882" y="526"/>
                    <a:pt x="853" y="514"/>
                    <a:pt x="828" y="514"/>
                  </a:cubicBezTo>
                  <a:cubicBezTo>
                    <a:pt x="762" y="514"/>
                    <a:pt x="709" y="514"/>
                    <a:pt x="658" y="526"/>
                  </a:cubicBezTo>
                  <a:cubicBezTo>
                    <a:pt x="435" y="551"/>
                    <a:pt x="278" y="683"/>
                    <a:pt x="186" y="800"/>
                  </a:cubicBezTo>
                  <a:cubicBezTo>
                    <a:pt x="95" y="919"/>
                    <a:pt x="54" y="1010"/>
                    <a:pt x="29" y="998"/>
                  </a:cubicBezTo>
                  <a:cubicBezTo>
                    <a:pt x="17" y="998"/>
                    <a:pt x="1" y="973"/>
                    <a:pt x="1" y="919"/>
                  </a:cubicBezTo>
                  <a:cubicBezTo>
                    <a:pt x="17" y="878"/>
                    <a:pt x="29" y="815"/>
                    <a:pt x="67" y="737"/>
                  </a:cubicBezTo>
                  <a:cubicBezTo>
                    <a:pt x="108" y="658"/>
                    <a:pt x="174" y="564"/>
                    <a:pt x="265" y="501"/>
                  </a:cubicBezTo>
                  <a:cubicBezTo>
                    <a:pt x="356" y="422"/>
                    <a:pt x="488" y="369"/>
                    <a:pt x="617" y="344"/>
                  </a:cubicBezTo>
                  <a:cubicBezTo>
                    <a:pt x="683" y="328"/>
                    <a:pt x="762" y="328"/>
                    <a:pt x="841" y="344"/>
                  </a:cubicBezTo>
                  <a:cubicBezTo>
                    <a:pt x="882" y="344"/>
                    <a:pt x="919" y="356"/>
                    <a:pt x="960" y="369"/>
                  </a:cubicBezTo>
                  <a:cubicBezTo>
                    <a:pt x="998" y="369"/>
                    <a:pt x="1039" y="394"/>
                    <a:pt x="1064" y="407"/>
                  </a:cubicBezTo>
                  <a:cubicBezTo>
                    <a:pt x="1089" y="422"/>
                    <a:pt x="1117" y="422"/>
                    <a:pt x="1143" y="422"/>
                  </a:cubicBezTo>
                  <a:cubicBezTo>
                    <a:pt x="1155" y="435"/>
                    <a:pt x="1180" y="422"/>
                    <a:pt x="1209" y="422"/>
                  </a:cubicBezTo>
                  <a:cubicBezTo>
                    <a:pt x="1275" y="394"/>
                    <a:pt x="1325" y="369"/>
                    <a:pt x="1378" y="328"/>
                  </a:cubicBezTo>
                  <a:cubicBezTo>
                    <a:pt x="1470" y="265"/>
                    <a:pt x="1536" y="186"/>
                    <a:pt x="1573" y="120"/>
                  </a:cubicBezTo>
                  <a:cubicBezTo>
                    <a:pt x="1627" y="42"/>
                    <a:pt x="1640" y="1"/>
                    <a:pt x="1652"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3" name="Google Shape;2203;p35"/>
            <p:cNvSpPr/>
            <p:nvPr/>
          </p:nvSpPr>
          <p:spPr>
            <a:xfrm>
              <a:off x="1355973" y="1994210"/>
              <a:ext cx="93356" cy="115294"/>
            </a:xfrm>
            <a:custGeom>
              <a:rect b="b" l="l" r="r" t="t"/>
              <a:pathLst>
                <a:path extrusionOk="0" h="1729" w="1400">
                  <a:moveTo>
                    <a:pt x="751" y="0"/>
                  </a:moveTo>
                  <a:cubicBezTo>
                    <a:pt x="426" y="0"/>
                    <a:pt x="124" y="328"/>
                    <a:pt x="63" y="779"/>
                  </a:cubicBezTo>
                  <a:cubicBezTo>
                    <a:pt x="0" y="1251"/>
                    <a:pt x="220" y="1682"/>
                    <a:pt x="576" y="1723"/>
                  </a:cubicBezTo>
                  <a:cubicBezTo>
                    <a:pt x="600" y="1727"/>
                    <a:pt x="624" y="1728"/>
                    <a:pt x="648" y="1728"/>
                  </a:cubicBezTo>
                  <a:cubicBezTo>
                    <a:pt x="974" y="1728"/>
                    <a:pt x="1275" y="1400"/>
                    <a:pt x="1337" y="949"/>
                  </a:cubicBezTo>
                  <a:cubicBezTo>
                    <a:pt x="1400" y="477"/>
                    <a:pt x="1180" y="59"/>
                    <a:pt x="824" y="6"/>
                  </a:cubicBezTo>
                  <a:cubicBezTo>
                    <a:pt x="800" y="2"/>
                    <a:pt x="776" y="0"/>
                    <a:pt x="751"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4" name="Google Shape;2204;p35"/>
            <p:cNvSpPr/>
            <p:nvPr/>
          </p:nvSpPr>
          <p:spPr>
            <a:xfrm>
              <a:off x="1386381" y="2003345"/>
              <a:ext cx="33408" cy="97823"/>
            </a:xfrm>
            <a:custGeom>
              <a:rect b="b" l="l" r="r" t="t"/>
              <a:pathLst>
                <a:path extrusionOk="0" h="1467" w="501">
                  <a:moveTo>
                    <a:pt x="95" y="1454"/>
                  </a:moveTo>
                  <a:cubicBezTo>
                    <a:pt x="79" y="1441"/>
                    <a:pt x="107" y="1416"/>
                    <a:pt x="145" y="1375"/>
                  </a:cubicBezTo>
                  <a:cubicBezTo>
                    <a:pt x="198" y="1325"/>
                    <a:pt x="252" y="1259"/>
                    <a:pt x="290" y="1180"/>
                  </a:cubicBezTo>
                  <a:cubicBezTo>
                    <a:pt x="330" y="1102"/>
                    <a:pt x="330" y="995"/>
                    <a:pt x="302" y="916"/>
                  </a:cubicBezTo>
                  <a:cubicBezTo>
                    <a:pt x="290" y="878"/>
                    <a:pt x="264" y="853"/>
                    <a:pt x="223" y="812"/>
                  </a:cubicBezTo>
                  <a:cubicBezTo>
                    <a:pt x="186" y="774"/>
                    <a:pt x="145" y="721"/>
                    <a:pt x="120" y="680"/>
                  </a:cubicBezTo>
                  <a:cubicBezTo>
                    <a:pt x="54" y="589"/>
                    <a:pt x="16" y="485"/>
                    <a:pt x="16" y="394"/>
                  </a:cubicBezTo>
                  <a:cubicBezTo>
                    <a:pt x="0" y="340"/>
                    <a:pt x="0" y="303"/>
                    <a:pt x="16" y="249"/>
                  </a:cubicBezTo>
                  <a:cubicBezTo>
                    <a:pt x="16" y="208"/>
                    <a:pt x="28" y="171"/>
                    <a:pt x="54" y="130"/>
                  </a:cubicBezTo>
                  <a:cubicBezTo>
                    <a:pt x="95" y="67"/>
                    <a:pt x="145" y="26"/>
                    <a:pt x="198" y="13"/>
                  </a:cubicBezTo>
                  <a:cubicBezTo>
                    <a:pt x="236" y="1"/>
                    <a:pt x="264" y="26"/>
                    <a:pt x="264" y="38"/>
                  </a:cubicBezTo>
                  <a:cubicBezTo>
                    <a:pt x="264" y="51"/>
                    <a:pt x="252" y="67"/>
                    <a:pt x="223" y="79"/>
                  </a:cubicBezTo>
                  <a:cubicBezTo>
                    <a:pt x="211" y="105"/>
                    <a:pt x="198" y="130"/>
                    <a:pt x="186" y="183"/>
                  </a:cubicBezTo>
                  <a:cubicBezTo>
                    <a:pt x="173" y="237"/>
                    <a:pt x="173" y="287"/>
                    <a:pt x="186" y="366"/>
                  </a:cubicBezTo>
                  <a:cubicBezTo>
                    <a:pt x="198" y="432"/>
                    <a:pt x="223" y="510"/>
                    <a:pt x="264" y="576"/>
                  </a:cubicBezTo>
                  <a:cubicBezTo>
                    <a:pt x="290" y="617"/>
                    <a:pt x="315" y="642"/>
                    <a:pt x="356" y="696"/>
                  </a:cubicBezTo>
                  <a:cubicBezTo>
                    <a:pt x="368" y="708"/>
                    <a:pt x="393" y="734"/>
                    <a:pt x="409" y="759"/>
                  </a:cubicBezTo>
                  <a:cubicBezTo>
                    <a:pt x="434" y="787"/>
                    <a:pt x="447" y="825"/>
                    <a:pt x="459" y="866"/>
                  </a:cubicBezTo>
                  <a:cubicBezTo>
                    <a:pt x="500" y="995"/>
                    <a:pt x="459" y="1139"/>
                    <a:pt x="393" y="1231"/>
                  </a:cubicBezTo>
                  <a:cubicBezTo>
                    <a:pt x="330" y="1325"/>
                    <a:pt x="252" y="1375"/>
                    <a:pt x="186" y="1416"/>
                  </a:cubicBezTo>
                  <a:cubicBezTo>
                    <a:pt x="132" y="1454"/>
                    <a:pt x="95" y="1466"/>
                    <a:pt x="95" y="1454"/>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5" name="Google Shape;2205;p35"/>
            <p:cNvSpPr/>
            <p:nvPr/>
          </p:nvSpPr>
          <p:spPr>
            <a:xfrm>
              <a:off x="2276873" y="1669261"/>
              <a:ext cx="119028" cy="127764"/>
            </a:xfrm>
            <a:custGeom>
              <a:rect b="b" l="l" r="r" t="t"/>
              <a:pathLst>
                <a:path extrusionOk="0" h="1916" w="1785">
                  <a:moveTo>
                    <a:pt x="1084" y="0"/>
                  </a:moveTo>
                  <a:cubicBezTo>
                    <a:pt x="768" y="0"/>
                    <a:pt x="415" y="256"/>
                    <a:pt x="224" y="658"/>
                  </a:cubicBezTo>
                  <a:cubicBezTo>
                    <a:pt x="1" y="1158"/>
                    <a:pt x="108" y="1696"/>
                    <a:pt x="473" y="1866"/>
                  </a:cubicBezTo>
                  <a:cubicBezTo>
                    <a:pt x="546" y="1899"/>
                    <a:pt x="624" y="1916"/>
                    <a:pt x="704" y="1916"/>
                  </a:cubicBezTo>
                  <a:cubicBezTo>
                    <a:pt x="1024" y="1916"/>
                    <a:pt x="1370" y="1657"/>
                    <a:pt x="1548" y="1249"/>
                  </a:cubicBezTo>
                  <a:cubicBezTo>
                    <a:pt x="1784" y="752"/>
                    <a:pt x="1665" y="214"/>
                    <a:pt x="1300" y="44"/>
                  </a:cubicBezTo>
                  <a:cubicBezTo>
                    <a:pt x="1232" y="14"/>
                    <a:pt x="1159" y="0"/>
                    <a:pt x="1084" y="0"/>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6" name="Google Shape;2206;p35"/>
            <p:cNvSpPr/>
            <p:nvPr/>
          </p:nvSpPr>
          <p:spPr>
            <a:xfrm>
              <a:off x="1376912" y="1868245"/>
              <a:ext cx="164306" cy="127297"/>
            </a:xfrm>
            <a:custGeom>
              <a:rect b="b" l="l" r="r" t="t"/>
              <a:pathLst>
                <a:path extrusionOk="0" h="1909" w="2464">
                  <a:moveTo>
                    <a:pt x="837" y="1"/>
                  </a:moveTo>
                  <a:cubicBezTo>
                    <a:pt x="611" y="1"/>
                    <a:pt x="413" y="76"/>
                    <a:pt x="287" y="231"/>
                  </a:cubicBezTo>
                  <a:cubicBezTo>
                    <a:pt x="1" y="583"/>
                    <a:pt x="365" y="951"/>
                    <a:pt x="891" y="1369"/>
                  </a:cubicBezTo>
                  <a:cubicBezTo>
                    <a:pt x="1259" y="1665"/>
                    <a:pt x="1602" y="1908"/>
                    <a:pt x="1872" y="1908"/>
                  </a:cubicBezTo>
                  <a:cubicBezTo>
                    <a:pt x="1987" y="1908"/>
                    <a:pt x="2089" y="1865"/>
                    <a:pt x="2174" y="1763"/>
                  </a:cubicBezTo>
                  <a:cubicBezTo>
                    <a:pt x="2463" y="1410"/>
                    <a:pt x="2281" y="781"/>
                    <a:pt x="1756" y="363"/>
                  </a:cubicBezTo>
                  <a:cubicBezTo>
                    <a:pt x="1467" y="125"/>
                    <a:pt x="1129" y="1"/>
                    <a:pt x="837"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7" name="Google Shape;2207;p35"/>
            <p:cNvSpPr/>
            <p:nvPr/>
          </p:nvSpPr>
          <p:spPr>
            <a:xfrm>
              <a:off x="1402118" y="1899319"/>
              <a:ext cx="102358" cy="88354"/>
            </a:xfrm>
            <a:custGeom>
              <a:rect b="b" l="l" r="r" t="t"/>
              <a:pathLst>
                <a:path extrusionOk="0" h="1325" w="1535">
                  <a:moveTo>
                    <a:pt x="1522" y="1325"/>
                  </a:moveTo>
                  <a:cubicBezTo>
                    <a:pt x="1510" y="1325"/>
                    <a:pt x="1494" y="1284"/>
                    <a:pt x="1456" y="1218"/>
                  </a:cubicBezTo>
                  <a:cubicBezTo>
                    <a:pt x="1415" y="1155"/>
                    <a:pt x="1352" y="1089"/>
                    <a:pt x="1258" y="1010"/>
                  </a:cubicBezTo>
                  <a:cubicBezTo>
                    <a:pt x="1088" y="853"/>
                    <a:pt x="852" y="667"/>
                    <a:pt x="683" y="539"/>
                  </a:cubicBezTo>
                  <a:cubicBezTo>
                    <a:pt x="315" y="274"/>
                    <a:pt x="0" y="79"/>
                    <a:pt x="28" y="26"/>
                  </a:cubicBezTo>
                  <a:cubicBezTo>
                    <a:pt x="41" y="1"/>
                    <a:pt x="132" y="26"/>
                    <a:pt x="264" y="79"/>
                  </a:cubicBezTo>
                  <a:cubicBezTo>
                    <a:pt x="409" y="145"/>
                    <a:pt x="591" y="249"/>
                    <a:pt x="786" y="394"/>
                  </a:cubicBezTo>
                  <a:cubicBezTo>
                    <a:pt x="972" y="526"/>
                    <a:pt x="1195" y="734"/>
                    <a:pt x="1337" y="932"/>
                  </a:cubicBezTo>
                  <a:cubicBezTo>
                    <a:pt x="1415" y="1023"/>
                    <a:pt x="1481" y="1114"/>
                    <a:pt x="1510" y="1193"/>
                  </a:cubicBezTo>
                  <a:cubicBezTo>
                    <a:pt x="1535" y="1271"/>
                    <a:pt x="1535" y="1325"/>
                    <a:pt x="1522" y="1325"/>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8" name="Google Shape;2208;p35"/>
            <p:cNvSpPr/>
            <p:nvPr/>
          </p:nvSpPr>
          <p:spPr>
            <a:xfrm>
              <a:off x="1553290" y="2621835"/>
              <a:ext cx="155704" cy="109759"/>
            </a:xfrm>
            <a:custGeom>
              <a:rect b="b" l="l" r="r" t="t"/>
              <a:pathLst>
                <a:path extrusionOk="0" h="1646" w="2335">
                  <a:moveTo>
                    <a:pt x="1359" y="0"/>
                  </a:moveTo>
                  <a:cubicBezTo>
                    <a:pt x="1221" y="0"/>
                    <a:pt x="1076" y="23"/>
                    <a:pt x="932" y="70"/>
                  </a:cubicBezTo>
                  <a:cubicBezTo>
                    <a:pt x="356" y="240"/>
                    <a:pt x="1" y="724"/>
                    <a:pt x="133" y="1143"/>
                  </a:cubicBezTo>
                  <a:cubicBezTo>
                    <a:pt x="231" y="1457"/>
                    <a:pt x="576" y="1645"/>
                    <a:pt x="984" y="1645"/>
                  </a:cubicBezTo>
                  <a:cubicBezTo>
                    <a:pt x="1123" y="1645"/>
                    <a:pt x="1270" y="1623"/>
                    <a:pt x="1416" y="1577"/>
                  </a:cubicBezTo>
                  <a:cubicBezTo>
                    <a:pt x="1979" y="1407"/>
                    <a:pt x="2335" y="919"/>
                    <a:pt x="2202" y="501"/>
                  </a:cubicBezTo>
                  <a:cubicBezTo>
                    <a:pt x="2106" y="190"/>
                    <a:pt x="1761" y="0"/>
                    <a:pt x="1359"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9" name="Google Shape;2209;p35"/>
            <p:cNvSpPr/>
            <p:nvPr/>
          </p:nvSpPr>
          <p:spPr>
            <a:xfrm>
              <a:off x="1579497" y="2649975"/>
              <a:ext cx="110226" cy="50812"/>
            </a:xfrm>
            <a:custGeom>
              <a:rect b="b" l="l" r="r" t="t"/>
              <a:pathLst>
                <a:path extrusionOk="0" h="762" w="1653">
                  <a:moveTo>
                    <a:pt x="1640" y="120"/>
                  </a:moveTo>
                  <a:cubicBezTo>
                    <a:pt x="1640" y="133"/>
                    <a:pt x="1602" y="120"/>
                    <a:pt x="1523" y="120"/>
                  </a:cubicBezTo>
                  <a:cubicBezTo>
                    <a:pt x="1457" y="104"/>
                    <a:pt x="1366" y="104"/>
                    <a:pt x="1259" y="133"/>
                  </a:cubicBezTo>
                  <a:cubicBezTo>
                    <a:pt x="1155" y="145"/>
                    <a:pt x="1051" y="199"/>
                    <a:pt x="957" y="261"/>
                  </a:cubicBezTo>
                  <a:cubicBezTo>
                    <a:pt x="878" y="340"/>
                    <a:pt x="800" y="434"/>
                    <a:pt x="737" y="513"/>
                  </a:cubicBezTo>
                  <a:cubicBezTo>
                    <a:pt x="658" y="604"/>
                    <a:pt x="564" y="683"/>
                    <a:pt x="460" y="721"/>
                  </a:cubicBezTo>
                  <a:cubicBezTo>
                    <a:pt x="407" y="749"/>
                    <a:pt x="356" y="762"/>
                    <a:pt x="290" y="762"/>
                  </a:cubicBezTo>
                  <a:cubicBezTo>
                    <a:pt x="237" y="749"/>
                    <a:pt x="199" y="733"/>
                    <a:pt x="158" y="721"/>
                  </a:cubicBezTo>
                  <a:cubicBezTo>
                    <a:pt x="80" y="683"/>
                    <a:pt x="29" y="617"/>
                    <a:pt x="13" y="576"/>
                  </a:cubicBezTo>
                  <a:cubicBezTo>
                    <a:pt x="1" y="526"/>
                    <a:pt x="13" y="497"/>
                    <a:pt x="29" y="497"/>
                  </a:cubicBezTo>
                  <a:cubicBezTo>
                    <a:pt x="54" y="497"/>
                    <a:pt x="80" y="563"/>
                    <a:pt x="199" y="592"/>
                  </a:cubicBezTo>
                  <a:cubicBezTo>
                    <a:pt x="249" y="604"/>
                    <a:pt x="315" y="604"/>
                    <a:pt x="381" y="563"/>
                  </a:cubicBezTo>
                  <a:cubicBezTo>
                    <a:pt x="448" y="538"/>
                    <a:pt x="526" y="472"/>
                    <a:pt x="592" y="394"/>
                  </a:cubicBezTo>
                  <a:cubicBezTo>
                    <a:pt x="658" y="328"/>
                    <a:pt x="737" y="224"/>
                    <a:pt x="853" y="145"/>
                  </a:cubicBezTo>
                  <a:cubicBezTo>
                    <a:pt x="973" y="54"/>
                    <a:pt x="1114" y="13"/>
                    <a:pt x="1234" y="13"/>
                  </a:cubicBezTo>
                  <a:cubicBezTo>
                    <a:pt x="1366" y="0"/>
                    <a:pt x="1470" y="26"/>
                    <a:pt x="1536" y="54"/>
                  </a:cubicBezTo>
                  <a:cubicBezTo>
                    <a:pt x="1614" y="92"/>
                    <a:pt x="1652" y="120"/>
                    <a:pt x="1640" y="120"/>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0" name="Google Shape;2210;p35"/>
            <p:cNvSpPr/>
            <p:nvPr/>
          </p:nvSpPr>
          <p:spPr>
            <a:xfrm>
              <a:off x="1410054" y="2728462"/>
              <a:ext cx="112693" cy="143634"/>
            </a:xfrm>
            <a:custGeom>
              <a:rect b="b" l="l" r="r" t="t"/>
              <a:pathLst>
                <a:path extrusionOk="0" h="2154" w="1690">
                  <a:moveTo>
                    <a:pt x="891" y="1"/>
                  </a:moveTo>
                  <a:cubicBezTo>
                    <a:pt x="467" y="1"/>
                    <a:pt x="102" y="433"/>
                    <a:pt x="54" y="1012"/>
                  </a:cubicBezTo>
                  <a:cubicBezTo>
                    <a:pt x="1" y="1601"/>
                    <a:pt x="315" y="2113"/>
                    <a:pt x="762" y="2151"/>
                  </a:cubicBezTo>
                  <a:cubicBezTo>
                    <a:pt x="780" y="2153"/>
                    <a:pt x="797" y="2154"/>
                    <a:pt x="815" y="2154"/>
                  </a:cubicBezTo>
                  <a:cubicBezTo>
                    <a:pt x="1226" y="2154"/>
                    <a:pt x="1601" y="1708"/>
                    <a:pt x="1652" y="1145"/>
                  </a:cubicBezTo>
                  <a:cubicBezTo>
                    <a:pt x="1690" y="553"/>
                    <a:pt x="1375" y="44"/>
                    <a:pt x="944" y="3"/>
                  </a:cubicBezTo>
                  <a:cubicBezTo>
                    <a:pt x="926" y="1"/>
                    <a:pt x="909" y="1"/>
                    <a:pt x="891" y="1"/>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1" name="Google Shape;2211;p35"/>
            <p:cNvSpPr/>
            <p:nvPr/>
          </p:nvSpPr>
          <p:spPr>
            <a:xfrm>
              <a:off x="1450331" y="2739932"/>
              <a:ext cx="28807" cy="112093"/>
            </a:xfrm>
            <a:custGeom>
              <a:rect b="b" l="l" r="r" t="t"/>
              <a:pathLst>
                <a:path extrusionOk="0" h="1681" w="432">
                  <a:moveTo>
                    <a:pt x="315" y="1"/>
                  </a:moveTo>
                  <a:cubicBezTo>
                    <a:pt x="328" y="13"/>
                    <a:pt x="299" y="54"/>
                    <a:pt x="261" y="108"/>
                  </a:cubicBezTo>
                  <a:cubicBezTo>
                    <a:pt x="221" y="171"/>
                    <a:pt x="195" y="249"/>
                    <a:pt x="170" y="356"/>
                  </a:cubicBezTo>
                  <a:cubicBezTo>
                    <a:pt x="158" y="460"/>
                    <a:pt x="158" y="579"/>
                    <a:pt x="195" y="683"/>
                  </a:cubicBezTo>
                  <a:cubicBezTo>
                    <a:pt x="221" y="787"/>
                    <a:pt x="287" y="894"/>
                    <a:pt x="340" y="998"/>
                  </a:cubicBezTo>
                  <a:cubicBezTo>
                    <a:pt x="394" y="1089"/>
                    <a:pt x="431" y="1208"/>
                    <a:pt x="431" y="1325"/>
                  </a:cubicBezTo>
                  <a:cubicBezTo>
                    <a:pt x="431" y="1378"/>
                    <a:pt x="419" y="1429"/>
                    <a:pt x="394" y="1482"/>
                  </a:cubicBezTo>
                  <a:cubicBezTo>
                    <a:pt x="365" y="1536"/>
                    <a:pt x="340" y="1573"/>
                    <a:pt x="315" y="1602"/>
                  </a:cubicBezTo>
                  <a:cubicBezTo>
                    <a:pt x="249" y="1652"/>
                    <a:pt x="170" y="1680"/>
                    <a:pt x="117" y="1665"/>
                  </a:cubicBezTo>
                  <a:cubicBezTo>
                    <a:pt x="79" y="1665"/>
                    <a:pt x="51" y="1639"/>
                    <a:pt x="51" y="1627"/>
                  </a:cubicBezTo>
                  <a:cubicBezTo>
                    <a:pt x="63" y="1602"/>
                    <a:pt x="142" y="1602"/>
                    <a:pt x="208" y="1507"/>
                  </a:cubicBezTo>
                  <a:cubicBezTo>
                    <a:pt x="236" y="1470"/>
                    <a:pt x="261" y="1403"/>
                    <a:pt x="249" y="1325"/>
                  </a:cubicBezTo>
                  <a:cubicBezTo>
                    <a:pt x="249" y="1246"/>
                    <a:pt x="221" y="1168"/>
                    <a:pt x="170" y="1076"/>
                  </a:cubicBezTo>
                  <a:cubicBezTo>
                    <a:pt x="129" y="985"/>
                    <a:pt x="63" y="866"/>
                    <a:pt x="38" y="721"/>
                  </a:cubicBezTo>
                  <a:cubicBezTo>
                    <a:pt x="0" y="592"/>
                    <a:pt x="13" y="447"/>
                    <a:pt x="51" y="328"/>
                  </a:cubicBezTo>
                  <a:cubicBezTo>
                    <a:pt x="92" y="211"/>
                    <a:pt x="158" y="120"/>
                    <a:pt x="208" y="67"/>
                  </a:cubicBezTo>
                  <a:cubicBezTo>
                    <a:pt x="274" y="13"/>
                    <a:pt x="315" y="1"/>
                    <a:pt x="315"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2" name="Google Shape;2212;p35"/>
            <p:cNvSpPr/>
            <p:nvPr/>
          </p:nvSpPr>
          <p:spPr>
            <a:xfrm>
              <a:off x="2037612" y="1746614"/>
              <a:ext cx="172041" cy="100357"/>
            </a:xfrm>
            <a:custGeom>
              <a:rect b="b" l="l" r="r" t="t"/>
              <a:pathLst>
                <a:path extrusionOk="0" h="1505" w="2580">
                  <a:moveTo>
                    <a:pt x="1960" y="0"/>
                  </a:moveTo>
                  <a:cubicBezTo>
                    <a:pt x="1744" y="0"/>
                    <a:pt x="1476" y="63"/>
                    <a:pt x="1180" y="143"/>
                  </a:cubicBezTo>
                  <a:cubicBezTo>
                    <a:pt x="535" y="325"/>
                    <a:pt x="0" y="536"/>
                    <a:pt x="129" y="979"/>
                  </a:cubicBezTo>
                  <a:cubicBezTo>
                    <a:pt x="219" y="1306"/>
                    <a:pt x="598" y="1505"/>
                    <a:pt x="1054" y="1505"/>
                  </a:cubicBezTo>
                  <a:cubicBezTo>
                    <a:pt x="1203" y="1505"/>
                    <a:pt x="1361" y="1483"/>
                    <a:pt x="1519" y="1438"/>
                  </a:cubicBezTo>
                  <a:cubicBezTo>
                    <a:pt x="2161" y="1256"/>
                    <a:pt x="2579" y="756"/>
                    <a:pt x="2463" y="325"/>
                  </a:cubicBezTo>
                  <a:cubicBezTo>
                    <a:pt x="2392" y="85"/>
                    <a:pt x="2211" y="0"/>
                    <a:pt x="1960" y="0"/>
                  </a:cubicBezTo>
                  <a:close/>
                </a:path>
              </a:pathLst>
            </a:custGeom>
            <a:solidFill>
              <a:srgbClr val="47110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3" name="Google Shape;2213;p35"/>
            <p:cNvSpPr/>
            <p:nvPr/>
          </p:nvSpPr>
          <p:spPr>
            <a:xfrm>
              <a:off x="2055017" y="1760284"/>
              <a:ext cx="128364" cy="41143"/>
            </a:xfrm>
            <a:custGeom>
              <a:rect b="b" l="l" r="r" t="t"/>
              <a:pathLst>
                <a:path extrusionOk="0" h="617" w="1925">
                  <a:moveTo>
                    <a:pt x="0" y="526"/>
                  </a:moveTo>
                  <a:cubicBezTo>
                    <a:pt x="0" y="513"/>
                    <a:pt x="54" y="526"/>
                    <a:pt x="116" y="526"/>
                  </a:cubicBezTo>
                  <a:cubicBezTo>
                    <a:pt x="195" y="526"/>
                    <a:pt x="289" y="513"/>
                    <a:pt x="406" y="488"/>
                  </a:cubicBezTo>
                  <a:cubicBezTo>
                    <a:pt x="642" y="447"/>
                    <a:pt x="919" y="368"/>
                    <a:pt x="1126" y="290"/>
                  </a:cubicBezTo>
                  <a:cubicBezTo>
                    <a:pt x="1560" y="145"/>
                    <a:pt x="1887" y="0"/>
                    <a:pt x="1912" y="54"/>
                  </a:cubicBezTo>
                  <a:cubicBezTo>
                    <a:pt x="1925" y="79"/>
                    <a:pt x="1862" y="133"/>
                    <a:pt x="1730" y="211"/>
                  </a:cubicBezTo>
                  <a:cubicBezTo>
                    <a:pt x="1610" y="290"/>
                    <a:pt x="1415" y="381"/>
                    <a:pt x="1192" y="460"/>
                  </a:cubicBezTo>
                  <a:cubicBezTo>
                    <a:pt x="969" y="538"/>
                    <a:pt x="667" y="592"/>
                    <a:pt x="431" y="604"/>
                  </a:cubicBezTo>
                  <a:cubicBezTo>
                    <a:pt x="302" y="617"/>
                    <a:pt x="195" y="604"/>
                    <a:pt x="116" y="592"/>
                  </a:cubicBezTo>
                  <a:cubicBezTo>
                    <a:pt x="38" y="567"/>
                    <a:pt x="0" y="526"/>
                    <a:pt x="0" y="526"/>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4" name="Google Shape;2214;p35"/>
            <p:cNvSpPr/>
            <p:nvPr/>
          </p:nvSpPr>
          <p:spPr>
            <a:xfrm>
              <a:off x="1632777" y="2868431"/>
              <a:ext cx="142701" cy="144434"/>
            </a:xfrm>
            <a:custGeom>
              <a:rect b="b" l="l" r="r" t="t"/>
              <a:pathLst>
                <a:path extrusionOk="0" h="2166" w="2140">
                  <a:moveTo>
                    <a:pt x="616" y="1"/>
                  </a:moveTo>
                  <a:cubicBezTo>
                    <a:pt x="538" y="1"/>
                    <a:pt x="460" y="26"/>
                    <a:pt x="381" y="80"/>
                  </a:cubicBezTo>
                  <a:cubicBezTo>
                    <a:pt x="1" y="329"/>
                    <a:pt x="17" y="983"/>
                    <a:pt x="394" y="1533"/>
                  </a:cubicBezTo>
                  <a:cubicBezTo>
                    <a:pt x="669" y="1932"/>
                    <a:pt x="1068" y="2165"/>
                    <a:pt x="1407" y="2165"/>
                  </a:cubicBezTo>
                  <a:cubicBezTo>
                    <a:pt x="1536" y="2165"/>
                    <a:pt x="1657" y="2131"/>
                    <a:pt x="1759" y="2059"/>
                  </a:cubicBezTo>
                  <a:cubicBezTo>
                    <a:pt x="2140" y="1810"/>
                    <a:pt x="1888" y="1351"/>
                    <a:pt x="1510" y="801"/>
                  </a:cubicBezTo>
                  <a:cubicBezTo>
                    <a:pt x="1209" y="364"/>
                    <a:pt x="915" y="1"/>
                    <a:pt x="616" y="1"/>
                  </a:cubicBezTo>
                  <a:close/>
                </a:path>
              </a:pathLst>
            </a:custGeom>
            <a:solidFill>
              <a:srgbClr val="C2643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5" name="Google Shape;2215;p35"/>
            <p:cNvSpPr/>
            <p:nvPr/>
          </p:nvSpPr>
          <p:spPr>
            <a:xfrm>
              <a:off x="1674721" y="2877100"/>
              <a:ext cx="76218" cy="111226"/>
            </a:xfrm>
            <a:custGeom>
              <a:rect b="b" l="l" r="r" t="t"/>
              <a:pathLst>
                <a:path extrusionOk="0" h="1668" w="1143">
                  <a:moveTo>
                    <a:pt x="29" y="1"/>
                  </a:moveTo>
                  <a:cubicBezTo>
                    <a:pt x="42" y="1"/>
                    <a:pt x="42" y="42"/>
                    <a:pt x="67" y="120"/>
                  </a:cubicBezTo>
                  <a:cubicBezTo>
                    <a:pt x="95" y="186"/>
                    <a:pt x="133" y="277"/>
                    <a:pt x="199" y="369"/>
                  </a:cubicBezTo>
                  <a:cubicBezTo>
                    <a:pt x="315" y="579"/>
                    <a:pt x="488" y="815"/>
                    <a:pt x="617" y="985"/>
                  </a:cubicBezTo>
                  <a:cubicBezTo>
                    <a:pt x="907" y="1337"/>
                    <a:pt x="1143" y="1602"/>
                    <a:pt x="1102" y="1652"/>
                  </a:cubicBezTo>
                  <a:cubicBezTo>
                    <a:pt x="1089" y="1668"/>
                    <a:pt x="998" y="1627"/>
                    <a:pt x="894" y="1536"/>
                  </a:cubicBezTo>
                  <a:cubicBezTo>
                    <a:pt x="775" y="1432"/>
                    <a:pt x="617" y="1287"/>
                    <a:pt x="473" y="1089"/>
                  </a:cubicBezTo>
                  <a:cubicBezTo>
                    <a:pt x="331" y="919"/>
                    <a:pt x="186" y="645"/>
                    <a:pt x="95" y="422"/>
                  </a:cubicBezTo>
                  <a:cubicBezTo>
                    <a:pt x="42" y="315"/>
                    <a:pt x="17" y="199"/>
                    <a:pt x="17" y="120"/>
                  </a:cubicBezTo>
                  <a:cubicBezTo>
                    <a:pt x="1" y="42"/>
                    <a:pt x="29" y="1"/>
                    <a:pt x="29" y="1"/>
                  </a:cubicBezTo>
                  <a:close/>
                </a:path>
              </a:pathLst>
            </a:custGeom>
            <a:solidFill>
              <a:srgbClr val="7F3C2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19" name="Shape 2219"/>
        <p:cNvGrpSpPr/>
        <p:nvPr/>
      </p:nvGrpSpPr>
      <p:grpSpPr>
        <a:xfrm>
          <a:off x="0" y="0"/>
          <a:ext cx="0" cy="0"/>
          <a:chOff x="0" y="0"/>
          <a:chExt cx="0" cy="0"/>
        </a:xfrm>
      </p:grpSpPr>
      <p:sp>
        <p:nvSpPr>
          <p:cNvPr id="2220" name="Google Shape;2220;p36"/>
          <p:cNvSpPr txBox="1"/>
          <p:nvPr>
            <p:ph type="title"/>
          </p:nvPr>
        </p:nvSpPr>
        <p:spPr>
          <a:xfrm>
            <a:off x="720000" y="163975"/>
            <a:ext cx="77040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Mia Sanborn</a:t>
            </a:r>
            <a:endParaRPr/>
          </a:p>
        </p:txBody>
      </p:sp>
      <p:sp>
        <p:nvSpPr>
          <p:cNvPr id="2221" name="Google Shape;2221;p36"/>
          <p:cNvSpPr txBox="1"/>
          <p:nvPr>
            <p:ph idx="4294967295" type="body"/>
          </p:nvPr>
        </p:nvSpPr>
        <p:spPr>
          <a:xfrm>
            <a:off x="720000" y="846300"/>
            <a:ext cx="4489800" cy="34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Major + graduation year:</a:t>
            </a:r>
            <a:r>
              <a:rPr lang="en"/>
              <a:t> Computational Biology, 2027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 I'm Mia! Outside of my classes I'm also involved in the undergraduate honors thesis, TA-ing, and Ultimate Frisbee! Last summer I completed an internship at Broad Institute where I worked on improving an SVM for classifying mutations in tumor DNA. Feel free to schedule a chat to talk about any of this or anything else, I'm a big yapper :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Feel free to contact me here if you have any questions (even if you don’t schedule a coffee chat)!</a:t>
            </a:r>
            <a:endParaRPr/>
          </a:p>
          <a:p>
            <a:pPr indent="0" lvl="0" marL="0" rtl="0" algn="l">
              <a:spcBef>
                <a:spcPts val="0"/>
              </a:spcBef>
              <a:spcAft>
                <a:spcPts val="0"/>
              </a:spcAft>
              <a:buNone/>
            </a:pPr>
            <a:r>
              <a:rPr lang="en"/>
              <a:t>Email: msanborn@andrew.cmu.edu</a:t>
            </a:r>
            <a:endParaRPr/>
          </a:p>
          <a:p>
            <a:pPr indent="0" lvl="0" marL="0" rtl="0" algn="l">
              <a:spcBef>
                <a:spcPts val="0"/>
              </a:spcBef>
              <a:spcAft>
                <a:spcPts val="0"/>
              </a:spcAft>
              <a:buNone/>
            </a:pPr>
            <a:r>
              <a:rPr lang="en"/>
              <a:t>Instagram: mia_zsanborn</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u="sng">
                <a:solidFill>
                  <a:schemeClr val="hlink"/>
                </a:solidFill>
                <a:hlinkClick r:id="rId3"/>
              </a:rPr>
              <a:t>Link</a:t>
            </a:r>
            <a:r>
              <a:rPr b="1" lang="en"/>
              <a:t> to schedule a meeting with me!</a:t>
            </a:r>
            <a:endParaRPr/>
          </a:p>
        </p:txBody>
      </p:sp>
      <p:pic>
        <p:nvPicPr>
          <p:cNvPr id="2222" name="Google Shape;2222;p36" title="D597A7B7-0D93-43CE-8CBA-444678A7CACE (1).jpg"/>
          <p:cNvPicPr preferRelativeResize="0"/>
          <p:nvPr/>
        </p:nvPicPr>
        <p:blipFill rotWithShape="1">
          <a:blip r:embed="rId4">
            <a:alphaModFix/>
          </a:blip>
          <a:srcRect b="0" l="5157" r="8614" t="0"/>
          <a:stretch/>
        </p:blipFill>
        <p:spPr>
          <a:xfrm>
            <a:off x="5327175" y="1109600"/>
            <a:ext cx="2975586" cy="34509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26" name="Shape 2226"/>
        <p:cNvGrpSpPr/>
        <p:nvPr/>
      </p:nvGrpSpPr>
      <p:grpSpPr>
        <a:xfrm>
          <a:off x="0" y="0"/>
          <a:ext cx="0" cy="0"/>
          <a:chOff x="0" y="0"/>
          <a:chExt cx="0" cy="0"/>
        </a:xfrm>
      </p:grpSpPr>
      <p:sp>
        <p:nvSpPr>
          <p:cNvPr id="2227" name="Google Shape;2227;p37"/>
          <p:cNvSpPr txBox="1"/>
          <p:nvPr>
            <p:ph type="title"/>
          </p:nvPr>
        </p:nvSpPr>
        <p:spPr>
          <a:xfrm>
            <a:off x="720000" y="387600"/>
            <a:ext cx="77040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Emma Li</a:t>
            </a:r>
            <a:endParaRPr/>
          </a:p>
        </p:txBody>
      </p:sp>
      <p:sp>
        <p:nvSpPr>
          <p:cNvPr id="2228" name="Google Shape;2228;p37"/>
          <p:cNvSpPr txBox="1"/>
          <p:nvPr>
            <p:ph idx="4294967295" type="body"/>
          </p:nvPr>
        </p:nvSpPr>
        <p:spPr>
          <a:xfrm>
            <a:off x="720000" y="1048675"/>
            <a:ext cx="4489800" cy="34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Major + graduation year:</a:t>
            </a:r>
            <a:r>
              <a:rPr lang="en"/>
              <a:t> Neuroscience and Computational Biology Additional Major, 2028</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Hi! I’m a junior studying neuroscience and computational biology! I do compbio research and I am the co-president of CBUS and president of the Chinese Dance Club at CMU. Schedule a chat with me if you’re interested in any of these things!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Feel free to contact me here if you have any questions (even if you don’t schedule a coffee chat)!</a:t>
            </a:r>
            <a:endParaRPr/>
          </a:p>
          <a:p>
            <a:pPr indent="0" lvl="0" marL="0" rtl="0" algn="l">
              <a:spcBef>
                <a:spcPts val="0"/>
              </a:spcBef>
              <a:spcAft>
                <a:spcPts val="0"/>
              </a:spcAft>
              <a:buNone/>
            </a:pPr>
            <a:r>
              <a:rPr lang="en"/>
              <a:t>email: emmali@andrew.cmu.edu</a:t>
            </a:r>
            <a:endParaRPr/>
          </a:p>
          <a:p>
            <a:pPr indent="0" lvl="0" marL="0" rtl="0" algn="l">
              <a:spcBef>
                <a:spcPts val="0"/>
              </a:spcBef>
              <a:spcAft>
                <a:spcPts val="0"/>
              </a:spcAft>
              <a:buNone/>
            </a:pPr>
            <a:r>
              <a:rPr lang="en"/>
              <a:t>instagram: @emjingli</a:t>
            </a:r>
            <a:endParaRPr/>
          </a:p>
          <a:p>
            <a:pPr indent="0" lvl="0" marL="0" rtl="0" algn="l">
              <a:spcBef>
                <a:spcPts val="0"/>
              </a:spcBef>
              <a:spcAft>
                <a:spcPts val="0"/>
              </a:spcAft>
              <a:buNone/>
            </a:pPr>
            <a:r>
              <a:t/>
            </a:r>
            <a:endParaRPr/>
          </a:p>
          <a:p>
            <a:pPr indent="0" lvl="0" marL="0" rtl="0" algn="l">
              <a:spcBef>
                <a:spcPts val="0"/>
              </a:spcBef>
              <a:spcAft>
                <a:spcPts val="0"/>
              </a:spcAft>
              <a:buNone/>
            </a:pPr>
            <a:r>
              <a:rPr b="1" lang="en" u="sng">
                <a:solidFill>
                  <a:schemeClr val="hlink"/>
                </a:solidFill>
                <a:hlinkClick r:id="rId3"/>
              </a:rPr>
              <a:t>Link</a:t>
            </a:r>
            <a:r>
              <a:rPr b="1" lang="en"/>
              <a:t> to schedule a meeting with me!</a:t>
            </a:r>
            <a:endParaRPr/>
          </a:p>
        </p:txBody>
      </p:sp>
      <p:pic>
        <p:nvPicPr>
          <p:cNvPr id="2229" name="Google Shape;2229;p37" title="Screenshot 2025-08-29 at 5.48.33 PM.png"/>
          <p:cNvPicPr preferRelativeResize="0"/>
          <p:nvPr/>
        </p:nvPicPr>
        <p:blipFill rotWithShape="1">
          <a:blip r:embed="rId4">
            <a:alphaModFix/>
          </a:blip>
          <a:srcRect b="4058" l="13104" r="0" t="11915"/>
          <a:stretch/>
        </p:blipFill>
        <p:spPr>
          <a:xfrm>
            <a:off x="5454850" y="1160850"/>
            <a:ext cx="2554274" cy="3338727"/>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33" name="Shape 2233"/>
        <p:cNvGrpSpPr/>
        <p:nvPr/>
      </p:nvGrpSpPr>
      <p:grpSpPr>
        <a:xfrm>
          <a:off x="0" y="0"/>
          <a:ext cx="0" cy="0"/>
          <a:chOff x="0" y="0"/>
          <a:chExt cx="0" cy="0"/>
        </a:xfrm>
      </p:grpSpPr>
      <p:sp>
        <p:nvSpPr>
          <p:cNvPr id="2234" name="Google Shape;2234;p38"/>
          <p:cNvSpPr txBox="1"/>
          <p:nvPr>
            <p:ph type="title"/>
          </p:nvPr>
        </p:nvSpPr>
        <p:spPr>
          <a:xfrm>
            <a:off x="720000" y="387600"/>
            <a:ext cx="77040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Tyler </a:t>
            </a:r>
            <a:r>
              <a:rPr lang="en"/>
              <a:t>Yang</a:t>
            </a:r>
            <a:endParaRPr/>
          </a:p>
        </p:txBody>
      </p:sp>
      <p:sp>
        <p:nvSpPr>
          <p:cNvPr id="2235" name="Google Shape;2235;p38"/>
          <p:cNvSpPr txBox="1"/>
          <p:nvPr>
            <p:ph idx="4294967295" type="body"/>
          </p:nvPr>
        </p:nvSpPr>
        <p:spPr>
          <a:xfrm>
            <a:off x="720000" y="1152475"/>
            <a:ext cx="4489800" cy="34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Major + graduation year:</a:t>
            </a:r>
            <a:r>
              <a:rPr lang="en"/>
              <a:t> Computer Science, 2028</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Hello, I’m Tyler! I am a junior in SCS. I currently am TAing for 15-210  and I have also done computational chemistry and AI for Science research at CMU via SURA. In my spare time I am part of Futsal Club. Feel free to contact me about anything, and feel free to schedule a coffee chat!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Email: </a:t>
            </a:r>
            <a:r>
              <a:rPr lang="en" u="sng">
                <a:hlinkClick r:id="rId3"/>
              </a:rPr>
              <a:t>tylery@andrew.cmu.edu</a:t>
            </a:r>
            <a:r>
              <a:rPr lang="en"/>
              <a:t>. </a:t>
            </a:r>
            <a:r>
              <a:rPr b="1" lang="en"/>
              <a:t>Please email to schedule a coffee chat!</a:t>
            </a:r>
            <a:endParaRPr/>
          </a:p>
        </p:txBody>
      </p:sp>
      <p:pic>
        <p:nvPicPr>
          <p:cNvPr id="2236" name="Google Shape;2236;p38" title="headshot (1).jpg"/>
          <p:cNvPicPr preferRelativeResize="0"/>
          <p:nvPr/>
        </p:nvPicPr>
        <p:blipFill rotWithShape="1">
          <a:blip r:embed="rId4">
            <a:alphaModFix/>
          </a:blip>
          <a:srcRect b="6376" l="0" r="0" t="0"/>
          <a:stretch/>
        </p:blipFill>
        <p:spPr>
          <a:xfrm>
            <a:off x="5352750" y="1244100"/>
            <a:ext cx="2969645" cy="3450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0" name="Shape 2240"/>
        <p:cNvGrpSpPr/>
        <p:nvPr/>
      </p:nvGrpSpPr>
      <p:grpSpPr>
        <a:xfrm>
          <a:off x="0" y="0"/>
          <a:ext cx="0" cy="0"/>
          <a:chOff x="0" y="0"/>
          <a:chExt cx="0" cy="0"/>
        </a:xfrm>
      </p:grpSpPr>
      <p:sp>
        <p:nvSpPr>
          <p:cNvPr id="2241" name="Google Shape;2241;p39"/>
          <p:cNvSpPr txBox="1"/>
          <p:nvPr>
            <p:ph type="title"/>
          </p:nvPr>
        </p:nvSpPr>
        <p:spPr>
          <a:xfrm>
            <a:off x="720000" y="463800"/>
            <a:ext cx="77040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Dustin Miao</a:t>
            </a:r>
            <a:endParaRPr/>
          </a:p>
        </p:txBody>
      </p:sp>
      <p:sp>
        <p:nvSpPr>
          <p:cNvPr id="2242" name="Google Shape;2242;p39"/>
          <p:cNvSpPr txBox="1"/>
          <p:nvPr>
            <p:ph idx="4294967295" type="body"/>
          </p:nvPr>
        </p:nvSpPr>
        <p:spPr>
          <a:xfrm>
            <a:off x="720000" y="1152475"/>
            <a:ext cx="4489800" cy="34509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Major + graduation year:</a:t>
            </a:r>
            <a:r>
              <a:rPr lang="en"/>
              <a:t> Computer Science and Biology, 2028</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Hey, I'm Dustin! I am a junior majoring in CS with a concentration in ML and a minor in Bio. Outside of academics, I'm a TA for 15-210 and 10-703, and enjoy playing ping pong and going on long walks  If you're interested in any of the above, please sign up for a coffee chat!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Email: </a:t>
            </a:r>
            <a:r>
              <a:rPr lang="en" u="sng">
                <a:solidFill>
                  <a:schemeClr val="hlink"/>
                </a:solidFill>
                <a:hlinkClick r:id="rId3"/>
              </a:rPr>
              <a:t>dustinmi@andrew.cmu.edu</a:t>
            </a:r>
            <a:r>
              <a:rPr lang="en"/>
              <a:t>. </a:t>
            </a:r>
            <a:r>
              <a:rPr b="1" lang="en"/>
              <a:t>Please email to schedule a </a:t>
            </a:r>
            <a:r>
              <a:rPr b="1" lang="en"/>
              <a:t>coffee</a:t>
            </a:r>
            <a:r>
              <a:rPr b="1" lang="en"/>
              <a:t> chat!</a:t>
            </a:r>
            <a:endParaRPr b="1"/>
          </a:p>
        </p:txBody>
      </p:sp>
      <p:pic>
        <p:nvPicPr>
          <p:cNvPr id="2243" name="Google Shape;2243;p39" title="image.png"/>
          <p:cNvPicPr preferRelativeResize="0"/>
          <p:nvPr/>
        </p:nvPicPr>
        <p:blipFill rotWithShape="1">
          <a:blip r:embed="rId4">
            <a:alphaModFix/>
          </a:blip>
          <a:srcRect b="2931" l="4909" r="9121" t="0"/>
          <a:stretch/>
        </p:blipFill>
        <p:spPr>
          <a:xfrm>
            <a:off x="5324475" y="1200100"/>
            <a:ext cx="2800349" cy="3450899"/>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7" name="Shape 2247"/>
        <p:cNvGrpSpPr/>
        <p:nvPr/>
      </p:nvGrpSpPr>
      <p:grpSpPr>
        <a:xfrm>
          <a:off x="0" y="0"/>
          <a:ext cx="0" cy="0"/>
          <a:chOff x="0" y="0"/>
          <a:chExt cx="0" cy="0"/>
        </a:xfrm>
      </p:grpSpPr>
      <p:sp>
        <p:nvSpPr>
          <p:cNvPr id="2248" name="Google Shape;2248;p40"/>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Anna Boeva</a:t>
            </a:r>
            <a:endParaRPr/>
          </a:p>
        </p:txBody>
      </p:sp>
      <p:sp>
        <p:nvSpPr>
          <p:cNvPr id="2249" name="Google Shape;2249;p40"/>
          <p:cNvSpPr txBox="1"/>
          <p:nvPr/>
        </p:nvSpPr>
        <p:spPr>
          <a:xfrm>
            <a:off x="438550" y="1228150"/>
            <a:ext cx="49935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Lato"/>
                <a:ea typeface="Lato"/>
                <a:cs typeface="Lato"/>
                <a:sym typeface="Lato"/>
              </a:rPr>
              <a:t>Major + graduation year:</a:t>
            </a:r>
            <a:r>
              <a:rPr lang="en">
                <a:solidFill>
                  <a:schemeClr val="dk1"/>
                </a:solidFill>
                <a:latin typeface="Lato"/>
                <a:ea typeface="Lato"/>
                <a:cs typeface="Lato"/>
                <a:sym typeface="Lato"/>
              </a:rPr>
              <a:t> Computational Biology, 2028</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a:p>
            <a:pPr indent="0" lvl="0" marL="0" rtl="0" algn="l">
              <a:spcBef>
                <a:spcPts val="0"/>
              </a:spcBef>
              <a:spcAft>
                <a:spcPts val="0"/>
              </a:spcAft>
              <a:buNone/>
            </a:pPr>
            <a:r>
              <a:rPr lang="en">
                <a:solidFill>
                  <a:schemeClr val="dk1"/>
                </a:solidFill>
                <a:latin typeface="Lato"/>
                <a:ea typeface="Lato"/>
                <a:cs typeface="Lato"/>
                <a:sym typeface="Lato"/>
              </a:rPr>
              <a:t>Hey, I’m Anna! I’m a junior studying Computational Biology with a concentration in Machine Learning and a concentration in Algorithms &amp; Complexity. I’m involved in comp bio research, TAing, and various clubs like CMU Star Wars and Photography. I also enjoy reading, playing video games, and dance!</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a:p>
            <a:pPr indent="0" lvl="0" marL="0" rtl="0" algn="l">
              <a:spcBef>
                <a:spcPts val="0"/>
              </a:spcBef>
              <a:spcAft>
                <a:spcPts val="0"/>
              </a:spcAft>
              <a:buNone/>
            </a:pPr>
            <a:r>
              <a:rPr lang="en">
                <a:solidFill>
                  <a:schemeClr val="dk1"/>
                </a:solidFill>
                <a:latin typeface="Lato"/>
                <a:ea typeface="Lato"/>
                <a:cs typeface="Lato"/>
                <a:sym typeface="Lato"/>
              </a:rPr>
              <a:t>Feel free to contact me here if you have any questions (even if you don’t schedule a coffee chat)!</a:t>
            </a:r>
            <a:endParaRPr>
              <a:solidFill>
                <a:schemeClr val="dk1"/>
              </a:solidFill>
              <a:latin typeface="Lato"/>
              <a:ea typeface="Lato"/>
              <a:cs typeface="Lato"/>
              <a:sym typeface="Lato"/>
            </a:endParaRPr>
          </a:p>
          <a:p>
            <a:pPr indent="0" lvl="0" marL="0" rtl="0" algn="l">
              <a:spcBef>
                <a:spcPts val="0"/>
              </a:spcBef>
              <a:spcAft>
                <a:spcPts val="0"/>
              </a:spcAft>
              <a:buNone/>
            </a:pPr>
            <a:r>
              <a:rPr lang="en">
                <a:solidFill>
                  <a:schemeClr val="dk1"/>
                </a:solidFill>
                <a:latin typeface="Lato"/>
                <a:ea typeface="Lato"/>
                <a:cs typeface="Lato"/>
                <a:sym typeface="Lato"/>
              </a:rPr>
              <a:t>Email: </a:t>
            </a:r>
            <a:r>
              <a:rPr lang="en" u="sng">
                <a:solidFill>
                  <a:schemeClr val="hlink"/>
                </a:solidFill>
                <a:latin typeface="Lato"/>
                <a:ea typeface="Lato"/>
                <a:cs typeface="Lato"/>
                <a:sym typeface="Lato"/>
                <a:hlinkClick r:id="rId3"/>
              </a:rPr>
              <a:t>aboeva@andrew.cmu.edu</a:t>
            </a:r>
            <a:r>
              <a:rPr lang="en">
                <a:solidFill>
                  <a:schemeClr val="dk1"/>
                </a:solidFill>
                <a:latin typeface="Lato"/>
                <a:ea typeface="Lato"/>
                <a:cs typeface="Lato"/>
                <a:sym typeface="Lato"/>
              </a:rPr>
              <a:t> </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a:p>
            <a:pPr indent="0" lvl="0" marL="0" rtl="0" algn="l">
              <a:spcBef>
                <a:spcPts val="0"/>
              </a:spcBef>
              <a:spcAft>
                <a:spcPts val="0"/>
              </a:spcAft>
              <a:buNone/>
            </a:pPr>
            <a:r>
              <a:rPr b="1" lang="en" u="sng">
                <a:solidFill>
                  <a:schemeClr val="hlink"/>
                </a:solidFill>
                <a:latin typeface="Lato"/>
                <a:ea typeface="Lato"/>
                <a:cs typeface="Lato"/>
                <a:sym typeface="Lato"/>
                <a:hlinkClick r:id="rId4"/>
              </a:rPr>
              <a:t>Link</a:t>
            </a:r>
            <a:r>
              <a:rPr b="1" lang="en">
                <a:solidFill>
                  <a:schemeClr val="dk1"/>
                </a:solidFill>
                <a:latin typeface="Lato"/>
                <a:ea typeface="Lato"/>
                <a:cs typeface="Lato"/>
                <a:sym typeface="Lato"/>
              </a:rPr>
              <a:t> to schedule a meeting with me!</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p:txBody>
      </p:sp>
      <p:pic>
        <p:nvPicPr>
          <p:cNvPr id="2250" name="Google Shape;2250;p40" title="peng_pic.jpg"/>
          <p:cNvPicPr preferRelativeResize="0"/>
          <p:nvPr/>
        </p:nvPicPr>
        <p:blipFill rotWithShape="1">
          <a:blip r:embed="rId5">
            <a:alphaModFix/>
          </a:blip>
          <a:srcRect b="0" l="6151" r="6604" t="0"/>
          <a:stretch/>
        </p:blipFill>
        <p:spPr>
          <a:xfrm>
            <a:off x="5561375" y="1467225"/>
            <a:ext cx="2972400" cy="2844900"/>
          </a:xfrm>
          <a:prstGeom prst="roundRect">
            <a:avLst>
              <a:gd fmla="val 16667" name="adj"/>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54" name="Shape 2254"/>
        <p:cNvGrpSpPr/>
        <p:nvPr/>
      </p:nvGrpSpPr>
      <p:grpSpPr>
        <a:xfrm>
          <a:off x="0" y="0"/>
          <a:ext cx="0" cy="0"/>
          <a:chOff x="0" y="0"/>
          <a:chExt cx="0" cy="0"/>
        </a:xfrm>
      </p:grpSpPr>
      <p:sp>
        <p:nvSpPr>
          <p:cNvPr id="2255" name="Google Shape;2255;p41"/>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Clayton Yu</a:t>
            </a:r>
            <a:endParaRPr/>
          </a:p>
        </p:txBody>
      </p:sp>
      <p:sp>
        <p:nvSpPr>
          <p:cNvPr id="2256" name="Google Shape;2256;p41"/>
          <p:cNvSpPr txBox="1"/>
          <p:nvPr/>
        </p:nvSpPr>
        <p:spPr>
          <a:xfrm>
            <a:off x="438550" y="1228150"/>
            <a:ext cx="49935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Lato"/>
                <a:ea typeface="Lato"/>
                <a:cs typeface="Lato"/>
                <a:sym typeface="Lato"/>
              </a:rPr>
              <a:t>Major + graduation year:</a:t>
            </a:r>
            <a:r>
              <a:rPr lang="en">
                <a:solidFill>
                  <a:schemeClr val="dk1"/>
                </a:solidFill>
                <a:latin typeface="Lato"/>
                <a:ea typeface="Lato"/>
                <a:cs typeface="Lato"/>
                <a:sym typeface="Lato"/>
              </a:rPr>
              <a:t> Computational Biology, 2029</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a:p>
            <a:pPr indent="0" lvl="0" marL="0" rtl="0" algn="l">
              <a:spcBef>
                <a:spcPts val="0"/>
              </a:spcBef>
              <a:spcAft>
                <a:spcPts val="0"/>
              </a:spcAft>
              <a:buNone/>
            </a:pPr>
            <a:r>
              <a:rPr lang="en">
                <a:solidFill>
                  <a:schemeClr val="dk1"/>
                </a:solidFill>
                <a:latin typeface="Lato"/>
                <a:ea typeface="Lato"/>
                <a:cs typeface="Lato"/>
                <a:sym typeface="Lato"/>
              </a:rPr>
              <a:t>Hello, I’m Clayton, a sophomore in CB! I’m interested in how complex biological systems </a:t>
            </a:r>
            <a:r>
              <a:rPr lang="en">
                <a:solidFill>
                  <a:schemeClr val="dk1"/>
                </a:solidFill>
                <a:latin typeface="Lato"/>
                <a:ea typeface="Lato"/>
                <a:cs typeface="Lato"/>
                <a:sym typeface="Lato"/>
              </a:rPr>
              <a:t>can be studied through </a:t>
            </a:r>
            <a:r>
              <a:rPr lang="en">
                <a:solidFill>
                  <a:schemeClr val="dk1"/>
                </a:solidFill>
                <a:latin typeface="Lato"/>
                <a:ea typeface="Lato"/>
                <a:cs typeface="Lato"/>
                <a:sym typeface="Lato"/>
              </a:rPr>
              <a:t>computation. </a:t>
            </a:r>
            <a:r>
              <a:rPr lang="en">
                <a:solidFill>
                  <a:schemeClr val="dk1"/>
                </a:solidFill>
                <a:latin typeface="Lato"/>
                <a:ea typeface="Lato"/>
                <a:cs typeface="Lato"/>
                <a:sym typeface="Lato"/>
              </a:rPr>
              <a:t>I’m a TA for 02-120 Programming for Scientists, am involved in InterVarsity Christian Fellowship, and am concert manager</a:t>
            </a:r>
            <a:r>
              <a:rPr lang="en">
                <a:solidFill>
                  <a:schemeClr val="dk1"/>
                </a:solidFill>
                <a:latin typeface="Lato"/>
                <a:ea typeface="Lato"/>
                <a:cs typeface="Lato"/>
                <a:sym typeface="Lato"/>
              </a:rPr>
              <a:t> for Joyful Noise, </a:t>
            </a:r>
            <a:r>
              <a:rPr lang="en">
                <a:solidFill>
                  <a:schemeClr val="dk1"/>
                </a:solidFill>
                <a:latin typeface="Lato"/>
                <a:ea typeface="Lato"/>
                <a:cs typeface="Lato"/>
                <a:sym typeface="Lato"/>
              </a:rPr>
              <a:t>an cappella group on campus</a:t>
            </a:r>
            <a:r>
              <a:rPr lang="en">
                <a:solidFill>
                  <a:schemeClr val="dk1"/>
                </a:solidFill>
                <a:latin typeface="Lato"/>
                <a:ea typeface="Lato"/>
                <a:cs typeface="Lato"/>
                <a:sym typeface="Lato"/>
              </a:rPr>
              <a:t>. I also enjoy binging YouTube and playing video games in my spare time!</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a:p>
            <a:pPr indent="0" lvl="0" marL="0" rtl="0" algn="l">
              <a:spcBef>
                <a:spcPts val="0"/>
              </a:spcBef>
              <a:spcAft>
                <a:spcPts val="0"/>
              </a:spcAft>
              <a:buNone/>
            </a:pPr>
            <a:r>
              <a:rPr lang="en">
                <a:solidFill>
                  <a:schemeClr val="dk1"/>
                </a:solidFill>
                <a:latin typeface="Lato"/>
                <a:ea typeface="Lato"/>
                <a:cs typeface="Lato"/>
                <a:sym typeface="Lato"/>
              </a:rPr>
              <a:t>Feel free to email me with any questions, or schedule a coffee chat at the link below:</a:t>
            </a:r>
            <a:endParaRPr>
              <a:solidFill>
                <a:schemeClr val="dk1"/>
              </a:solidFill>
              <a:latin typeface="Lato"/>
              <a:ea typeface="Lato"/>
              <a:cs typeface="Lato"/>
              <a:sym typeface="Lato"/>
            </a:endParaRPr>
          </a:p>
          <a:p>
            <a:pPr indent="0" lvl="0" marL="0" rtl="0" algn="l">
              <a:spcBef>
                <a:spcPts val="0"/>
              </a:spcBef>
              <a:spcAft>
                <a:spcPts val="0"/>
              </a:spcAft>
              <a:buNone/>
            </a:pPr>
            <a:r>
              <a:rPr lang="en">
                <a:solidFill>
                  <a:schemeClr val="dk1"/>
                </a:solidFill>
                <a:latin typeface="Lato"/>
                <a:ea typeface="Lato"/>
                <a:cs typeface="Lato"/>
                <a:sym typeface="Lato"/>
              </a:rPr>
              <a:t>Email: </a:t>
            </a:r>
            <a:r>
              <a:rPr lang="en" u="sng">
                <a:solidFill>
                  <a:schemeClr val="hlink"/>
                </a:solidFill>
                <a:latin typeface="Lato"/>
                <a:ea typeface="Lato"/>
                <a:cs typeface="Lato"/>
                <a:sym typeface="Lato"/>
                <a:hlinkClick r:id="rId3"/>
              </a:rPr>
              <a:t>claytony@andrew.cmu.edu</a:t>
            </a:r>
            <a:endParaRPr>
              <a:solidFill>
                <a:schemeClr val="dk1"/>
              </a:solidFill>
              <a:latin typeface="Lato"/>
              <a:ea typeface="Lato"/>
              <a:cs typeface="Lato"/>
              <a:sym typeface="Lato"/>
            </a:endParaRPr>
          </a:p>
          <a:p>
            <a:pPr indent="0" lvl="0" marL="0" rtl="0" algn="l">
              <a:spcBef>
                <a:spcPts val="0"/>
              </a:spcBef>
              <a:spcAft>
                <a:spcPts val="0"/>
              </a:spcAft>
              <a:buNone/>
            </a:pPr>
            <a:r>
              <a:rPr b="1" lang="en" u="sng">
                <a:solidFill>
                  <a:schemeClr val="hlink"/>
                </a:solidFill>
                <a:latin typeface="Lato"/>
                <a:ea typeface="Lato"/>
                <a:cs typeface="Lato"/>
                <a:sym typeface="Lato"/>
                <a:hlinkClick r:id="rId4"/>
              </a:rPr>
              <a:t>Link</a:t>
            </a:r>
            <a:r>
              <a:rPr b="1" lang="en">
                <a:solidFill>
                  <a:schemeClr val="dk1"/>
                </a:solidFill>
                <a:latin typeface="Lato"/>
                <a:ea typeface="Lato"/>
                <a:cs typeface="Lato"/>
                <a:sym typeface="Lato"/>
              </a:rPr>
              <a:t> to schedule a meeting with me!</a:t>
            </a:r>
            <a:endParaRPr>
              <a:solidFill>
                <a:schemeClr val="dk1"/>
              </a:solidFill>
              <a:latin typeface="Lato"/>
              <a:ea typeface="Lato"/>
              <a:cs typeface="Lato"/>
              <a:sym typeface="Lato"/>
            </a:endParaRPr>
          </a:p>
        </p:txBody>
      </p:sp>
      <p:pic>
        <p:nvPicPr>
          <p:cNvPr id="2257" name="Google Shape;2257;p41"/>
          <p:cNvPicPr preferRelativeResize="0"/>
          <p:nvPr/>
        </p:nvPicPr>
        <p:blipFill>
          <a:blip r:embed="rId5">
            <a:alphaModFix/>
          </a:blip>
          <a:stretch>
            <a:fillRect/>
          </a:stretch>
        </p:blipFill>
        <p:spPr>
          <a:xfrm>
            <a:off x="5827600" y="1167375"/>
            <a:ext cx="2537324" cy="3383099"/>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1" name="Shape 2261"/>
        <p:cNvGrpSpPr/>
        <p:nvPr/>
      </p:nvGrpSpPr>
      <p:grpSpPr>
        <a:xfrm>
          <a:off x="0" y="0"/>
          <a:ext cx="0" cy="0"/>
          <a:chOff x="0" y="0"/>
          <a:chExt cx="0" cy="0"/>
        </a:xfrm>
      </p:grpSpPr>
      <p:sp>
        <p:nvSpPr>
          <p:cNvPr id="2262" name="Google Shape;2262;p42"/>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Nihal Josyula</a:t>
            </a:r>
            <a:endParaRPr/>
          </a:p>
        </p:txBody>
      </p:sp>
      <p:sp>
        <p:nvSpPr>
          <p:cNvPr id="2263" name="Google Shape;2263;p42"/>
          <p:cNvSpPr txBox="1"/>
          <p:nvPr/>
        </p:nvSpPr>
        <p:spPr>
          <a:xfrm>
            <a:off x="438550" y="1228150"/>
            <a:ext cx="52260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Lato"/>
                <a:ea typeface="Lato"/>
                <a:cs typeface="Lato"/>
                <a:sym typeface="Lato"/>
              </a:rPr>
              <a:t>Major + graduation year:</a:t>
            </a:r>
            <a:r>
              <a:rPr lang="en">
                <a:solidFill>
                  <a:schemeClr val="dk1"/>
                </a:solidFill>
                <a:latin typeface="Lato"/>
                <a:ea typeface="Lato"/>
                <a:cs typeface="Lato"/>
                <a:sym typeface="Lato"/>
              </a:rPr>
              <a:t> Biology + Computational Biology, 2029</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a:p>
            <a:pPr indent="0" lvl="0" marL="0" marR="0" rtl="0" algn="l">
              <a:lnSpc>
                <a:spcPct val="100000"/>
              </a:lnSpc>
              <a:spcBef>
                <a:spcPts val="0"/>
              </a:spcBef>
              <a:spcAft>
                <a:spcPts val="0"/>
              </a:spcAft>
              <a:buNone/>
            </a:pPr>
            <a:r>
              <a:rPr lang="en">
                <a:solidFill>
                  <a:schemeClr val="dk1"/>
                </a:solidFill>
                <a:latin typeface="Lato"/>
                <a:ea typeface="Lato"/>
                <a:cs typeface="Lato"/>
                <a:sym typeface="Lato"/>
              </a:rPr>
              <a:t>Hey, I'm Nihal! I'm a sophomore from Seattle. I'm really interested in foundation models for biology, and most recently I interned with an AI group at the NIH NCI, </a:t>
            </a:r>
            <a:r>
              <a:rPr lang="en">
                <a:solidFill>
                  <a:schemeClr val="dk1"/>
                </a:solidFill>
                <a:latin typeface="Lato"/>
                <a:ea typeface="Lato"/>
                <a:cs typeface="Lato"/>
                <a:sym typeface="Lato"/>
              </a:rPr>
              <a:t>working</a:t>
            </a:r>
            <a:r>
              <a:rPr lang="en">
                <a:solidFill>
                  <a:schemeClr val="dk1"/>
                </a:solidFill>
                <a:latin typeface="Lato"/>
                <a:ea typeface="Lato"/>
                <a:cs typeface="Lato"/>
                <a:sym typeface="Lato"/>
              </a:rPr>
              <a:t> on deep learning for </a:t>
            </a:r>
            <a:r>
              <a:rPr lang="en">
                <a:solidFill>
                  <a:schemeClr val="dk1"/>
                </a:solidFill>
                <a:latin typeface="Lato"/>
                <a:ea typeface="Lato"/>
                <a:cs typeface="Lato"/>
                <a:sym typeface="Lato"/>
              </a:rPr>
              <a:t>medical</a:t>
            </a:r>
            <a:r>
              <a:rPr lang="en">
                <a:solidFill>
                  <a:schemeClr val="dk1"/>
                </a:solidFill>
                <a:latin typeface="Lato"/>
                <a:ea typeface="Lato"/>
                <a:cs typeface="Lato"/>
                <a:sym typeface="Lato"/>
              </a:rPr>
              <a:t> imaging. On campus I'm involved with ScottyLabs and CASI. Outside of that I really like to ski and hike. I also randomly hop on buses into the city since I like exploring.</a:t>
            </a:r>
            <a:endParaRPr>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a:solidFill>
                <a:schemeClr val="dk1"/>
              </a:solidFill>
              <a:latin typeface="Lato"/>
              <a:ea typeface="Lato"/>
              <a:cs typeface="Lato"/>
              <a:sym typeface="Lato"/>
            </a:endParaRPr>
          </a:p>
          <a:p>
            <a:pPr indent="0" lvl="0" marL="0" marR="0" rtl="0" algn="l">
              <a:lnSpc>
                <a:spcPct val="100000"/>
              </a:lnSpc>
              <a:spcBef>
                <a:spcPts val="0"/>
              </a:spcBef>
              <a:spcAft>
                <a:spcPts val="0"/>
              </a:spcAft>
              <a:buNone/>
            </a:pPr>
            <a:r>
              <a:rPr lang="en">
                <a:solidFill>
                  <a:schemeClr val="dk1"/>
                </a:solidFill>
                <a:latin typeface="Lato"/>
                <a:ea typeface="Lato"/>
                <a:cs typeface="Lato"/>
                <a:sym typeface="Lato"/>
              </a:rPr>
              <a:t>I'd love to chat! Schedule a coffee chat at the link below, or just email me. </a:t>
            </a:r>
            <a:endParaRPr>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a:solidFill>
                <a:schemeClr val="dk1"/>
              </a:solidFill>
              <a:latin typeface="Lato"/>
              <a:ea typeface="Lato"/>
              <a:cs typeface="Lato"/>
              <a:sym typeface="Lato"/>
            </a:endParaRPr>
          </a:p>
          <a:p>
            <a:pPr indent="0" lvl="0" marL="0" marR="0" rtl="0" algn="l">
              <a:lnSpc>
                <a:spcPct val="100000"/>
              </a:lnSpc>
              <a:spcBef>
                <a:spcPts val="0"/>
              </a:spcBef>
              <a:spcAft>
                <a:spcPts val="0"/>
              </a:spcAft>
              <a:buNone/>
            </a:pPr>
            <a:r>
              <a:rPr lang="en">
                <a:solidFill>
                  <a:schemeClr val="dk1"/>
                </a:solidFill>
                <a:latin typeface="Lato"/>
                <a:ea typeface="Lato"/>
                <a:cs typeface="Lato"/>
                <a:sym typeface="Lato"/>
              </a:rPr>
              <a:t>Email: </a:t>
            </a:r>
            <a:r>
              <a:rPr lang="en" u="sng">
                <a:solidFill>
                  <a:schemeClr val="dk1"/>
                </a:solidFill>
                <a:latin typeface="Lato"/>
                <a:ea typeface="Lato"/>
                <a:cs typeface="Lato"/>
                <a:sym typeface="Lato"/>
              </a:rPr>
              <a:t>nihaljos</a:t>
            </a:r>
            <a:r>
              <a:rPr lang="en" u="sng">
                <a:solidFill>
                  <a:schemeClr val="dk1"/>
                </a:solidFill>
                <a:latin typeface="Lato"/>
                <a:ea typeface="Lato"/>
                <a:cs typeface="Lato"/>
                <a:sym typeface="Lato"/>
                <a:hlinkClick r:id="rId3">
                  <a:extLst>
                    <a:ext uri="{A12FA001-AC4F-418D-AE19-62706E023703}">
                      <ahyp:hlinkClr val="tx"/>
                    </a:ext>
                  </a:extLst>
                </a:hlinkClick>
              </a:rPr>
              <a:t>@andrew.cmu.edu</a:t>
            </a:r>
            <a:endParaRPr u="sng">
              <a:solidFill>
                <a:schemeClr val="dk1"/>
              </a:solidFill>
              <a:latin typeface="Lato"/>
              <a:ea typeface="Lato"/>
              <a:cs typeface="Lato"/>
              <a:sym typeface="Lato"/>
            </a:endParaRPr>
          </a:p>
          <a:p>
            <a:pPr indent="0" lvl="0" marL="0" rtl="0" algn="l">
              <a:spcBef>
                <a:spcPts val="0"/>
              </a:spcBef>
              <a:spcAft>
                <a:spcPts val="0"/>
              </a:spcAft>
              <a:buNone/>
            </a:pPr>
            <a:r>
              <a:rPr b="1" lang="en" u="sng">
                <a:solidFill>
                  <a:schemeClr val="hlink"/>
                </a:solidFill>
                <a:latin typeface="Lato"/>
                <a:ea typeface="Lato"/>
                <a:cs typeface="Lato"/>
                <a:sym typeface="Lato"/>
                <a:hlinkClick r:id="rId4"/>
              </a:rPr>
              <a:t>Link</a:t>
            </a:r>
            <a:r>
              <a:rPr b="1" lang="en">
                <a:solidFill>
                  <a:schemeClr val="dk1"/>
                </a:solidFill>
                <a:latin typeface="Lato"/>
                <a:ea typeface="Lato"/>
                <a:cs typeface="Lato"/>
                <a:sym typeface="Lato"/>
              </a:rPr>
              <a:t> to schedule a meeting with me!</a:t>
            </a:r>
            <a:endParaRPr>
              <a:solidFill>
                <a:schemeClr val="dk1"/>
              </a:solidFill>
              <a:latin typeface="Lato"/>
              <a:ea typeface="Lato"/>
              <a:cs typeface="Lato"/>
              <a:sym typeface="Lato"/>
            </a:endParaRPr>
          </a:p>
        </p:txBody>
      </p:sp>
      <p:pic>
        <p:nvPicPr>
          <p:cNvPr id="2264" name="Google Shape;2264;p42"/>
          <p:cNvPicPr preferRelativeResize="0"/>
          <p:nvPr/>
        </p:nvPicPr>
        <p:blipFill rotWithShape="1">
          <a:blip r:embed="rId5">
            <a:alphaModFix/>
          </a:blip>
          <a:srcRect b="0" l="7036" r="9700" t="0"/>
          <a:stretch/>
        </p:blipFill>
        <p:spPr>
          <a:xfrm>
            <a:off x="6006250" y="1243125"/>
            <a:ext cx="2212950" cy="3322174"/>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8" name="Shape 2268"/>
        <p:cNvGrpSpPr/>
        <p:nvPr/>
      </p:nvGrpSpPr>
      <p:grpSpPr>
        <a:xfrm>
          <a:off x="0" y="0"/>
          <a:ext cx="0" cy="0"/>
          <a:chOff x="0" y="0"/>
          <a:chExt cx="0" cy="0"/>
        </a:xfrm>
      </p:grpSpPr>
      <p:sp>
        <p:nvSpPr>
          <p:cNvPr id="2269" name="Google Shape;2269;p43"/>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Krit Dass</a:t>
            </a:r>
            <a:endParaRPr/>
          </a:p>
          <a:p>
            <a:pPr indent="0" lvl="0" marL="0" rtl="0" algn="l">
              <a:spcBef>
                <a:spcPts val="0"/>
              </a:spcBef>
              <a:spcAft>
                <a:spcPts val="0"/>
              </a:spcAft>
              <a:buNone/>
            </a:pPr>
            <a:r>
              <a:t/>
            </a:r>
            <a:endParaRPr/>
          </a:p>
        </p:txBody>
      </p:sp>
      <p:sp>
        <p:nvSpPr>
          <p:cNvPr id="2270" name="Google Shape;2270;p43"/>
          <p:cNvSpPr txBox="1"/>
          <p:nvPr/>
        </p:nvSpPr>
        <p:spPr>
          <a:xfrm>
            <a:off x="438550" y="1228150"/>
            <a:ext cx="5226000" cy="34170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Lato"/>
                <a:ea typeface="Lato"/>
                <a:cs typeface="Lato"/>
                <a:sym typeface="Lato"/>
              </a:rPr>
              <a:t>Major + graduation year:</a:t>
            </a:r>
            <a:r>
              <a:rPr lang="en">
                <a:solidFill>
                  <a:schemeClr val="dk1"/>
                </a:solidFill>
                <a:latin typeface="Lato"/>
                <a:ea typeface="Lato"/>
                <a:cs typeface="Lato"/>
                <a:sym typeface="Lato"/>
              </a:rPr>
              <a:t> Computer Science and Computational Biology, 2029</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a:p>
            <a:pPr indent="0" lvl="0" marL="0" rtl="0" algn="l">
              <a:spcBef>
                <a:spcPts val="0"/>
              </a:spcBef>
              <a:spcAft>
                <a:spcPts val="0"/>
              </a:spcAft>
              <a:buNone/>
            </a:pPr>
            <a:r>
              <a:rPr lang="en">
                <a:solidFill>
                  <a:schemeClr val="dk1"/>
                </a:solidFill>
                <a:latin typeface="Lato"/>
                <a:ea typeface="Lato"/>
                <a:cs typeface="Lato"/>
                <a:sym typeface="Lato"/>
              </a:rPr>
              <a:t>Hi, I’m Krit! I’m a sophomore from Orlando studying computer science and computational biology, and I’m especially interested in evolution. I do research in the Pfenning lab, using machine learning to study the evolution of regulatory features across vertebrates. I’m also the lead of the Terrier project in ScottyLabs. In my free time, I enjoy </a:t>
            </a:r>
            <a:r>
              <a:rPr lang="en" u="sng">
                <a:solidFill>
                  <a:schemeClr val="hlink"/>
                </a:solidFill>
                <a:latin typeface="Lato"/>
                <a:ea typeface="Lato"/>
                <a:cs typeface="Lato"/>
                <a:sym typeface="Lato"/>
                <a:hlinkClick r:id="rId3"/>
              </a:rPr>
              <a:t>reading</a:t>
            </a:r>
            <a:r>
              <a:rPr lang="en">
                <a:solidFill>
                  <a:schemeClr val="dk1"/>
                </a:solidFill>
                <a:latin typeface="Lato"/>
                <a:ea typeface="Lato"/>
                <a:cs typeface="Lato"/>
                <a:sym typeface="Lato"/>
              </a:rPr>
              <a:t>, cooking, watching sports (mostly F1 and tennis), and playing badminton and pickleball. </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a:p>
            <a:pPr indent="0" lvl="0" marL="0" rtl="0" algn="l">
              <a:spcBef>
                <a:spcPts val="0"/>
              </a:spcBef>
              <a:spcAft>
                <a:spcPts val="0"/>
              </a:spcAft>
              <a:buNone/>
            </a:pPr>
            <a:r>
              <a:rPr lang="en">
                <a:solidFill>
                  <a:schemeClr val="dk1"/>
                </a:solidFill>
                <a:latin typeface="Lato"/>
                <a:ea typeface="Lato"/>
                <a:cs typeface="Lato"/>
                <a:sym typeface="Lato"/>
              </a:rPr>
              <a:t>Feel free to email me or schedule a coffee chat!</a:t>
            </a:r>
            <a:endParaRPr>
              <a:solidFill>
                <a:schemeClr val="dk1"/>
              </a:solidFill>
              <a:latin typeface="Lato"/>
              <a:ea typeface="Lato"/>
              <a:cs typeface="Lato"/>
              <a:sym typeface="Lato"/>
            </a:endParaRPr>
          </a:p>
          <a:p>
            <a:pPr indent="0" lvl="0" marL="0" rtl="0" algn="l">
              <a:spcBef>
                <a:spcPts val="0"/>
              </a:spcBef>
              <a:spcAft>
                <a:spcPts val="0"/>
              </a:spcAft>
              <a:buNone/>
            </a:pPr>
            <a:r>
              <a:rPr lang="en">
                <a:solidFill>
                  <a:schemeClr val="dk1"/>
                </a:solidFill>
                <a:latin typeface="Lato"/>
                <a:ea typeface="Lato"/>
                <a:cs typeface="Lato"/>
                <a:sym typeface="Lato"/>
              </a:rPr>
              <a:t>Email: </a:t>
            </a:r>
            <a:r>
              <a:rPr lang="en" u="sng">
                <a:solidFill>
                  <a:schemeClr val="hlink"/>
                </a:solidFill>
                <a:latin typeface="Lato"/>
                <a:ea typeface="Lato"/>
                <a:cs typeface="Lato"/>
                <a:sym typeface="Lato"/>
                <a:hlinkClick r:id="rId4"/>
              </a:rPr>
              <a:t>kdass@andrew.cmu.edu</a:t>
            </a:r>
            <a:endParaRPr>
              <a:solidFill>
                <a:schemeClr val="dk1"/>
              </a:solidFill>
              <a:latin typeface="Lato"/>
              <a:ea typeface="Lato"/>
              <a:cs typeface="Lato"/>
              <a:sym typeface="Lato"/>
            </a:endParaRPr>
          </a:p>
          <a:p>
            <a:pPr indent="0" lvl="0" marL="0" rtl="0" algn="l">
              <a:spcBef>
                <a:spcPts val="0"/>
              </a:spcBef>
              <a:spcAft>
                <a:spcPts val="0"/>
              </a:spcAft>
              <a:buNone/>
            </a:pPr>
            <a:r>
              <a:rPr b="1" lang="en" u="sng">
                <a:solidFill>
                  <a:schemeClr val="hlink"/>
                </a:solidFill>
                <a:latin typeface="Lato"/>
                <a:ea typeface="Lato"/>
                <a:cs typeface="Lato"/>
                <a:sym typeface="Lato"/>
                <a:hlinkClick r:id="rId5"/>
              </a:rPr>
              <a:t>Link</a:t>
            </a:r>
            <a:r>
              <a:rPr b="1" lang="en">
                <a:solidFill>
                  <a:schemeClr val="dk1"/>
                </a:solidFill>
                <a:latin typeface="Lato"/>
                <a:ea typeface="Lato"/>
                <a:cs typeface="Lato"/>
                <a:sym typeface="Lato"/>
              </a:rPr>
              <a:t> to schedule a meeting with me!</a:t>
            </a:r>
            <a:endParaRPr b="1">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p:txBody>
      </p:sp>
      <p:pic>
        <p:nvPicPr>
          <p:cNvPr id="2271" name="Google Shape;2271;p43"/>
          <p:cNvPicPr preferRelativeResize="0"/>
          <p:nvPr/>
        </p:nvPicPr>
        <p:blipFill>
          <a:blip r:embed="rId6">
            <a:alphaModFix/>
          </a:blip>
          <a:stretch>
            <a:fillRect/>
          </a:stretch>
        </p:blipFill>
        <p:spPr>
          <a:xfrm>
            <a:off x="6004600" y="1307750"/>
            <a:ext cx="2243601" cy="3098373"/>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5" name="Shape 2275"/>
        <p:cNvGrpSpPr/>
        <p:nvPr/>
      </p:nvGrpSpPr>
      <p:grpSpPr>
        <a:xfrm>
          <a:off x="0" y="0"/>
          <a:ext cx="0" cy="0"/>
          <a:chOff x="0" y="0"/>
          <a:chExt cx="0" cy="0"/>
        </a:xfrm>
      </p:grpSpPr>
      <p:sp>
        <p:nvSpPr>
          <p:cNvPr id="2276" name="Google Shape;2276;p44"/>
          <p:cNvSpPr txBox="1"/>
          <p:nvPr>
            <p:ph type="title"/>
          </p:nvPr>
        </p:nvSpPr>
        <p:spPr>
          <a:xfrm>
            <a:off x="720000" y="540000"/>
            <a:ext cx="7704000" cy="477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lang="en"/>
              <a:t>Viraj Kamath</a:t>
            </a:r>
            <a:endParaRPr/>
          </a:p>
        </p:txBody>
      </p:sp>
      <p:sp>
        <p:nvSpPr>
          <p:cNvPr id="2277" name="Google Shape;2277;p44"/>
          <p:cNvSpPr txBox="1"/>
          <p:nvPr/>
        </p:nvSpPr>
        <p:spPr>
          <a:xfrm>
            <a:off x="438550" y="1228150"/>
            <a:ext cx="5226000" cy="3201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a:solidFill>
                  <a:schemeClr val="dk1"/>
                </a:solidFill>
                <a:latin typeface="Lato"/>
                <a:ea typeface="Lato"/>
                <a:cs typeface="Lato"/>
                <a:sym typeface="Lato"/>
              </a:rPr>
              <a:t>Major + graduation year:</a:t>
            </a:r>
            <a:r>
              <a:rPr lang="en">
                <a:solidFill>
                  <a:schemeClr val="dk1"/>
                </a:solidFill>
                <a:latin typeface="Lato"/>
                <a:ea typeface="Lato"/>
                <a:cs typeface="Lato"/>
                <a:sym typeface="Lato"/>
              </a:rPr>
              <a:t> Biology + Computational Biology, 2029</a:t>
            </a:r>
            <a:endParaRPr>
              <a:solidFill>
                <a:schemeClr val="dk1"/>
              </a:solidFill>
              <a:latin typeface="Lato"/>
              <a:ea typeface="Lato"/>
              <a:cs typeface="Lato"/>
              <a:sym typeface="Lato"/>
            </a:endParaRPr>
          </a:p>
          <a:p>
            <a:pPr indent="0" lvl="0" marL="0" rtl="0" algn="l">
              <a:spcBef>
                <a:spcPts val="0"/>
              </a:spcBef>
              <a:spcAft>
                <a:spcPts val="0"/>
              </a:spcAft>
              <a:buNone/>
            </a:pPr>
            <a:r>
              <a:t/>
            </a:r>
            <a:endParaRPr>
              <a:solidFill>
                <a:schemeClr val="dk1"/>
              </a:solidFill>
              <a:latin typeface="Lato"/>
              <a:ea typeface="Lato"/>
              <a:cs typeface="Lato"/>
              <a:sym typeface="Lato"/>
            </a:endParaRPr>
          </a:p>
          <a:p>
            <a:pPr indent="0" lvl="0" marL="0" marR="0" rtl="0" algn="l">
              <a:lnSpc>
                <a:spcPct val="100000"/>
              </a:lnSpc>
              <a:spcBef>
                <a:spcPts val="0"/>
              </a:spcBef>
              <a:spcAft>
                <a:spcPts val="0"/>
              </a:spcAft>
              <a:buNone/>
            </a:pPr>
            <a:r>
              <a:rPr lang="en">
                <a:solidFill>
                  <a:schemeClr val="dk1"/>
                </a:solidFill>
                <a:latin typeface="Lato"/>
                <a:ea typeface="Lato"/>
                <a:cs typeface="Lato"/>
                <a:sym typeface="Lato"/>
              </a:rPr>
              <a:t>Hi, I'm Viraj! I'm a sophomore from Virginia. I'm really interested in computational drug discovery, and most recently I interned with a research group at UPMC working on ovarian cancer </a:t>
            </a:r>
            <a:r>
              <a:rPr lang="en">
                <a:solidFill>
                  <a:schemeClr val="dk1"/>
                </a:solidFill>
                <a:latin typeface="Lato"/>
                <a:ea typeface="Lato"/>
                <a:cs typeface="Lato"/>
                <a:sym typeface="Lato"/>
              </a:rPr>
              <a:t>suppression</a:t>
            </a:r>
            <a:r>
              <a:rPr lang="en">
                <a:solidFill>
                  <a:schemeClr val="dk1"/>
                </a:solidFill>
                <a:latin typeface="Lato"/>
                <a:ea typeface="Lato"/>
                <a:cs typeface="Lato"/>
                <a:sym typeface="Lato"/>
              </a:rPr>
              <a:t>. On campus I'm involved with Senate, and in my free time I really like to film videos and read </a:t>
            </a:r>
            <a:r>
              <a:rPr lang="en">
                <a:solidFill>
                  <a:schemeClr val="dk1"/>
                </a:solidFill>
                <a:latin typeface="Lato"/>
                <a:ea typeface="Lato"/>
                <a:cs typeface="Lato"/>
                <a:sym typeface="Lato"/>
              </a:rPr>
              <a:t>philosophy</a:t>
            </a:r>
            <a:r>
              <a:rPr lang="en">
                <a:solidFill>
                  <a:schemeClr val="dk1"/>
                </a:solidFill>
                <a:latin typeface="Lato"/>
                <a:ea typeface="Lato"/>
                <a:cs typeface="Lato"/>
                <a:sym typeface="Lato"/>
              </a:rPr>
              <a:t>, as well as watch tv shows (currently watching The Mentalist).</a:t>
            </a:r>
            <a:endParaRPr>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a:solidFill>
                <a:schemeClr val="dk1"/>
              </a:solidFill>
              <a:latin typeface="Lato"/>
              <a:ea typeface="Lato"/>
              <a:cs typeface="Lato"/>
              <a:sym typeface="Lato"/>
            </a:endParaRPr>
          </a:p>
          <a:p>
            <a:pPr indent="0" lvl="0" marL="0" marR="0" rtl="0" algn="l">
              <a:lnSpc>
                <a:spcPct val="100000"/>
              </a:lnSpc>
              <a:spcBef>
                <a:spcPts val="0"/>
              </a:spcBef>
              <a:spcAft>
                <a:spcPts val="0"/>
              </a:spcAft>
              <a:buNone/>
            </a:pPr>
            <a:r>
              <a:rPr lang="en">
                <a:solidFill>
                  <a:schemeClr val="dk1"/>
                </a:solidFill>
                <a:latin typeface="Lato"/>
                <a:ea typeface="Lato"/>
                <a:cs typeface="Lato"/>
                <a:sym typeface="Lato"/>
              </a:rPr>
              <a:t>I'd love to chat! Schedule a coffee chat at the link below, or just email me. </a:t>
            </a:r>
            <a:endParaRPr>
              <a:solidFill>
                <a:schemeClr val="dk1"/>
              </a:solidFill>
              <a:latin typeface="Lato"/>
              <a:ea typeface="Lato"/>
              <a:cs typeface="Lato"/>
              <a:sym typeface="Lato"/>
            </a:endParaRPr>
          </a:p>
          <a:p>
            <a:pPr indent="0" lvl="0" marL="0" marR="0" rtl="0" algn="l">
              <a:lnSpc>
                <a:spcPct val="100000"/>
              </a:lnSpc>
              <a:spcBef>
                <a:spcPts val="0"/>
              </a:spcBef>
              <a:spcAft>
                <a:spcPts val="0"/>
              </a:spcAft>
              <a:buNone/>
            </a:pPr>
            <a:r>
              <a:t/>
            </a:r>
            <a:endParaRPr>
              <a:solidFill>
                <a:schemeClr val="dk1"/>
              </a:solidFill>
              <a:latin typeface="Lato"/>
              <a:ea typeface="Lato"/>
              <a:cs typeface="Lato"/>
              <a:sym typeface="Lato"/>
            </a:endParaRPr>
          </a:p>
          <a:p>
            <a:pPr indent="0" lvl="0" marL="0" marR="0" rtl="0" algn="l">
              <a:lnSpc>
                <a:spcPct val="100000"/>
              </a:lnSpc>
              <a:spcBef>
                <a:spcPts val="0"/>
              </a:spcBef>
              <a:spcAft>
                <a:spcPts val="0"/>
              </a:spcAft>
              <a:buNone/>
            </a:pPr>
            <a:r>
              <a:rPr lang="en">
                <a:solidFill>
                  <a:schemeClr val="dk1"/>
                </a:solidFill>
                <a:latin typeface="Lato"/>
                <a:ea typeface="Lato"/>
                <a:cs typeface="Lato"/>
                <a:sym typeface="Lato"/>
              </a:rPr>
              <a:t>Email: </a:t>
            </a:r>
            <a:r>
              <a:rPr lang="en" u="sng">
                <a:solidFill>
                  <a:schemeClr val="dk1"/>
                </a:solidFill>
                <a:latin typeface="Lato"/>
                <a:ea typeface="Lato"/>
                <a:cs typeface="Lato"/>
                <a:sym typeface="Lato"/>
              </a:rPr>
              <a:t>virajkam</a:t>
            </a:r>
            <a:r>
              <a:rPr lang="en" u="sng">
                <a:solidFill>
                  <a:schemeClr val="dk1"/>
                </a:solidFill>
                <a:latin typeface="Lato"/>
                <a:ea typeface="Lato"/>
                <a:cs typeface="Lato"/>
                <a:sym typeface="Lato"/>
                <a:hlinkClick r:id="rId3">
                  <a:extLst>
                    <a:ext uri="{A12FA001-AC4F-418D-AE19-62706E023703}">
                      <ahyp:hlinkClr val="tx"/>
                    </a:ext>
                  </a:extLst>
                </a:hlinkClick>
              </a:rPr>
              <a:t>@andrew.cmu.edu</a:t>
            </a:r>
            <a:endParaRPr u="sng">
              <a:solidFill>
                <a:schemeClr val="dk1"/>
              </a:solidFill>
              <a:latin typeface="Lato"/>
              <a:ea typeface="Lato"/>
              <a:cs typeface="Lato"/>
              <a:sym typeface="Lato"/>
            </a:endParaRPr>
          </a:p>
          <a:p>
            <a:pPr indent="0" lvl="0" marL="0" rtl="0" algn="l">
              <a:spcBef>
                <a:spcPts val="0"/>
              </a:spcBef>
              <a:spcAft>
                <a:spcPts val="0"/>
              </a:spcAft>
              <a:buNone/>
            </a:pPr>
            <a:r>
              <a:rPr b="1" lang="en" u="sng">
                <a:solidFill>
                  <a:schemeClr val="hlink"/>
                </a:solidFill>
                <a:latin typeface="Lato"/>
                <a:ea typeface="Lato"/>
                <a:cs typeface="Lato"/>
                <a:sym typeface="Lato"/>
                <a:hlinkClick r:id="rId4"/>
              </a:rPr>
              <a:t>Link</a:t>
            </a:r>
            <a:r>
              <a:rPr b="1" lang="en">
                <a:solidFill>
                  <a:schemeClr val="dk1"/>
                </a:solidFill>
                <a:latin typeface="Lato"/>
                <a:ea typeface="Lato"/>
                <a:cs typeface="Lato"/>
                <a:sym typeface="Lato"/>
              </a:rPr>
              <a:t> </a:t>
            </a:r>
            <a:r>
              <a:rPr b="1" lang="en">
                <a:solidFill>
                  <a:schemeClr val="dk1"/>
                </a:solidFill>
                <a:latin typeface="Lato"/>
                <a:ea typeface="Lato"/>
                <a:cs typeface="Lato"/>
                <a:sym typeface="Lato"/>
              </a:rPr>
              <a:t>to schedule a meeting with me!</a:t>
            </a:r>
            <a:endParaRPr>
              <a:solidFill>
                <a:schemeClr val="dk1"/>
              </a:solidFill>
              <a:latin typeface="Lato"/>
              <a:ea typeface="Lato"/>
              <a:cs typeface="Lato"/>
              <a:sym typeface="Lato"/>
            </a:endParaRPr>
          </a:p>
        </p:txBody>
      </p:sp>
      <p:pic>
        <p:nvPicPr>
          <p:cNvPr id="2278" name="Google Shape;2278;p44"/>
          <p:cNvPicPr preferRelativeResize="0"/>
          <p:nvPr/>
        </p:nvPicPr>
        <p:blipFill>
          <a:blip r:embed="rId5">
            <a:alphaModFix/>
          </a:blip>
          <a:stretch>
            <a:fillRect/>
          </a:stretch>
        </p:blipFill>
        <p:spPr>
          <a:xfrm>
            <a:off x="5816950" y="1170000"/>
            <a:ext cx="2862527" cy="3821099"/>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Cafe Bookstore Project Proposal by Slidesgo">
  <a:themeElements>
    <a:clrScheme name="Simple Light">
      <a:dk1>
        <a:srgbClr val="471108"/>
      </a:dk1>
      <a:lt1>
        <a:srgbClr val="00695A"/>
      </a:lt1>
      <a:dk2>
        <a:srgbClr val="F9E7C8"/>
      </a:dk2>
      <a:lt2>
        <a:srgbClr val="FFB887"/>
      </a:lt2>
      <a:accent1>
        <a:srgbClr val="E19453"/>
      </a:accent1>
      <a:accent2>
        <a:srgbClr val="C26433"/>
      </a:accent2>
      <a:accent3>
        <a:srgbClr val="A3432B"/>
      </a:accent3>
      <a:accent4>
        <a:srgbClr val="7F3C2A"/>
      </a:accent4>
      <a:accent5>
        <a:srgbClr val="509C7D"/>
      </a:accent5>
      <a:accent6>
        <a:srgbClr val="FFFFFF"/>
      </a:accent6>
      <a:hlink>
        <a:srgbClr val="471108"/>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